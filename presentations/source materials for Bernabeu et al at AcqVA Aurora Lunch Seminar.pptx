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3"/>
  </p:notesMasterIdLst>
  <p:sldIdLst>
    <p:sldId id="256" r:id="rId2"/>
    <p:sldId id="351" r:id="rId3"/>
    <p:sldId id="328" r:id="rId4"/>
    <p:sldId id="352" r:id="rId5"/>
    <p:sldId id="329" r:id="rId6"/>
    <p:sldId id="332" r:id="rId7"/>
    <p:sldId id="327" r:id="rId8"/>
    <p:sldId id="330" r:id="rId9"/>
    <p:sldId id="326" r:id="rId10"/>
    <p:sldId id="323" r:id="rId11"/>
    <p:sldId id="331" r:id="rId12"/>
    <p:sldId id="353" r:id="rId13"/>
    <p:sldId id="355" r:id="rId14"/>
    <p:sldId id="354" r:id="rId15"/>
    <p:sldId id="340" r:id="rId16"/>
    <p:sldId id="336" r:id="rId17"/>
    <p:sldId id="343" r:id="rId18"/>
    <p:sldId id="344" r:id="rId19"/>
    <p:sldId id="345" r:id="rId20"/>
    <p:sldId id="346" r:id="rId21"/>
    <p:sldId id="347" r:id="rId22"/>
    <p:sldId id="333" r:id="rId23"/>
    <p:sldId id="338" r:id="rId24"/>
    <p:sldId id="341" r:id="rId25"/>
    <p:sldId id="337" r:id="rId26"/>
    <p:sldId id="339" r:id="rId27"/>
    <p:sldId id="357" r:id="rId28"/>
    <p:sldId id="386" r:id="rId29"/>
    <p:sldId id="387" r:id="rId30"/>
    <p:sldId id="381" r:id="rId31"/>
    <p:sldId id="391" r:id="rId32"/>
    <p:sldId id="392" r:id="rId33"/>
    <p:sldId id="393" r:id="rId34"/>
    <p:sldId id="394" r:id="rId35"/>
    <p:sldId id="395" r:id="rId36"/>
    <p:sldId id="396" r:id="rId37"/>
    <p:sldId id="360" r:id="rId38"/>
    <p:sldId id="358" r:id="rId39"/>
    <p:sldId id="363" r:id="rId40"/>
    <p:sldId id="369" r:id="rId41"/>
    <p:sldId id="361" r:id="rId42"/>
    <p:sldId id="362" r:id="rId43"/>
    <p:sldId id="370" r:id="rId44"/>
    <p:sldId id="376" r:id="rId45"/>
    <p:sldId id="375" r:id="rId46"/>
    <p:sldId id="380" r:id="rId47"/>
    <p:sldId id="379" r:id="rId48"/>
    <p:sldId id="377" r:id="rId49"/>
    <p:sldId id="364" r:id="rId50"/>
    <p:sldId id="366" r:id="rId51"/>
    <p:sldId id="368" r:id="rId52"/>
    <p:sldId id="367" r:id="rId53"/>
    <p:sldId id="374" r:id="rId54"/>
    <p:sldId id="373" r:id="rId55"/>
    <p:sldId id="372" r:id="rId56"/>
    <p:sldId id="371" r:id="rId57"/>
    <p:sldId id="365" r:id="rId58"/>
    <p:sldId id="403" r:id="rId59"/>
    <p:sldId id="398" r:id="rId60"/>
    <p:sldId id="400" r:id="rId61"/>
    <p:sldId id="390" r:id="rId62"/>
    <p:sldId id="388" r:id="rId63"/>
    <p:sldId id="402" r:id="rId64"/>
    <p:sldId id="399" r:id="rId65"/>
    <p:sldId id="397" r:id="rId66"/>
    <p:sldId id="257" r:id="rId67"/>
    <p:sldId id="356" r:id="rId68"/>
    <p:sldId id="349" r:id="rId69"/>
    <p:sldId id="404" r:id="rId70"/>
    <p:sldId id="401" r:id="rId71"/>
    <p:sldId id="378"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FC9D2F-626E-694B-C7DE-814F9518B8B0}" name="Jorge González Alonso" initials="" userId="S::jal027@uit.no::5626620f-e265-489e-bfe7-a56912c6487b" providerId="AD"/>
  <p188:author id="{BA2EA2CA-5864-58DA-2DAC-D57B42B07541}" name="Pablo Bernabeu" initials="PB" userId="S::pbe044@uit.no::22488759-3eb8-4542-8dbd-b58228c87cf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6B79"/>
    <a:srgbClr val="FFABAB"/>
    <a:srgbClr val="F2A672"/>
    <a:srgbClr val="F1F2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516E98-C614-47E7-9388-E194E9FFC662}" v="86" dt="2024-03-11T15:07:07.2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7" d="100"/>
          <a:sy n="147" d="100"/>
        </p:scale>
        <p:origin x="6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blo Bernabeu" userId="22488759-3eb8-4542-8dbd-b58228c87cfe" providerId="ADAL" clId="{501A24C4-68F9-4822-8869-6D8847CFE81D}"/>
    <pc:docChg chg="undo custSel modSld">
      <pc:chgData name="Pablo Bernabeu" userId="22488759-3eb8-4542-8dbd-b58228c87cfe" providerId="ADAL" clId="{501A24C4-68F9-4822-8869-6D8847CFE81D}" dt="2024-01-18T10:03:11.363" v="15" actId="478"/>
      <pc:docMkLst>
        <pc:docMk/>
      </pc:docMkLst>
      <pc:sldChg chg="modSp mod">
        <pc:chgData name="Pablo Bernabeu" userId="22488759-3eb8-4542-8dbd-b58228c87cfe" providerId="ADAL" clId="{501A24C4-68F9-4822-8869-6D8847CFE81D}" dt="2024-01-16T16:18:27.030" v="9"/>
        <pc:sldMkLst>
          <pc:docMk/>
          <pc:sldMk cId="1936483650" sldId="354"/>
        </pc:sldMkLst>
        <pc:spChg chg="mod">
          <ac:chgData name="Pablo Bernabeu" userId="22488759-3eb8-4542-8dbd-b58228c87cfe" providerId="ADAL" clId="{501A24C4-68F9-4822-8869-6D8847CFE81D}" dt="2024-01-16T16:18:27.030" v="9"/>
          <ac:spMkLst>
            <pc:docMk/>
            <pc:sldMk cId="1936483650" sldId="354"/>
            <ac:spMk id="3" creationId="{B0A85658-06B4-8BD1-B87B-E05A673934FF}"/>
          </ac:spMkLst>
        </pc:spChg>
      </pc:sldChg>
      <pc:sldChg chg="modSp mod">
        <pc:chgData name="Pablo Bernabeu" userId="22488759-3eb8-4542-8dbd-b58228c87cfe" providerId="ADAL" clId="{501A24C4-68F9-4822-8869-6D8847CFE81D}" dt="2024-01-16T16:18:58.245" v="14" actId="20577"/>
        <pc:sldMkLst>
          <pc:docMk/>
          <pc:sldMk cId="3216957456" sldId="355"/>
        </pc:sldMkLst>
        <pc:spChg chg="mod">
          <ac:chgData name="Pablo Bernabeu" userId="22488759-3eb8-4542-8dbd-b58228c87cfe" providerId="ADAL" clId="{501A24C4-68F9-4822-8869-6D8847CFE81D}" dt="2024-01-16T16:18:58.245" v="14" actId="20577"/>
          <ac:spMkLst>
            <pc:docMk/>
            <pc:sldMk cId="3216957456" sldId="355"/>
            <ac:spMk id="3" creationId="{B0A85658-06B4-8BD1-B87B-E05A673934FF}"/>
          </ac:spMkLst>
        </pc:spChg>
      </pc:sldChg>
      <pc:sldChg chg="delSp mod">
        <pc:chgData name="Pablo Bernabeu" userId="22488759-3eb8-4542-8dbd-b58228c87cfe" providerId="ADAL" clId="{501A24C4-68F9-4822-8869-6D8847CFE81D}" dt="2024-01-18T10:03:11.363" v="15" actId="478"/>
        <pc:sldMkLst>
          <pc:docMk/>
          <pc:sldMk cId="2629422157" sldId="381"/>
        </pc:sldMkLst>
        <pc:spChg chg="del">
          <ac:chgData name="Pablo Bernabeu" userId="22488759-3eb8-4542-8dbd-b58228c87cfe" providerId="ADAL" clId="{501A24C4-68F9-4822-8869-6D8847CFE81D}" dt="2024-01-18T10:03:11.363" v="15" actId="478"/>
          <ac:spMkLst>
            <pc:docMk/>
            <pc:sldMk cId="2629422157" sldId="381"/>
            <ac:spMk id="2" creationId="{613704F8-7F43-FCD8-999F-B687542013A1}"/>
          </ac:spMkLst>
        </pc:spChg>
      </pc:sldChg>
    </pc:docChg>
  </pc:docChgLst>
  <pc:docChgLst>
    <pc:chgData name="Pablo Bernabeu" userId="22488759-3eb8-4542-8dbd-b58228c87cfe" providerId="ADAL" clId="{D4516E98-C614-47E7-9388-E194E9FFC662}"/>
    <pc:docChg chg="undo custSel modSld">
      <pc:chgData name="Pablo Bernabeu" userId="22488759-3eb8-4542-8dbd-b58228c87cfe" providerId="ADAL" clId="{D4516E98-C614-47E7-9388-E194E9FFC662}" dt="2024-03-11T15:08:10.214" v="151" actId="20577"/>
      <pc:docMkLst>
        <pc:docMk/>
      </pc:docMkLst>
      <pc:sldChg chg="modSp mod">
        <pc:chgData name="Pablo Bernabeu" userId="22488759-3eb8-4542-8dbd-b58228c87cfe" providerId="ADAL" clId="{D4516E98-C614-47E7-9388-E194E9FFC662}" dt="2024-03-11T15:08:10.214" v="151" actId="20577"/>
        <pc:sldMkLst>
          <pc:docMk/>
          <pc:sldMk cId="3163526559" sldId="256"/>
        </pc:sldMkLst>
        <pc:spChg chg="mod">
          <ac:chgData name="Pablo Bernabeu" userId="22488759-3eb8-4542-8dbd-b58228c87cfe" providerId="ADAL" clId="{D4516E98-C614-47E7-9388-E194E9FFC662}" dt="2024-03-11T15:08:10.214" v="151" actId="20577"/>
          <ac:spMkLst>
            <pc:docMk/>
            <pc:sldMk cId="3163526559" sldId="256"/>
            <ac:spMk id="3" creationId="{0176E199-1D17-FADD-9B43-5735E8D0F435}"/>
          </ac:spMkLst>
        </pc:spChg>
        <pc:picChg chg="mod">
          <ac:chgData name="Pablo Bernabeu" userId="22488759-3eb8-4542-8dbd-b58228c87cfe" providerId="ADAL" clId="{D4516E98-C614-47E7-9388-E194E9FFC662}" dt="2024-02-28T22:55:22.677" v="70" actId="1036"/>
          <ac:picMkLst>
            <pc:docMk/>
            <pc:sldMk cId="3163526559" sldId="256"/>
            <ac:picMk id="4" creationId="{D7A5BAF9-C4D7-9B08-6571-73D9E53FD849}"/>
          </ac:picMkLst>
        </pc:picChg>
        <pc:picChg chg="mod">
          <ac:chgData name="Pablo Bernabeu" userId="22488759-3eb8-4542-8dbd-b58228c87cfe" providerId="ADAL" clId="{D4516E98-C614-47E7-9388-E194E9FFC662}" dt="2024-03-11T15:07:07.262" v="147" actId="14100"/>
          <ac:picMkLst>
            <pc:docMk/>
            <pc:sldMk cId="3163526559" sldId="256"/>
            <ac:picMk id="1026" creationId="{5BC633DC-23D3-5650-AFD5-478ADC4A0868}"/>
          </ac:picMkLst>
        </pc:picChg>
      </pc:sldChg>
      <pc:sldChg chg="delCm">
        <pc:chgData name="Pablo Bernabeu" userId="22488759-3eb8-4542-8dbd-b58228c87cfe" providerId="ADAL" clId="{D4516E98-C614-47E7-9388-E194E9FFC662}" dt="2024-03-11T15:03:32.696" v="83"/>
        <pc:sldMkLst>
          <pc:docMk/>
          <pc:sldMk cId="4233196736" sldId="257"/>
        </pc:sldMkLst>
        <pc:extLst>
          <p:ext xmlns:p="http://schemas.openxmlformats.org/presentationml/2006/main" uri="{D6D511B9-2390-475A-947B-AFAB55BFBCF1}">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233196736" sldId="257"/>
                <pc2:cmMk id="{B895293F-63A7-E244-B259-C9FF2804F820}"/>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233196736" sldId="257"/>
                <pc2:cmMk id="{5F63895F-0058-1440-BB8B-7621ED3B47E0}"/>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233196736" sldId="257"/>
                <pc2:cmMk id="{1F9F1EE2-9371-0741-B600-84AC7A1395B1}"/>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233196736" sldId="257"/>
                <pc2:cmMk id="{936CDDE9-4A24-3E4A-BEC2-1777EA61BA55}"/>
              </pc2:cmMkLst>
            </pc226:cmChg>
          </p:ext>
        </pc:extLst>
      </pc:sldChg>
      <pc:sldChg chg="delCm">
        <pc:chgData name="Pablo Bernabeu" userId="22488759-3eb8-4542-8dbd-b58228c87cfe" providerId="ADAL" clId="{D4516E98-C614-47E7-9388-E194E9FFC662}" dt="2024-03-11T15:03:32.696" v="83"/>
        <pc:sldMkLst>
          <pc:docMk/>
          <pc:sldMk cId="3867219491" sldId="330"/>
        </pc:sldMkLst>
        <pc:extLst>
          <p:ext xmlns:p="http://schemas.openxmlformats.org/presentationml/2006/main" uri="{D6D511B9-2390-475A-947B-AFAB55BFBCF1}">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3867219491" sldId="330"/>
                <pc2:cmMk id="{167175CB-0B2C-1440-AD35-2F09E06DCD55}"/>
              </pc2:cmMkLst>
            </pc226:cmChg>
          </p:ext>
        </pc:extLst>
      </pc:sldChg>
      <pc:sldChg chg="delCm">
        <pc:chgData name="Pablo Bernabeu" userId="22488759-3eb8-4542-8dbd-b58228c87cfe" providerId="ADAL" clId="{D4516E98-C614-47E7-9388-E194E9FFC662}" dt="2024-03-11T15:03:32.696" v="83"/>
        <pc:sldMkLst>
          <pc:docMk/>
          <pc:sldMk cId="1253318704" sldId="349"/>
        </pc:sldMkLst>
        <pc:extLst>
          <p:ext xmlns:p="http://schemas.openxmlformats.org/presentationml/2006/main" uri="{D6D511B9-2390-475A-947B-AFAB55BFBCF1}">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1253318704" sldId="349"/>
                <pc2:cmMk id="{CA0D471F-DA8E-E94B-BC15-8B3035A293B8}"/>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1253318704" sldId="349"/>
                <pc2:cmMk id="{C3C14D37-69B5-DB46-A538-7B88AFD7465E}"/>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1253318704" sldId="349"/>
                <pc2:cmMk id="{6120E676-1629-F54D-8C96-04648EFABC57}"/>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1253318704" sldId="349"/>
                <pc2:cmMk id="{BFAE92C5-E792-8D42-A469-2C56842C9ABA}"/>
              </pc2:cmMkLst>
            </pc226:cmChg>
          </p:ext>
        </pc:extLst>
      </pc:sldChg>
      <pc:sldChg chg="delCm">
        <pc:chgData name="Pablo Bernabeu" userId="22488759-3eb8-4542-8dbd-b58228c87cfe" providerId="ADAL" clId="{D4516E98-C614-47E7-9388-E194E9FFC662}" dt="2024-03-11T15:03:32.696" v="83"/>
        <pc:sldMkLst>
          <pc:docMk/>
          <pc:sldMk cId="472588277" sldId="356"/>
        </pc:sldMkLst>
        <pc:extLst>
          <p:ext xmlns:p="http://schemas.openxmlformats.org/presentationml/2006/main" uri="{D6D511B9-2390-475A-947B-AFAB55BFBCF1}">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72588277" sldId="356"/>
                <pc2:cmMk id="{8E323E11-0336-4CBE-8355-838736F3C6FD}"/>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72588277" sldId="356"/>
                <pc2:cmMk id="{24C99B39-314A-453A-99AE-AA965EBE6BBA}"/>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72588277" sldId="356"/>
                <pc2:cmMk id="{16C388C7-5C5A-4F04-883A-EE69654B6F70}"/>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72588277" sldId="356"/>
                <pc2:cmMk id="{EE0FDCE2-5EA1-4C12-9AE7-3C5F51D7B9E5}"/>
              </pc2:cmMkLst>
            </pc226:cmChg>
          </p:ext>
        </pc:extLst>
      </pc:sldChg>
    </pc:docChg>
  </pc:docChgLst>
  <pc:docChgLst>
    <pc:chgData name="Pablo Bernabeu" userId="22488759-3eb8-4542-8dbd-b58228c87cfe" providerId="ADAL" clId="{DA86D705-E999-416D-A141-16354A75C189}"/>
    <pc:docChg chg="undo redo custSel addSld delSld modSld sldOrd">
      <pc:chgData name="Pablo Bernabeu" userId="22488759-3eb8-4542-8dbd-b58228c87cfe" providerId="ADAL" clId="{DA86D705-E999-416D-A141-16354A75C189}" dt="2023-11-27T15:30:24.520" v="5527" actId="2165"/>
      <pc:docMkLst>
        <pc:docMk/>
      </pc:docMkLst>
      <pc:sldChg chg="addSp delSp modSp mod setBg">
        <pc:chgData name="Pablo Bernabeu" userId="22488759-3eb8-4542-8dbd-b58228c87cfe" providerId="ADAL" clId="{DA86D705-E999-416D-A141-16354A75C189}" dt="2023-11-26T22:27:52.745" v="4938" actId="1035"/>
        <pc:sldMkLst>
          <pc:docMk/>
          <pc:sldMk cId="3163526559" sldId="256"/>
        </pc:sldMkLst>
        <pc:spChg chg="mod">
          <ac:chgData name="Pablo Bernabeu" userId="22488759-3eb8-4542-8dbd-b58228c87cfe" providerId="ADAL" clId="{DA86D705-E999-416D-A141-16354A75C189}" dt="2023-11-26T21:23:32.501" v="2835" actId="26606"/>
          <ac:spMkLst>
            <pc:docMk/>
            <pc:sldMk cId="3163526559" sldId="256"/>
            <ac:spMk id="2" creationId="{D2ACF639-C0F6-31B6-8282-4FDE0F2BDB5D}"/>
          </ac:spMkLst>
        </pc:spChg>
        <pc:spChg chg="mod">
          <ac:chgData name="Pablo Bernabeu" userId="22488759-3eb8-4542-8dbd-b58228c87cfe" providerId="ADAL" clId="{DA86D705-E999-416D-A141-16354A75C189}" dt="2023-11-26T21:23:32.501" v="2835" actId="26606"/>
          <ac:spMkLst>
            <pc:docMk/>
            <pc:sldMk cId="3163526559" sldId="256"/>
            <ac:spMk id="3" creationId="{0176E199-1D17-FADD-9B43-5735E8D0F435}"/>
          </ac:spMkLst>
        </pc:spChg>
        <pc:spChg chg="add del">
          <ac:chgData name="Pablo Bernabeu" userId="22488759-3eb8-4542-8dbd-b58228c87cfe" providerId="ADAL" clId="{DA86D705-E999-416D-A141-16354A75C189}" dt="2023-11-26T21:23:32.501" v="2835" actId="26606"/>
          <ac:spMkLst>
            <pc:docMk/>
            <pc:sldMk cId="3163526559" sldId="256"/>
            <ac:spMk id="1033" creationId="{AF6CB648-9554-488A-B457-99CAAD1DA528}"/>
          </ac:spMkLst>
        </pc:spChg>
        <pc:spChg chg="add del">
          <ac:chgData name="Pablo Bernabeu" userId="22488759-3eb8-4542-8dbd-b58228c87cfe" providerId="ADAL" clId="{DA86D705-E999-416D-A141-16354A75C189}" dt="2023-11-26T21:23:32.501" v="2835" actId="26606"/>
          <ac:spMkLst>
            <pc:docMk/>
            <pc:sldMk cId="3163526559" sldId="256"/>
            <ac:spMk id="1035" creationId="{477B3D0A-9C0E-8E65-3091-732A717D34B0}"/>
          </ac:spMkLst>
        </pc:spChg>
        <pc:picChg chg="add mod ord">
          <ac:chgData name="Pablo Bernabeu" userId="22488759-3eb8-4542-8dbd-b58228c87cfe" providerId="ADAL" clId="{DA86D705-E999-416D-A141-16354A75C189}" dt="2023-11-26T22:27:52.745" v="4938" actId="1035"/>
          <ac:picMkLst>
            <pc:docMk/>
            <pc:sldMk cId="3163526559" sldId="256"/>
            <ac:picMk id="4" creationId="{D7A5BAF9-C4D7-9B08-6571-73D9E53FD849}"/>
          </ac:picMkLst>
        </pc:picChg>
        <pc:picChg chg="mod">
          <ac:chgData name="Pablo Bernabeu" userId="22488759-3eb8-4542-8dbd-b58228c87cfe" providerId="ADAL" clId="{DA86D705-E999-416D-A141-16354A75C189}" dt="2023-11-26T21:27:55.995" v="2953" actId="1038"/>
          <ac:picMkLst>
            <pc:docMk/>
            <pc:sldMk cId="3163526559" sldId="256"/>
            <ac:picMk id="1026" creationId="{5BC633DC-23D3-5650-AFD5-478ADC4A0868}"/>
          </ac:picMkLst>
        </pc:picChg>
        <pc:picChg chg="add mod">
          <ac:chgData name="Pablo Bernabeu" userId="22488759-3eb8-4542-8dbd-b58228c87cfe" providerId="ADAL" clId="{DA86D705-E999-416D-A141-16354A75C189}" dt="2023-11-26T21:27:12.072" v="2932" actId="1037"/>
          <ac:picMkLst>
            <pc:docMk/>
            <pc:sldMk cId="3163526559" sldId="256"/>
            <ac:picMk id="1028" creationId="{486C594D-E1CD-D6C6-DB0F-5D42485E2466}"/>
          </ac:picMkLst>
        </pc:picChg>
        <pc:picChg chg="add mod">
          <ac:chgData name="Pablo Bernabeu" userId="22488759-3eb8-4542-8dbd-b58228c87cfe" providerId="ADAL" clId="{DA86D705-E999-416D-A141-16354A75C189}" dt="2023-11-26T21:26:16.236" v="2904" actId="1076"/>
          <ac:picMkLst>
            <pc:docMk/>
            <pc:sldMk cId="3163526559" sldId="256"/>
            <ac:picMk id="1030" creationId="{52B4D971-A50E-3E32-DF05-A195C8EE76D0}"/>
          </ac:picMkLst>
        </pc:picChg>
      </pc:sldChg>
      <pc:sldChg chg="modSp mod ord">
        <pc:chgData name="Pablo Bernabeu" userId="22488759-3eb8-4542-8dbd-b58228c87cfe" providerId="ADAL" clId="{DA86D705-E999-416D-A141-16354A75C189}" dt="2023-11-26T22:20:13.361" v="4823" actId="20578"/>
        <pc:sldMkLst>
          <pc:docMk/>
          <pc:sldMk cId="4233196736" sldId="257"/>
        </pc:sldMkLst>
        <pc:spChg chg="mod">
          <ac:chgData name="Pablo Bernabeu" userId="22488759-3eb8-4542-8dbd-b58228c87cfe" providerId="ADAL" clId="{DA86D705-E999-416D-A141-16354A75C189}" dt="2023-11-02T11:10:31.035" v="61" actId="20577"/>
          <ac:spMkLst>
            <pc:docMk/>
            <pc:sldMk cId="4233196736" sldId="257"/>
            <ac:spMk id="2" creationId="{242F1163-4CAB-71E7-D359-47F0D2CA1A12}"/>
          </ac:spMkLst>
        </pc:spChg>
      </pc:sldChg>
      <pc:sldChg chg="modSp mod">
        <pc:chgData name="Pablo Bernabeu" userId="22488759-3eb8-4542-8dbd-b58228c87cfe" providerId="ADAL" clId="{DA86D705-E999-416D-A141-16354A75C189}" dt="2023-11-27T13:27:55.480" v="5506"/>
        <pc:sldMkLst>
          <pc:docMk/>
          <pc:sldMk cId="215557063" sldId="328"/>
        </pc:sldMkLst>
        <pc:spChg chg="mod">
          <ac:chgData name="Pablo Bernabeu" userId="22488759-3eb8-4542-8dbd-b58228c87cfe" providerId="ADAL" clId="{DA86D705-E999-416D-A141-16354A75C189}" dt="2023-11-27T13:27:55.480" v="5506"/>
          <ac:spMkLst>
            <pc:docMk/>
            <pc:sldMk cId="215557063" sldId="328"/>
            <ac:spMk id="2" creationId="{0AC06F71-6FE9-65DE-189D-306FF70FA312}"/>
          </ac:spMkLst>
        </pc:spChg>
      </pc:sldChg>
      <pc:sldChg chg="modSp mod">
        <pc:chgData name="Pablo Bernabeu" userId="22488759-3eb8-4542-8dbd-b58228c87cfe" providerId="ADAL" clId="{DA86D705-E999-416D-A141-16354A75C189}" dt="2023-10-25T13:21:22.682" v="59" actId="14100"/>
        <pc:sldMkLst>
          <pc:docMk/>
          <pc:sldMk cId="4038942156" sldId="338"/>
        </pc:sldMkLst>
        <pc:spChg chg="mod">
          <ac:chgData name="Pablo Bernabeu" userId="22488759-3eb8-4542-8dbd-b58228c87cfe" providerId="ADAL" clId="{DA86D705-E999-416D-A141-16354A75C189}" dt="2023-10-25T13:21:22.682" v="59" actId="14100"/>
          <ac:spMkLst>
            <pc:docMk/>
            <pc:sldMk cId="4038942156" sldId="338"/>
            <ac:spMk id="3" creationId="{7831B888-3064-E15C-1E44-A8CBF7037A0A}"/>
          </ac:spMkLst>
        </pc:spChg>
      </pc:sldChg>
      <pc:sldChg chg="modSp mod">
        <pc:chgData name="Pablo Bernabeu" userId="22488759-3eb8-4542-8dbd-b58228c87cfe" providerId="ADAL" clId="{DA86D705-E999-416D-A141-16354A75C189}" dt="2023-10-25T13:19:40.494" v="58" actId="207"/>
        <pc:sldMkLst>
          <pc:docMk/>
          <pc:sldMk cId="1768806979" sldId="340"/>
        </pc:sldMkLst>
        <pc:spChg chg="mod">
          <ac:chgData name="Pablo Bernabeu" userId="22488759-3eb8-4542-8dbd-b58228c87cfe" providerId="ADAL" clId="{DA86D705-E999-416D-A141-16354A75C189}" dt="2023-10-25T13:19:40.494" v="58" actId="207"/>
          <ac:spMkLst>
            <pc:docMk/>
            <pc:sldMk cId="1768806979" sldId="340"/>
            <ac:spMk id="13" creationId="{EE656CE7-C4EC-8628-5A65-AD47BCF6FECF}"/>
          </ac:spMkLst>
        </pc:spChg>
      </pc:sldChg>
      <pc:sldChg chg="modSp mod ord modCm">
        <pc:chgData name="Pablo Bernabeu" userId="22488759-3eb8-4542-8dbd-b58228c87cfe" providerId="ADAL" clId="{DA86D705-E999-416D-A141-16354A75C189}" dt="2023-11-26T22:20:13.361" v="4823" actId="20578"/>
        <pc:sldMkLst>
          <pc:docMk/>
          <pc:sldMk cId="1253318704" sldId="349"/>
        </pc:sldMkLst>
        <pc:spChg chg="mod">
          <ac:chgData name="Pablo Bernabeu" userId="22488759-3eb8-4542-8dbd-b58228c87cfe" providerId="ADAL" clId="{DA86D705-E999-416D-A141-16354A75C189}" dt="2023-11-26T21:46:35.860" v="3266" actId="207"/>
          <ac:spMkLst>
            <pc:docMk/>
            <pc:sldMk cId="1253318704" sldId="349"/>
            <ac:spMk id="2" creationId="{7D0DFA3E-E3B1-7E67-8E59-279758D18CF1}"/>
          </ac:spMkLst>
        </pc:spChg>
        <pc:graphicFrameChg chg="modGraphic">
          <ac:chgData name="Pablo Bernabeu" userId="22488759-3eb8-4542-8dbd-b58228c87cfe" providerId="ADAL" clId="{DA86D705-E999-416D-A141-16354A75C189}" dt="2023-11-26T21:13:40.526" v="2670" actId="20577"/>
          <ac:graphicFrameMkLst>
            <pc:docMk/>
            <pc:sldMk cId="1253318704" sldId="349"/>
            <ac:graphicFrameMk id="5" creationId="{EDB88EF4-A7AE-5E38-53E4-B5E0F7239801}"/>
          </ac:graphicFrameMkLst>
        </pc:graphicFrameChg>
        <pc:extLst>
          <p:ext xmlns:p="http://schemas.openxmlformats.org/presentationml/2006/main" uri="{D6D511B9-2390-475A-947B-AFAB55BFBCF1}">
            <pc226:cmChg xmlns:pc226="http://schemas.microsoft.com/office/powerpoint/2022/06/main/command" chg="">
              <pc226:chgData name="Pablo Bernabeu" userId="22488759-3eb8-4542-8dbd-b58228c87cfe" providerId="ADAL" clId="{DA86D705-E999-416D-A141-16354A75C189}" dt="2023-11-02T11:22:27.438" v="69"/>
              <pc2:cmMkLst xmlns:pc2="http://schemas.microsoft.com/office/powerpoint/2019/9/main/command">
                <pc:docMk/>
                <pc:sldMk cId="1253318704" sldId="349"/>
                <pc2:cmMk id="{CA0D471F-DA8E-E94B-BC15-8B3035A293B8}"/>
              </pc2:cmMkLst>
              <pc226:cmRplyChg chg="add">
                <pc226:chgData name="Pablo Bernabeu" userId="22488759-3eb8-4542-8dbd-b58228c87cfe" providerId="ADAL" clId="{DA86D705-E999-416D-A141-16354A75C189}" dt="2023-11-02T11:22:27.438" v="69"/>
                <pc2:cmRplyMkLst xmlns:pc2="http://schemas.microsoft.com/office/powerpoint/2019/9/main/command">
                  <pc:docMk/>
                  <pc:sldMk cId="1253318704" sldId="349"/>
                  <pc2:cmMk id="{CA0D471F-DA8E-E94B-BC15-8B3035A293B8}"/>
                  <pc2:cmRplyMk id="{C37A5EB6-BED0-4EBD-ADBF-89C903029AD5}"/>
                </pc2:cmRplyMkLst>
              </pc226:cmRplyChg>
            </pc226:cmChg>
            <pc226:cmChg xmlns:pc226="http://schemas.microsoft.com/office/powerpoint/2022/06/main/command" chg="">
              <pc226:chgData name="Pablo Bernabeu" userId="22488759-3eb8-4542-8dbd-b58228c87cfe" providerId="ADAL" clId="{DA86D705-E999-416D-A141-16354A75C189}" dt="2023-11-02T11:22:36.593" v="70"/>
              <pc2:cmMkLst xmlns:pc2="http://schemas.microsoft.com/office/powerpoint/2019/9/main/command">
                <pc:docMk/>
                <pc:sldMk cId="1253318704" sldId="349"/>
                <pc2:cmMk id="{C3C14D37-69B5-DB46-A538-7B88AFD7465E}"/>
              </pc2:cmMkLst>
              <pc226:cmRplyChg chg="add">
                <pc226:chgData name="Pablo Bernabeu" userId="22488759-3eb8-4542-8dbd-b58228c87cfe" providerId="ADAL" clId="{DA86D705-E999-416D-A141-16354A75C189}" dt="2023-11-02T11:22:36.593" v="70"/>
                <pc2:cmRplyMkLst xmlns:pc2="http://schemas.microsoft.com/office/powerpoint/2019/9/main/command">
                  <pc:docMk/>
                  <pc:sldMk cId="1253318704" sldId="349"/>
                  <pc2:cmMk id="{C3C14D37-69B5-DB46-A538-7B88AFD7465E}"/>
                  <pc2:cmRplyMk id="{DDDFF1BA-402D-4A19-A8BF-EC63878CE8EA}"/>
                </pc2:cmRplyMkLst>
              </pc226:cmRplyChg>
            </pc226:cmChg>
            <pc226:cmChg xmlns:pc226="http://schemas.microsoft.com/office/powerpoint/2022/06/main/command" chg="">
              <pc226:chgData name="Pablo Bernabeu" userId="22488759-3eb8-4542-8dbd-b58228c87cfe" providerId="ADAL" clId="{DA86D705-E999-416D-A141-16354A75C189}" dt="2023-11-02T11:22:46.143" v="71"/>
              <pc2:cmMkLst xmlns:pc2="http://schemas.microsoft.com/office/powerpoint/2019/9/main/command">
                <pc:docMk/>
                <pc:sldMk cId="1253318704" sldId="349"/>
                <pc2:cmMk id="{6120E676-1629-F54D-8C96-04648EFABC57}"/>
              </pc2:cmMkLst>
              <pc226:cmRplyChg chg="add">
                <pc226:chgData name="Pablo Bernabeu" userId="22488759-3eb8-4542-8dbd-b58228c87cfe" providerId="ADAL" clId="{DA86D705-E999-416D-A141-16354A75C189}" dt="2023-11-02T11:22:46.143" v="71"/>
                <pc2:cmRplyMkLst xmlns:pc2="http://schemas.microsoft.com/office/powerpoint/2019/9/main/command">
                  <pc:docMk/>
                  <pc:sldMk cId="1253318704" sldId="349"/>
                  <pc2:cmMk id="{6120E676-1629-F54D-8C96-04648EFABC57}"/>
                  <pc2:cmRplyMk id="{194F33FD-7785-4ACF-9699-855066B32FD8}"/>
                </pc2:cmRplyMkLst>
              </pc226:cmRplyChg>
            </pc226:cmChg>
            <pc226:cmChg xmlns:pc226="http://schemas.microsoft.com/office/powerpoint/2022/06/main/command" chg="">
              <pc226:chgData name="Pablo Bernabeu" userId="22488759-3eb8-4542-8dbd-b58228c87cfe" providerId="ADAL" clId="{DA86D705-E999-416D-A141-16354A75C189}" dt="2023-11-02T11:22:18.186" v="68"/>
              <pc2:cmMkLst xmlns:pc2="http://schemas.microsoft.com/office/powerpoint/2019/9/main/command">
                <pc:docMk/>
                <pc:sldMk cId="1253318704" sldId="349"/>
                <pc2:cmMk id="{BFAE92C5-E792-8D42-A469-2C56842C9ABA}"/>
              </pc2:cmMkLst>
              <pc226:cmRplyChg chg="add">
                <pc226:chgData name="Pablo Bernabeu" userId="22488759-3eb8-4542-8dbd-b58228c87cfe" providerId="ADAL" clId="{DA86D705-E999-416D-A141-16354A75C189}" dt="2023-11-02T11:22:18.186" v="68"/>
                <pc2:cmRplyMkLst xmlns:pc2="http://schemas.microsoft.com/office/powerpoint/2019/9/main/command">
                  <pc:docMk/>
                  <pc:sldMk cId="1253318704" sldId="349"/>
                  <pc2:cmMk id="{BFAE92C5-E792-8D42-A469-2C56842C9ABA}"/>
                  <pc2:cmRplyMk id="{2393335F-5746-4E22-B93E-7489787C2E38}"/>
                </pc2:cmRplyMkLst>
              </pc226:cmRplyChg>
            </pc226:cmChg>
          </p:ext>
        </pc:extLst>
      </pc:sldChg>
      <pc:sldChg chg="modSp mod">
        <pc:chgData name="Pablo Bernabeu" userId="22488759-3eb8-4542-8dbd-b58228c87cfe" providerId="ADAL" clId="{DA86D705-E999-416D-A141-16354A75C189}" dt="2023-11-27T13:27:50.757" v="5505" actId="20577"/>
        <pc:sldMkLst>
          <pc:docMk/>
          <pc:sldMk cId="2124763347" sldId="351"/>
        </pc:sldMkLst>
        <pc:spChg chg="mod">
          <ac:chgData name="Pablo Bernabeu" userId="22488759-3eb8-4542-8dbd-b58228c87cfe" providerId="ADAL" clId="{DA86D705-E999-416D-A141-16354A75C189}" dt="2023-11-27T13:27:50.757" v="5505" actId="20577"/>
          <ac:spMkLst>
            <pc:docMk/>
            <pc:sldMk cId="2124763347" sldId="351"/>
            <ac:spMk id="2" creationId="{0AC06F71-6FE9-65DE-189D-306FF70FA312}"/>
          </ac:spMkLst>
        </pc:spChg>
      </pc:sldChg>
      <pc:sldChg chg="modSp mod">
        <pc:chgData name="Pablo Bernabeu" userId="22488759-3eb8-4542-8dbd-b58228c87cfe" providerId="ADAL" clId="{DA86D705-E999-416D-A141-16354A75C189}" dt="2023-11-27T13:28:00.405" v="5507"/>
        <pc:sldMkLst>
          <pc:docMk/>
          <pc:sldMk cId="4180987762" sldId="352"/>
        </pc:sldMkLst>
        <pc:spChg chg="mod">
          <ac:chgData name="Pablo Bernabeu" userId="22488759-3eb8-4542-8dbd-b58228c87cfe" providerId="ADAL" clId="{DA86D705-E999-416D-A141-16354A75C189}" dt="2023-11-27T13:28:00.405" v="5507"/>
          <ac:spMkLst>
            <pc:docMk/>
            <pc:sldMk cId="4180987762" sldId="352"/>
            <ac:spMk id="2" creationId="{0AC06F71-6FE9-65DE-189D-306FF70FA312}"/>
          </ac:spMkLst>
        </pc:spChg>
      </pc:sldChg>
      <pc:sldChg chg="modSp mod">
        <pc:chgData name="Pablo Bernabeu" userId="22488759-3eb8-4542-8dbd-b58228c87cfe" providerId="ADAL" clId="{DA86D705-E999-416D-A141-16354A75C189}" dt="2023-10-25T13:18:10.726" v="56" actId="207"/>
        <pc:sldMkLst>
          <pc:docMk/>
          <pc:sldMk cId="2191889605" sldId="353"/>
        </pc:sldMkLst>
        <pc:spChg chg="mod">
          <ac:chgData name="Pablo Bernabeu" userId="22488759-3eb8-4542-8dbd-b58228c87cfe" providerId="ADAL" clId="{DA86D705-E999-416D-A141-16354A75C189}" dt="2023-10-25T13:18:10.726" v="56" actId="207"/>
          <ac:spMkLst>
            <pc:docMk/>
            <pc:sldMk cId="2191889605" sldId="353"/>
            <ac:spMk id="3" creationId="{B0A85658-06B4-8BD1-B87B-E05A673934FF}"/>
          </ac:spMkLst>
        </pc:spChg>
      </pc:sldChg>
      <pc:sldChg chg="modSp mod ord modCm">
        <pc:chgData name="Pablo Bernabeu" userId="22488759-3eb8-4542-8dbd-b58228c87cfe" providerId="ADAL" clId="{DA86D705-E999-416D-A141-16354A75C189}" dt="2023-11-26T22:20:13.361" v="4823" actId="20578"/>
        <pc:sldMkLst>
          <pc:docMk/>
          <pc:sldMk cId="472588277" sldId="356"/>
        </pc:sldMkLst>
        <pc:spChg chg="mod">
          <ac:chgData name="Pablo Bernabeu" userId="22488759-3eb8-4542-8dbd-b58228c87cfe" providerId="ADAL" clId="{DA86D705-E999-416D-A141-16354A75C189}" dt="2023-11-02T11:10:52.270" v="63" actId="6549"/>
          <ac:spMkLst>
            <pc:docMk/>
            <pc:sldMk cId="472588277" sldId="356"/>
            <ac:spMk id="2" creationId="{242F1163-4CAB-71E7-D359-47F0D2CA1A12}"/>
          </ac:spMkLst>
        </pc:spChg>
        <pc:graphicFrameChg chg="modGraphic">
          <ac:chgData name="Pablo Bernabeu" userId="22488759-3eb8-4542-8dbd-b58228c87cfe" providerId="ADAL" clId="{DA86D705-E999-416D-A141-16354A75C189}" dt="2023-11-26T21:13:57.022" v="2673" actId="20577"/>
          <ac:graphicFrameMkLst>
            <pc:docMk/>
            <pc:sldMk cId="472588277" sldId="356"/>
            <ac:graphicFrameMk id="4" creationId="{DB3D08E4-B8A9-7BC6-875E-662A5FE57867}"/>
          </ac:graphicFrameMkLst>
        </pc:graphicFrameChg>
        <pc:extLst>
          <p:ext xmlns:p="http://schemas.openxmlformats.org/presentationml/2006/main" uri="{D6D511B9-2390-475A-947B-AFAB55BFBCF1}">
            <pc226:cmChg xmlns:pc226="http://schemas.microsoft.com/office/powerpoint/2022/06/main/command" chg="">
              <pc226:chgData name="Pablo Bernabeu" userId="22488759-3eb8-4542-8dbd-b58228c87cfe" providerId="ADAL" clId="{DA86D705-E999-416D-A141-16354A75C189}" dt="2023-11-02T11:21:56.118" v="66"/>
              <pc2:cmMkLst xmlns:pc2="http://schemas.microsoft.com/office/powerpoint/2019/9/main/command">
                <pc:docMk/>
                <pc:sldMk cId="472588277" sldId="356"/>
                <pc2:cmMk id="{8E323E11-0336-4CBE-8355-838736F3C6FD}"/>
              </pc2:cmMkLst>
              <pc226:cmRplyChg chg="add">
                <pc226:chgData name="Pablo Bernabeu" userId="22488759-3eb8-4542-8dbd-b58228c87cfe" providerId="ADAL" clId="{DA86D705-E999-416D-A141-16354A75C189}" dt="2023-11-02T11:21:56.118" v="66"/>
                <pc2:cmRplyMkLst xmlns:pc2="http://schemas.microsoft.com/office/powerpoint/2019/9/main/command">
                  <pc:docMk/>
                  <pc:sldMk cId="472588277" sldId="356"/>
                  <pc2:cmMk id="{8E323E11-0336-4CBE-8355-838736F3C6FD}"/>
                  <pc2:cmRplyMk id="{7B08C163-FFFB-422C-AFB0-BB0780F86FF0}"/>
                </pc2:cmRplyMkLst>
              </pc226:cmRplyChg>
            </pc226:cmChg>
            <pc226:cmChg xmlns:pc226="http://schemas.microsoft.com/office/powerpoint/2022/06/main/command" chg="">
              <pc226:chgData name="Pablo Bernabeu" userId="22488759-3eb8-4542-8dbd-b58228c87cfe" providerId="ADAL" clId="{DA86D705-E999-416D-A141-16354A75C189}" dt="2023-11-02T11:21:33.100" v="64"/>
              <pc2:cmMkLst xmlns:pc2="http://schemas.microsoft.com/office/powerpoint/2019/9/main/command">
                <pc:docMk/>
                <pc:sldMk cId="472588277" sldId="356"/>
                <pc2:cmMk id="{24C99B39-314A-453A-99AE-AA965EBE6BBA}"/>
              </pc2:cmMkLst>
              <pc226:cmRplyChg chg="add">
                <pc226:chgData name="Pablo Bernabeu" userId="22488759-3eb8-4542-8dbd-b58228c87cfe" providerId="ADAL" clId="{DA86D705-E999-416D-A141-16354A75C189}" dt="2023-11-02T11:21:33.100" v="64"/>
                <pc2:cmRplyMkLst xmlns:pc2="http://schemas.microsoft.com/office/powerpoint/2019/9/main/command">
                  <pc:docMk/>
                  <pc:sldMk cId="472588277" sldId="356"/>
                  <pc2:cmMk id="{24C99B39-314A-453A-99AE-AA965EBE6BBA}"/>
                  <pc2:cmRplyMk id="{19E83F69-A17D-4ED7-B2B6-4911C4BAD5B0}"/>
                </pc2:cmRplyMkLst>
              </pc226:cmRplyChg>
            </pc226:cmChg>
            <pc226:cmChg xmlns:pc226="http://schemas.microsoft.com/office/powerpoint/2022/06/main/command" chg="">
              <pc226:chgData name="Pablo Bernabeu" userId="22488759-3eb8-4542-8dbd-b58228c87cfe" providerId="ADAL" clId="{DA86D705-E999-416D-A141-16354A75C189}" dt="2023-11-02T12:39:47.145" v="73"/>
              <pc2:cmMkLst xmlns:pc2="http://schemas.microsoft.com/office/powerpoint/2019/9/main/command">
                <pc:docMk/>
                <pc:sldMk cId="472588277" sldId="356"/>
                <pc2:cmMk id="{16C388C7-5C5A-4F04-883A-EE69654B6F70}"/>
              </pc2:cmMkLst>
              <pc226:cmRplyChg chg="add mod">
                <pc226:chgData name="Pablo Bernabeu" userId="22488759-3eb8-4542-8dbd-b58228c87cfe" providerId="ADAL" clId="{DA86D705-E999-416D-A141-16354A75C189}" dt="2023-11-02T12:39:47.145" v="73"/>
                <pc2:cmRplyMkLst xmlns:pc2="http://schemas.microsoft.com/office/powerpoint/2019/9/main/command">
                  <pc:docMk/>
                  <pc:sldMk cId="472588277" sldId="356"/>
                  <pc2:cmMk id="{16C388C7-5C5A-4F04-883A-EE69654B6F70}"/>
                  <pc2:cmRplyMk id="{AC0B6FE5-0821-4E54-83D9-C2C5A9164CFC}"/>
                </pc2:cmRplyMkLst>
              </pc226:cmRplyChg>
            </pc226:cmChg>
            <pc226:cmChg xmlns:pc226="http://schemas.microsoft.com/office/powerpoint/2022/06/main/command" chg="">
              <pc226:chgData name="Pablo Bernabeu" userId="22488759-3eb8-4542-8dbd-b58228c87cfe" providerId="ADAL" clId="{DA86D705-E999-416D-A141-16354A75C189}" dt="2023-11-02T12:42:07.340" v="74"/>
              <pc2:cmMkLst xmlns:pc2="http://schemas.microsoft.com/office/powerpoint/2019/9/main/command">
                <pc:docMk/>
                <pc:sldMk cId="472588277" sldId="356"/>
                <pc2:cmMk id="{EE0FDCE2-5EA1-4C12-9AE7-3C5F51D7B9E5}"/>
              </pc2:cmMkLst>
              <pc226:cmRplyChg chg="add mod">
                <pc226:chgData name="Pablo Bernabeu" userId="22488759-3eb8-4542-8dbd-b58228c87cfe" providerId="ADAL" clId="{DA86D705-E999-416D-A141-16354A75C189}" dt="2023-11-02T12:42:07.340" v="74"/>
                <pc2:cmRplyMkLst xmlns:pc2="http://schemas.microsoft.com/office/powerpoint/2019/9/main/command">
                  <pc:docMk/>
                  <pc:sldMk cId="472588277" sldId="356"/>
                  <pc2:cmMk id="{EE0FDCE2-5EA1-4C12-9AE7-3C5F51D7B9E5}"/>
                  <pc2:cmRplyMk id="{E5C3157C-4163-4BA0-A55E-16F35F0F78AD}"/>
                </pc2:cmRplyMkLst>
              </pc226:cmRplyChg>
            </pc226:cmChg>
          </p:ext>
        </pc:extLst>
      </pc:sldChg>
      <pc:sldChg chg="modSp mod">
        <pc:chgData name="Pablo Bernabeu" userId="22488759-3eb8-4542-8dbd-b58228c87cfe" providerId="ADAL" clId="{DA86D705-E999-416D-A141-16354A75C189}" dt="2023-11-26T20:58:46.319" v="2420" actId="14100"/>
        <pc:sldMkLst>
          <pc:docMk/>
          <pc:sldMk cId="1547486506" sldId="357"/>
        </pc:sldMkLst>
        <pc:spChg chg="mod">
          <ac:chgData name="Pablo Bernabeu" userId="22488759-3eb8-4542-8dbd-b58228c87cfe" providerId="ADAL" clId="{DA86D705-E999-416D-A141-16354A75C189}" dt="2023-11-26T20:58:12.409" v="2411" actId="1036"/>
          <ac:spMkLst>
            <pc:docMk/>
            <pc:sldMk cId="1547486506" sldId="357"/>
            <ac:spMk id="2" creationId="{A5623275-2AD3-2999-EB02-7A7A18C42328}"/>
          </ac:spMkLst>
        </pc:spChg>
        <pc:spChg chg="mod">
          <ac:chgData name="Pablo Bernabeu" userId="22488759-3eb8-4542-8dbd-b58228c87cfe" providerId="ADAL" clId="{DA86D705-E999-416D-A141-16354A75C189}" dt="2023-11-26T20:58:46.319" v="2420" actId="14100"/>
          <ac:spMkLst>
            <pc:docMk/>
            <pc:sldMk cId="1547486506" sldId="357"/>
            <ac:spMk id="3" creationId="{CBAF6B97-7D53-6964-6996-C7D727DED791}"/>
          </ac:spMkLst>
        </pc:spChg>
      </pc:sldChg>
      <pc:sldChg chg="modSp mod">
        <pc:chgData name="Pablo Bernabeu" userId="22488759-3eb8-4542-8dbd-b58228c87cfe" providerId="ADAL" clId="{DA86D705-E999-416D-A141-16354A75C189}" dt="2023-11-26T21:01:27.536" v="2498" actId="1035"/>
        <pc:sldMkLst>
          <pc:docMk/>
          <pc:sldMk cId="1516378167" sldId="358"/>
        </pc:sldMkLst>
        <pc:spChg chg="mod">
          <ac:chgData name="Pablo Bernabeu" userId="22488759-3eb8-4542-8dbd-b58228c87cfe" providerId="ADAL" clId="{DA86D705-E999-416D-A141-16354A75C189}" dt="2023-11-26T21:01:27.536" v="2498" actId="1035"/>
          <ac:spMkLst>
            <pc:docMk/>
            <pc:sldMk cId="1516378167" sldId="358"/>
            <ac:spMk id="2" creationId="{EDC5031D-4A64-B214-D6ED-861BCD3D6F90}"/>
          </ac:spMkLst>
        </pc:spChg>
        <pc:graphicFrameChg chg="mod">
          <ac:chgData name="Pablo Bernabeu" userId="22488759-3eb8-4542-8dbd-b58228c87cfe" providerId="ADAL" clId="{DA86D705-E999-416D-A141-16354A75C189}" dt="2023-11-26T21:01:18.882" v="2494" actId="1035"/>
          <ac:graphicFrameMkLst>
            <pc:docMk/>
            <pc:sldMk cId="1516378167" sldId="358"/>
            <ac:graphicFrameMk id="5" creationId="{FC937348-EA62-A3CC-5328-36CAA8EDFB35}"/>
          </ac:graphicFrameMkLst>
        </pc:graphicFrameChg>
        <pc:graphicFrameChg chg="mod">
          <ac:chgData name="Pablo Bernabeu" userId="22488759-3eb8-4542-8dbd-b58228c87cfe" providerId="ADAL" clId="{DA86D705-E999-416D-A141-16354A75C189}" dt="2023-11-26T21:01:18.882" v="2494" actId="1035"/>
          <ac:graphicFrameMkLst>
            <pc:docMk/>
            <pc:sldMk cId="1516378167" sldId="358"/>
            <ac:graphicFrameMk id="6" creationId="{62DA4FE4-3E4E-CC05-A5D9-79205BC6A20A}"/>
          </ac:graphicFrameMkLst>
        </pc:graphicFrameChg>
        <pc:graphicFrameChg chg="mod">
          <ac:chgData name="Pablo Bernabeu" userId="22488759-3eb8-4542-8dbd-b58228c87cfe" providerId="ADAL" clId="{DA86D705-E999-416D-A141-16354A75C189}" dt="2023-11-26T21:01:18.882" v="2494" actId="1035"/>
          <ac:graphicFrameMkLst>
            <pc:docMk/>
            <pc:sldMk cId="1516378167" sldId="358"/>
            <ac:graphicFrameMk id="7" creationId="{8A515AC6-7082-A7F0-81ED-3FAEF03B188C}"/>
          </ac:graphicFrameMkLst>
        </pc:graphicFrameChg>
      </pc:sldChg>
      <pc:sldChg chg="modSp mod">
        <pc:chgData name="Pablo Bernabeu" userId="22488759-3eb8-4542-8dbd-b58228c87cfe" providerId="ADAL" clId="{DA86D705-E999-416D-A141-16354A75C189}" dt="2023-11-26T21:36:46.040" v="3052" actId="20577"/>
        <pc:sldMkLst>
          <pc:docMk/>
          <pc:sldMk cId="1021488797" sldId="360"/>
        </pc:sldMkLst>
        <pc:spChg chg="mod">
          <ac:chgData name="Pablo Bernabeu" userId="22488759-3eb8-4542-8dbd-b58228c87cfe" providerId="ADAL" clId="{DA86D705-E999-416D-A141-16354A75C189}" dt="2023-11-26T21:36:46.040" v="3052" actId="20577"/>
          <ac:spMkLst>
            <pc:docMk/>
            <pc:sldMk cId="1021488797" sldId="360"/>
            <ac:spMk id="2" creationId="{EDC5031D-4A64-B214-D6ED-861BCD3D6F90}"/>
          </ac:spMkLst>
        </pc:spChg>
      </pc:sldChg>
      <pc:sldChg chg="modSp mod">
        <pc:chgData name="Pablo Bernabeu" userId="22488759-3eb8-4542-8dbd-b58228c87cfe" providerId="ADAL" clId="{DA86D705-E999-416D-A141-16354A75C189}" dt="2023-11-26T19:41:49.246" v="1735" actId="1037"/>
        <pc:sldMkLst>
          <pc:docMk/>
          <pc:sldMk cId="3719341133" sldId="364"/>
        </pc:sldMkLst>
        <pc:picChg chg="mod">
          <ac:chgData name="Pablo Bernabeu" userId="22488759-3eb8-4542-8dbd-b58228c87cfe" providerId="ADAL" clId="{DA86D705-E999-416D-A141-16354A75C189}" dt="2023-11-26T19:41:49.246" v="1735" actId="1037"/>
          <ac:picMkLst>
            <pc:docMk/>
            <pc:sldMk cId="3719341133" sldId="364"/>
            <ac:picMk id="6" creationId="{3381E127-82A3-0B69-C499-8A1172B18A24}"/>
          </ac:picMkLst>
        </pc:picChg>
      </pc:sldChg>
      <pc:sldChg chg="modSp mod">
        <pc:chgData name="Pablo Bernabeu" userId="22488759-3eb8-4542-8dbd-b58228c87cfe" providerId="ADAL" clId="{DA86D705-E999-416D-A141-16354A75C189}" dt="2023-11-26T22:31:16.122" v="4972" actId="1038"/>
        <pc:sldMkLst>
          <pc:docMk/>
          <pc:sldMk cId="1804958793" sldId="369"/>
        </pc:sldMkLst>
        <pc:spChg chg="mod">
          <ac:chgData name="Pablo Bernabeu" userId="22488759-3eb8-4542-8dbd-b58228c87cfe" providerId="ADAL" clId="{DA86D705-E999-416D-A141-16354A75C189}" dt="2023-11-26T22:31:16.122" v="4972" actId="1038"/>
          <ac:spMkLst>
            <pc:docMk/>
            <pc:sldMk cId="1804958793" sldId="369"/>
            <ac:spMk id="4" creationId="{B0AF34EB-6E01-98D6-D1E5-6B2C65E3305C}"/>
          </ac:spMkLst>
        </pc:spChg>
      </pc:sldChg>
      <pc:sldChg chg="modSp mod">
        <pc:chgData name="Pablo Bernabeu" userId="22488759-3eb8-4542-8dbd-b58228c87cfe" providerId="ADAL" clId="{DA86D705-E999-416D-A141-16354A75C189}" dt="2023-11-26T19:41:25.631" v="1712" actId="1038"/>
        <pc:sldMkLst>
          <pc:docMk/>
          <pc:sldMk cId="2103851453" sldId="371"/>
        </pc:sldMkLst>
        <pc:spChg chg="mod">
          <ac:chgData name="Pablo Bernabeu" userId="22488759-3eb8-4542-8dbd-b58228c87cfe" providerId="ADAL" clId="{DA86D705-E999-416D-A141-16354A75C189}" dt="2023-11-26T19:41:25.631" v="1712" actId="1038"/>
          <ac:spMkLst>
            <pc:docMk/>
            <pc:sldMk cId="2103851453" sldId="371"/>
            <ac:spMk id="4" creationId="{48F96412-C800-2925-7AEA-AA71CF12DECE}"/>
          </ac:spMkLst>
        </pc:spChg>
      </pc:sldChg>
      <pc:sldChg chg="modSp mod">
        <pc:chgData name="Pablo Bernabeu" userId="22488759-3eb8-4542-8dbd-b58228c87cfe" providerId="ADAL" clId="{DA86D705-E999-416D-A141-16354A75C189}" dt="2023-11-26T19:41:37.157" v="1726" actId="1037"/>
        <pc:sldMkLst>
          <pc:docMk/>
          <pc:sldMk cId="1853203818" sldId="372"/>
        </pc:sldMkLst>
        <pc:picChg chg="mod">
          <ac:chgData name="Pablo Bernabeu" userId="22488759-3eb8-4542-8dbd-b58228c87cfe" providerId="ADAL" clId="{DA86D705-E999-416D-A141-16354A75C189}" dt="2023-11-26T19:41:37.157" v="1726" actId="1037"/>
          <ac:picMkLst>
            <pc:docMk/>
            <pc:sldMk cId="1853203818" sldId="372"/>
            <ac:picMk id="6" creationId="{3381E127-82A3-0B69-C499-8A1172B18A24}"/>
          </ac:picMkLst>
        </pc:picChg>
      </pc:sldChg>
      <pc:sldChg chg="modSp mod">
        <pc:chgData name="Pablo Bernabeu" userId="22488759-3eb8-4542-8dbd-b58228c87cfe" providerId="ADAL" clId="{DA86D705-E999-416D-A141-16354A75C189}" dt="2023-11-26T21:34:29.760" v="3004" actId="113"/>
        <pc:sldMkLst>
          <pc:docMk/>
          <pc:sldMk cId="3118906696" sldId="377"/>
        </pc:sldMkLst>
        <pc:spChg chg="mod">
          <ac:chgData name="Pablo Bernabeu" userId="22488759-3eb8-4542-8dbd-b58228c87cfe" providerId="ADAL" clId="{DA86D705-E999-416D-A141-16354A75C189}" dt="2023-11-26T21:34:29.760" v="3004" actId="113"/>
          <ac:spMkLst>
            <pc:docMk/>
            <pc:sldMk cId="3118906696" sldId="377"/>
            <ac:spMk id="3" creationId="{64420B44-67DA-3609-74D4-2FC84F496984}"/>
          </ac:spMkLst>
        </pc:spChg>
      </pc:sldChg>
      <pc:sldChg chg="modSp mod ord">
        <pc:chgData name="Pablo Bernabeu" userId="22488759-3eb8-4542-8dbd-b58228c87cfe" providerId="ADAL" clId="{DA86D705-E999-416D-A141-16354A75C189}" dt="2023-11-27T15:30:24.520" v="5527" actId="2165"/>
        <pc:sldMkLst>
          <pc:docMk/>
          <pc:sldMk cId="2629422157" sldId="381"/>
        </pc:sldMkLst>
        <pc:graphicFrameChg chg="mod modGraphic">
          <ac:chgData name="Pablo Bernabeu" userId="22488759-3eb8-4542-8dbd-b58228c87cfe" providerId="ADAL" clId="{DA86D705-E999-416D-A141-16354A75C189}" dt="2023-11-27T15:30:19.961" v="5526" actId="2165"/>
          <ac:graphicFrameMkLst>
            <pc:docMk/>
            <pc:sldMk cId="2629422157" sldId="381"/>
            <ac:graphicFrameMk id="5" creationId="{D6BDCC7D-3530-9A26-D407-4C541A5B0523}"/>
          </ac:graphicFrameMkLst>
        </pc:graphicFrameChg>
        <pc:graphicFrameChg chg="mod modGraphic">
          <ac:chgData name="Pablo Bernabeu" userId="22488759-3eb8-4542-8dbd-b58228c87cfe" providerId="ADAL" clId="{DA86D705-E999-416D-A141-16354A75C189}" dt="2023-11-27T15:30:24.520" v="5527" actId="2165"/>
          <ac:graphicFrameMkLst>
            <pc:docMk/>
            <pc:sldMk cId="2629422157" sldId="381"/>
            <ac:graphicFrameMk id="6" creationId="{58E7D09F-A372-762E-5CDF-80C148506EEF}"/>
          </ac:graphicFrameMkLst>
        </pc:graphicFrameChg>
      </pc:sldChg>
      <pc:sldChg chg="modSp del mod">
        <pc:chgData name="Pablo Bernabeu" userId="22488759-3eb8-4542-8dbd-b58228c87cfe" providerId="ADAL" clId="{DA86D705-E999-416D-A141-16354A75C189}" dt="2023-11-26T21:28:29.062" v="2954" actId="47"/>
        <pc:sldMkLst>
          <pc:docMk/>
          <pc:sldMk cId="3768190045" sldId="382"/>
        </pc:sldMkLst>
        <pc:spChg chg="mod">
          <ac:chgData name="Pablo Bernabeu" userId="22488759-3eb8-4542-8dbd-b58228c87cfe" providerId="ADAL" clId="{DA86D705-E999-416D-A141-16354A75C189}" dt="2023-10-25T13:14:48.675" v="16" actId="14100"/>
          <ac:spMkLst>
            <pc:docMk/>
            <pc:sldMk cId="3768190045" sldId="382"/>
            <ac:spMk id="3" creationId="{DEF27022-1979-1A61-BC1F-33055E909E09}"/>
          </ac:spMkLst>
        </pc:spChg>
        <pc:spChg chg="mod">
          <ac:chgData name="Pablo Bernabeu" userId="22488759-3eb8-4542-8dbd-b58228c87cfe" providerId="ADAL" clId="{DA86D705-E999-416D-A141-16354A75C189}" dt="2023-10-25T13:17:25.689" v="55" actId="1035"/>
          <ac:spMkLst>
            <pc:docMk/>
            <pc:sldMk cId="3768190045" sldId="382"/>
            <ac:spMk id="5" creationId="{0561B01D-DEE7-5CD9-5317-948CA56C2E9E}"/>
          </ac:spMkLst>
        </pc:spChg>
      </pc:sldChg>
      <pc:sldChg chg="addSp delSp modSp add del mod">
        <pc:chgData name="Pablo Bernabeu" userId="22488759-3eb8-4542-8dbd-b58228c87cfe" providerId="ADAL" clId="{DA86D705-E999-416D-A141-16354A75C189}" dt="2023-11-26T21:28:30.329" v="2955" actId="47"/>
        <pc:sldMkLst>
          <pc:docMk/>
          <pc:sldMk cId="2143130085" sldId="383"/>
        </pc:sldMkLst>
        <pc:spChg chg="add mod">
          <ac:chgData name="Pablo Bernabeu" userId="22488759-3eb8-4542-8dbd-b58228c87cfe" providerId="ADAL" clId="{DA86D705-E999-416D-A141-16354A75C189}" dt="2023-10-25T13:16:59.431" v="50" actId="1038"/>
          <ac:spMkLst>
            <pc:docMk/>
            <pc:sldMk cId="2143130085" sldId="383"/>
            <ac:spMk id="2" creationId="{14007B3A-0E1E-FA40-08F7-4F78145BF946}"/>
          </ac:spMkLst>
        </pc:spChg>
        <pc:spChg chg="mod">
          <ac:chgData name="Pablo Bernabeu" userId="22488759-3eb8-4542-8dbd-b58228c87cfe" providerId="ADAL" clId="{DA86D705-E999-416D-A141-16354A75C189}" dt="2023-10-25T13:15:27.635" v="21" actId="14100"/>
          <ac:spMkLst>
            <pc:docMk/>
            <pc:sldMk cId="2143130085" sldId="383"/>
            <ac:spMk id="3" creationId="{DEF27022-1979-1A61-BC1F-33055E909E09}"/>
          </ac:spMkLst>
        </pc:spChg>
        <pc:spChg chg="del">
          <ac:chgData name="Pablo Bernabeu" userId="22488759-3eb8-4542-8dbd-b58228c87cfe" providerId="ADAL" clId="{DA86D705-E999-416D-A141-16354A75C189}" dt="2023-10-25T13:16:44.287" v="42" actId="478"/>
          <ac:spMkLst>
            <pc:docMk/>
            <pc:sldMk cId="2143130085" sldId="383"/>
            <ac:spMk id="5" creationId="{0561B01D-DEE7-5CD9-5317-948CA56C2E9E}"/>
          </ac:spMkLst>
        </pc:spChg>
      </pc:sldChg>
      <pc:sldChg chg="addSp delSp modSp new del mod">
        <pc:chgData name="Pablo Bernabeu" userId="22488759-3eb8-4542-8dbd-b58228c87cfe" providerId="ADAL" clId="{DA86D705-E999-416D-A141-16354A75C189}" dt="2023-10-25T13:13:23.921" v="5" actId="47"/>
        <pc:sldMkLst>
          <pc:docMk/>
          <pc:sldMk cId="4197554497" sldId="383"/>
        </pc:sldMkLst>
        <pc:spChg chg="del">
          <ac:chgData name="Pablo Bernabeu" userId="22488759-3eb8-4542-8dbd-b58228c87cfe" providerId="ADAL" clId="{DA86D705-E999-416D-A141-16354A75C189}" dt="2023-10-25T13:13:16.290" v="3" actId="478"/>
          <ac:spMkLst>
            <pc:docMk/>
            <pc:sldMk cId="4197554497" sldId="383"/>
            <ac:spMk id="2" creationId="{71DABB70-6897-5121-8E80-8FCFEC1E116B}"/>
          </ac:spMkLst>
        </pc:spChg>
        <pc:spChg chg="del">
          <ac:chgData name="Pablo Bernabeu" userId="22488759-3eb8-4542-8dbd-b58228c87cfe" providerId="ADAL" clId="{DA86D705-E999-416D-A141-16354A75C189}" dt="2023-10-25T13:13:16.290" v="3" actId="478"/>
          <ac:spMkLst>
            <pc:docMk/>
            <pc:sldMk cId="4197554497" sldId="383"/>
            <ac:spMk id="3" creationId="{85259D73-703C-D10B-D860-5980D6C19DCE}"/>
          </ac:spMkLst>
        </pc:spChg>
        <pc:spChg chg="del">
          <ac:chgData name="Pablo Bernabeu" userId="22488759-3eb8-4542-8dbd-b58228c87cfe" providerId="ADAL" clId="{DA86D705-E999-416D-A141-16354A75C189}" dt="2023-10-25T13:13:16.290" v="3" actId="478"/>
          <ac:spMkLst>
            <pc:docMk/>
            <pc:sldMk cId="4197554497" sldId="383"/>
            <ac:spMk id="4" creationId="{E0555E43-B128-8197-443E-7A639D0DE148}"/>
          </ac:spMkLst>
        </pc:spChg>
        <pc:spChg chg="add mod">
          <ac:chgData name="Pablo Bernabeu" userId="22488759-3eb8-4542-8dbd-b58228c87cfe" providerId="ADAL" clId="{DA86D705-E999-416D-A141-16354A75C189}" dt="2023-10-25T13:13:16.733" v="4"/>
          <ac:spMkLst>
            <pc:docMk/>
            <pc:sldMk cId="4197554497" sldId="383"/>
            <ac:spMk id="5" creationId="{352F9C3B-81A4-0DFE-529F-5E4DB4E73E08}"/>
          </ac:spMkLst>
        </pc:spChg>
      </pc:sldChg>
      <pc:sldChg chg="addSp delSp modSp new add del mod ord">
        <pc:chgData name="Pablo Bernabeu" userId="22488759-3eb8-4542-8dbd-b58228c87cfe" providerId="ADAL" clId="{DA86D705-E999-416D-A141-16354A75C189}" dt="2023-11-26T22:20:25.332" v="4827" actId="47"/>
        <pc:sldMkLst>
          <pc:docMk/>
          <pc:sldMk cId="381881350" sldId="384"/>
        </pc:sldMkLst>
        <pc:spChg chg="mod">
          <ac:chgData name="Pablo Bernabeu" userId="22488759-3eb8-4542-8dbd-b58228c87cfe" providerId="ADAL" clId="{DA86D705-E999-416D-A141-16354A75C189}" dt="2023-11-26T22:19:22.591" v="4812" actId="20577"/>
          <ac:spMkLst>
            <pc:docMk/>
            <pc:sldMk cId="381881350" sldId="384"/>
            <ac:spMk id="2" creationId="{57256D48-8A53-8AAB-90B9-949E84CE2AF0}"/>
          </ac:spMkLst>
        </pc:spChg>
        <pc:spChg chg="del mod">
          <ac:chgData name="Pablo Bernabeu" userId="22488759-3eb8-4542-8dbd-b58228c87cfe" providerId="ADAL" clId="{DA86D705-E999-416D-A141-16354A75C189}" dt="2023-11-26T21:56:08.358" v="3356" actId="478"/>
          <ac:spMkLst>
            <pc:docMk/>
            <pc:sldMk cId="381881350" sldId="384"/>
            <ac:spMk id="3" creationId="{C42177E8-8018-3082-34F1-C87A5A0869DE}"/>
          </ac:spMkLst>
        </pc:spChg>
        <pc:spChg chg="add del">
          <ac:chgData name="Pablo Bernabeu" userId="22488759-3eb8-4542-8dbd-b58228c87cfe" providerId="ADAL" clId="{DA86D705-E999-416D-A141-16354A75C189}" dt="2023-11-26T21:03:31.126" v="2501" actId="22"/>
          <ac:spMkLst>
            <pc:docMk/>
            <pc:sldMk cId="381881350" sldId="384"/>
            <ac:spMk id="6" creationId="{1DDBF94E-2495-F307-E55C-E2ADCB1FCA57}"/>
          </ac:spMkLst>
        </pc:spChg>
        <pc:spChg chg="add mod">
          <ac:chgData name="Pablo Bernabeu" userId="22488759-3eb8-4542-8dbd-b58228c87cfe" providerId="ADAL" clId="{DA86D705-E999-416D-A141-16354A75C189}" dt="2023-11-26T21:56:08.358" v="3356" actId="478"/>
          <ac:spMkLst>
            <pc:docMk/>
            <pc:sldMk cId="381881350" sldId="384"/>
            <ac:spMk id="8" creationId="{DABBB3B5-4F48-273F-FD55-96AF68B79997}"/>
          </ac:spMkLst>
        </pc:spChg>
      </pc:sldChg>
      <pc:sldChg chg="addSp delSp modSp new del mod">
        <pc:chgData name="Pablo Bernabeu" userId="22488759-3eb8-4542-8dbd-b58228c87cfe" providerId="ADAL" clId="{DA86D705-E999-416D-A141-16354A75C189}" dt="2023-11-26T21:35:29.505" v="3025" actId="47"/>
        <pc:sldMkLst>
          <pc:docMk/>
          <pc:sldMk cId="645909138" sldId="385"/>
        </pc:sldMkLst>
        <pc:spChg chg="del mod">
          <ac:chgData name="Pablo Bernabeu" userId="22488759-3eb8-4542-8dbd-b58228c87cfe" providerId="ADAL" clId="{DA86D705-E999-416D-A141-16354A75C189}" dt="2023-11-26T20:59:06.743" v="2421" actId="478"/>
          <ac:spMkLst>
            <pc:docMk/>
            <pc:sldMk cId="645909138" sldId="385"/>
            <ac:spMk id="2" creationId="{8558DE73-D8D8-F1E1-52F5-6CF846429152}"/>
          </ac:spMkLst>
        </pc:spChg>
        <pc:spChg chg="mod">
          <ac:chgData name="Pablo Bernabeu" userId="22488759-3eb8-4542-8dbd-b58228c87cfe" providerId="ADAL" clId="{DA86D705-E999-416D-A141-16354A75C189}" dt="2023-11-26T21:31:20.899" v="2989" actId="20577"/>
          <ac:spMkLst>
            <pc:docMk/>
            <pc:sldMk cId="645909138" sldId="385"/>
            <ac:spMk id="3" creationId="{87C29B66-BF99-0310-74FF-14C63D04C2AE}"/>
          </ac:spMkLst>
        </pc:spChg>
        <pc:spChg chg="add del mod">
          <ac:chgData name="Pablo Bernabeu" userId="22488759-3eb8-4542-8dbd-b58228c87cfe" providerId="ADAL" clId="{DA86D705-E999-416D-A141-16354A75C189}" dt="2023-11-26T20:59:09.567" v="2422" actId="478"/>
          <ac:spMkLst>
            <pc:docMk/>
            <pc:sldMk cId="645909138" sldId="385"/>
            <ac:spMk id="6" creationId="{607DADE0-8DB1-A892-63A1-DF05FFA859DE}"/>
          </ac:spMkLst>
        </pc:spChg>
        <pc:spChg chg="add mod">
          <ac:chgData name="Pablo Bernabeu" userId="22488759-3eb8-4542-8dbd-b58228c87cfe" providerId="ADAL" clId="{DA86D705-E999-416D-A141-16354A75C189}" dt="2023-11-26T21:01:43.228" v="2499" actId="108"/>
          <ac:spMkLst>
            <pc:docMk/>
            <pc:sldMk cId="645909138" sldId="385"/>
            <ac:spMk id="7" creationId="{5F24425C-A450-1FD9-A1C9-0B691780EB0B}"/>
          </ac:spMkLst>
        </pc:spChg>
      </pc:sldChg>
      <pc:sldChg chg="addSp delSp modSp new mod setBg">
        <pc:chgData name="Pablo Bernabeu" userId="22488759-3eb8-4542-8dbd-b58228c87cfe" providerId="ADAL" clId="{DA86D705-E999-416D-A141-16354A75C189}" dt="2023-11-27T13:36:08.077" v="5525" actId="113"/>
        <pc:sldMkLst>
          <pc:docMk/>
          <pc:sldMk cId="1809670141" sldId="386"/>
        </pc:sldMkLst>
        <pc:spChg chg="mod">
          <ac:chgData name="Pablo Bernabeu" userId="22488759-3eb8-4542-8dbd-b58228c87cfe" providerId="ADAL" clId="{DA86D705-E999-416D-A141-16354A75C189}" dt="2023-11-26T19:42:23.731" v="1745" actId="20577"/>
          <ac:spMkLst>
            <pc:docMk/>
            <pc:sldMk cId="1809670141" sldId="386"/>
            <ac:spMk id="2" creationId="{3C1A8118-F970-5690-067F-D7E46FD8ACB2}"/>
          </ac:spMkLst>
        </pc:spChg>
        <pc:spChg chg="del mod">
          <ac:chgData name="Pablo Bernabeu" userId="22488759-3eb8-4542-8dbd-b58228c87cfe" providerId="ADAL" clId="{DA86D705-E999-416D-A141-16354A75C189}" dt="2023-11-26T19:30:16.597" v="1348"/>
          <ac:spMkLst>
            <pc:docMk/>
            <pc:sldMk cId="1809670141" sldId="386"/>
            <ac:spMk id="3" creationId="{333B39DD-C078-E095-694E-780866CE3461}"/>
          </ac:spMkLst>
        </pc:spChg>
        <pc:spChg chg="mod">
          <ac:chgData name="Pablo Bernabeu" userId="22488759-3eb8-4542-8dbd-b58228c87cfe" providerId="ADAL" clId="{DA86D705-E999-416D-A141-16354A75C189}" dt="2023-11-26T19:40:52.866" v="1675" actId="1037"/>
          <ac:spMkLst>
            <pc:docMk/>
            <pc:sldMk cId="1809670141" sldId="386"/>
            <ac:spMk id="4" creationId="{FB39F9C9-8087-C939-E8C6-D1478C52D833}"/>
          </ac:spMkLst>
        </pc:spChg>
        <pc:spChg chg="add del mod">
          <ac:chgData name="Pablo Bernabeu" userId="22488759-3eb8-4542-8dbd-b58228c87cfe" providerId="ADAL" clId="{DA86D705-E999-416D-A141-16354A75C189}" dt="2023-11-26T19:44:54.904" v="1762" actId="478"/>
          <ac:spMkLst>
            <pc:docMk/>
            <pc:sldMk cId="1809670141" sldId="386"/>
            <ac:spMk id="7" creationId="{6874D5E7-4B99-4A8E-4D21-3E48ACAD44AD}"/>
          </ac:spMkLst>
        </pc:spChg>
        <pc:spChg chg="add del">
          <ac:chgData name="Pablo Bernabeu" userId="22488759-3eb8-4542-8dbd-b58228c87cfe" providerId="ADAL" clId="{DA86D705-E999-416D-A141-16354A75C189}" dt="2023-11-26T19:31:27.107" v="1379" actId="26606"/>
          <ac:spMkLst>
            <pc:docMk/>
            <pc:sldMk cId="1809670141" sldId="386"/>
            <ac:spMk id="10" creationId="{A3363022-C969-41E9-8EB2-E4C94908C1FA}"/>
          </ac:spMkLst>
        </pc:spChg>
        <pc:spChg chg="add del">
          <ac:chgData name="Pablo Bernabeu" userId="22488759-3eb8-4542-8dbd-b58228c87cfe" providerId="ADAL" clId="{DA86D705-E999-416D-A141-16354A75C189}" dt="2023-11-26T19:31:27.107" v="1379" actId="26606"/>
          <ac:spMkLst>
            <pc:docMk/>
            <pc:sldMk cId="1809670141" sldId="386"/>
            <ac:spMk id="12" creationId="{8D1AD6B3-BE88-4CEB-BA17-790657CC4729}"/>
          </ac:spMkLst>
        </pc:spChg>
        <pc:grpChg chg="add del">
          <ac:chgData name="Pablo Bernabeu" userId="22488759-3eb8-4542-8dbd-b58228c87cfe" providerId="ADAL" clId="{DA86D705-E999-416D-A141-16354A75C189}" dt="2023-11-26T19:31:27.107" v="1379" actId="26606"/>
          <ac:grpSpMkLst>
            <pc:docMk/>
            <pc:sldMk cId="1809670141" sldId="386"/>
            <ac:grpSpMk id="14" creationId="{89D1390B-7E13-4B4F-9CB2-391063412E54}"/>
          </ac:grpSpMkLst>
        </pc:grpChg>
        <pc:graphicFrameChg chg="add mod ord modGraphic">
          <ac:chgData name="Pablo Bernabeu" userId="22488759-3eb8-4542-8dbd-b58228c87cfe" providerId="ADAL" clId="{DA86D705-E999-416D-A141-16354A75C189}" dt="2023-11-27T13:36:08.077" v="5525" actId="113"/>
          <ac:graphicFrameMkLst>
            <pc:docMk/>
            <pc:sldMk cId="1809670141" sldId="386"/>
            <ac:graphicFrameMk id="5" creationId="{B9EF8B59-A141-CF38-CBED-B10617922639}"/>
          </ac:graphicFrameMkLst>
        </pc:graphicFrameChg>
        <pc:picChg chg="add mod">
          <ac:chgData name="Pablo Bernabeu" userId="22488759-3eb8-4542-8dbd-b58228c87cfe" providerId="ADAL" clId="{DA86D705-E999-416D-A141-16354A75C189}" dt="2023-11-26T20:54:04.267" v="2303" actId="1036"/>
          <ac:picMkLst>
            <pc:docMk/>
            <pc:sldMk cId="1809670141" sldId="386"/>
            <ac:picMk id="9" creationId="{B48D77CF-5168-7349-C5D7-F45054B786DB}"/>
          </ac:picMkLst>
        </pc:picChg>
        <pc:picChg chg="add mod">
          <ac:chgData name="Pablo Bernabeu" userId="22488759-3eb8-4542-8dbd-b58228c87cfe" providerId="ADAL" clId="{DA86D705-E999-416D-A141-16354A75C189}" dt="2023-11-26T20:57:54.941" v="2406" actId="1035"/>
          <ac:picMkLst>
            <pc:docMk/>
            <pc:sldMk cId="1809670141" sldId="386"/>
            <ac:picMk id="11" creationId="{8742AF31-1BCE-4F4D-6E0A-1665A8CDC078}"/>
          </ac:picMkLst>
        </pc:picChg>
        <pc:picChg chg="add del mod">
          <ac:chgData name="Pablo Bernabeu" userId="22488759-3eb8-4542-8dbd-b58228c87cfe" providerId="ADAL" clId="{DA86D705-E999-416D-A141-16354A75C189}" dt="2023-11-26T20:55:52.475" v="2344" actId="478"/>
          <ac:picMkLst>
            <pc:docMk/>
            <pc:sldMk cId="1809670141" sldId="386"/>
            <ac:picMk id="13" creationId="{65328D44-74AA-BEA5-8EB7-7279490AD57E}"/>
          </ac:picMkLst>
        </pc:picChg>
        <pc:picChg chg="add mod">
          <ac:chgData name="Pablo Bernabeu" userId="22488759-3eb8-4542-8dbd-b58228c87cfe" providerId="ADAL" clId="{DA86D705-E999-416D-A141-16354A75C189}" dt="2023-11-26T20:56:47.070" v="2373" actId="1035"/>
          <ac:picMkLst>
            <pc:docMk/>
            <pc:sldMk cId="1809670141" sldId="386"/>
            <ac:picMk id="18" creationId="{774CD6D8-CD2D-ABBE-1A82-4389A4DCAC58}"/>
          </ac:picMkLst>
        </pc:picChg>
      </pc:sldChg>
      <pc:sldChg chg="addSp delSp modSp new mod">
        <pc:chgData name="Pablo Bernabeu" userId="22488759-3eb8-4542-8dbd-b58228c87cfe" providerId="ADAL" clId="{DA86D705-E999-416D-A141-16354A75C189}" dt="2023-11-26T21:34:36.187" v="3020" actId="1038"/>
        <pc:sldMkLst>
          <pc:docMk/>
          <pc:sldMk cId="1069525729" sldId="387"/>
        </pc:sldMkLst>
        <pc:spChg chg="mod">
          <ac:chgData name="Pablo Bernabeu" userId="22488759-3eb8-4542-8dbd-b58228c87cfe" providerId="ADAL" clId="{DA86D705-E999-416D-A141-16354A75C189}" dt="2023-11-26T20:50:08.699" v="2226" actId="404"/>
          <ac:spMkLst>
            <pc:docMk/>
            <pc:sldMk cId="1069525729" sldId="387"/>
            <ac:spMk id="2" creationId="{A8626AF5-5FCC-E182-3FF6-B5BCA7949B69}"/>
          </ac:spMkLst>
        </pc:spChg>
        <pc:spChg chg="del">
          <ac:chgData name="Pablo Bernabeu" userId="22488759-3eb8-4542-8dbd-b58228c87cfe" providerId="ADAL" clId="{DA86D705-E999-416D-A141-16354A75C189}" dt="2023-11-26T20:12:19.330" v="1887" actId="22"/>
          <ac:spMkLst>
            <pc:docMk/>
            <pc:sldMk cId="1069525729" sldId="387"/>
            <ac:spMk id="3" creationId="{18A8BEBB-4AF1-2271-CC5A-F94B4B3435A8}"/>
          </ac:spMkLst>
        </pc:spChg>
        <pc:spChg chg="add mod">
          <ac:chgData name="Pablo Bernabeu" userId="22488759-3eb8-4542-8dbd-b58228c87cfe" providerId="ADAL" clId="{DA86D705-E999-416D-A141-16354A75C189}" dt="2023-11-26T21:34:30.252" v="3006" actId="1036"/>
          <ac:spMkLst>
            <pc:docMk/>
            <pc:sldMk cId="1069525729" sldId="387"/>
            <ac:spMk id="7" creationId="{C5906724-14FF-5CEF-B139-35A80C256B4E}"/>
          </ac:spMkLst>
        </pc:spChg>
        <pc:picChg chg="add mod ord">
          <ac:chgData name="Pablo Bernabeu" userId="22488759-3eb8-4542-8dbd-b58228c87cfe" providerId="ADAL" clId="{DA86D705-E999-416D-A141-16354A75C189}" dt="2023-11-26T21:34:36.187" v="3020" actId="1038"/>
          <ac:picMkLst>
            <pc:docMk/>
            <pc:sldMk cId="1069525729" sldId="387"/>
            <ac:picMk id="6" creationId="{F0D8E6CE-B907-2B86-FAD9-B2A4B725D6C6}"/>
          </ac:picMkLst>
        </pc:picChg>
      </pc:sldChg>
      <pc:sldChg chg="addSp delSp modSp add mod ord">
        <pc:chgData name="Pablo Bernabeu" userId="22488759-3eb8-4542-8dbd-b58228c87cfe" providerId="ADAL" clId="{DA86D705-E999-416D-A141-16354A75C189}" dt="2023-11-27T09:18:20.492" v="5453" actId="20577"/>
        <pc:sldMkLst>
          <pc:docMk/>
          <pc:sldMk cId="2613369236" sldId="388"/>
        </pc:sldMkLst>
        <pc:spChg chg="add del mod">
          <ac:chgData name="Pablo Bernabeu" userId="22488759-3eb8-4542-8dbd-b58228c87cfe" providerId="ADAL" clId="{DA86D705-E999-416D-A141-16354A75C189}" dt="2023-11-27T09:16:20.285" v="5386" actId="20577"/>
          <ac:spMkLst>
            <pc:docMk/>
            <pc:sldMk cId="2613369236" sldId="388"/>
            <ac:spMk id="2" creationId="{57256D48-8A53-8AAB-90B9-949E84CE2AF0}"/>
          </ac:spMkLst>
        </pc:spChg>
        <pc:spChg chg="mod">
          <ac:chgData name="Pablo Bernabeu" userId="22488759-3eb8-4542-8dbd-b58228c87cfe" providerId="ADAL" clId="{DA86D705-E999-416D-A141-16354A75C189}" dt="2023-11-27T09:18:20.492" v="5453" actId="20577"/>
          <ac:spMkLst>
            <pc:docMk/>
            <pc:sldMk cId="2613369236" sldId="388"/>
            <ac:spMk id="3" creationId="{C42177E8-8018-3082-34F1-C87A5A0869DE}"/>
          </ac:spMkLst>
        </pc:spChg>
        <pc:spChg chg="add del mod">
          <ac:chgData name="Pablo Bernabeu" userId="22488759-3eb8-4542-8dbd-b58228c87cfe" providerId="ADAL" clId="{DA86D705-E999-416D-A141-16354A75C189}" dt="2023-11-26T21:09:59.628" v="2590" actId="478"/>
          <ac:spMkLst>
            <pc:docMk/>
            <pc:sldMk cId="2613369236" sldId="388"/>
            <ac:spMk id="6" creationId="{EC9F4266-E3B3-2119-77BD-D44F02FB4C5F}"/>
          </ac:spMkLst>
        </pc:spChg>
      </pc:sldChg>
      <pc:sldChg chg="modSp add del mod">
        <pc:chgData name="Pablo Bernabeu" userId="22488759-3eb8-4542-8dbd-b58228c87cfe" providerId="ADAL" clId="{DA86D705-E999-416D-A141-16354A75C189}" dt="2023-11-26T21:10:17.148" v="2592" actId="47"/>
        <pc:sldMkLst>
          <pc:docMk/>
          <pc:sldMk cId="27941042" sldId="389"/>
        </pc:sldMkLst>
        <pc:spChg chg="mod">
          <ac:chgData name="Pablo Bernabeu" userId="22488759-3eb8-4542-8dbd-b58228c87cfe" providerId="ADAL" clId="{DA86D705-E999-416D-A141-16354A75C189}" dt="2023-11-26T21:09:50.147" v="2588"/>
          <ac:spMkLst>
            <pc:docMk/>
            <pc:sldMk cId="27941042" sldId="389"/>
            <ac:spMk id="3" creationId="{C42177E8-8018-3082-34F1-C87A5A0869DE}"/>
          </ac:spMkLst>
        </pc:spChg>
      </pc:sldChg>
      <pc:sldChg chg="modSp add mod ord">
        <pc:chgData name="Pablo Bernabeu" userId="22488759-3eb8-4542-8dbd-b58228c87cfe" providerId="ADAL" clId="{DA86D705-E999-416D-A141-16354A75C189}" dt="2023-11-27T13:28:16.260" v="5510" actId="20577"/>
        <pc:sldMkLst>
          <pc:docMk/>
          <pc:sldMk cId="2105990139" sldId="390"/>
        </pc:sldMkLst>
        <pc:spChg chg="mod">
          <ac:chgData name="Pablo Bernabeu" userId="22488759-3eb8-4542-8dbd-b58228c87cfe" providerId="ADAL" clId="{DA86D705-E999-416D-A141-16354A75C189}" dt="2023-11-27T09:15:08.975" v="5366" actId="27636"/>
          <ac:spMkLst>
            <pc:docMk/>
            <pc:sldMk cId="2105990139" sldId="390"/>
            <ac:spMk id="2" creationId="{57256D48-8A53-8AAB-90B9-949E84CE2AF0}"/>
          </ac:spMkLst>
        </pc:spChg>
        <pc:spChg chg="mod">
          <ac:chgData name="Pablo Bernabeu" userId="22488759-3eb8-4542-8dbd-b58228c87cfe" providerId="ADAL" clId="{DA86D705-E999-416D-A141-16354A75C189}" dt="2023-11-27T13:28:16.260" v="5510" actId="20577"/>
          <ac:spMkLst>
            <pc:docMk/>
            <pc:sldMk cId="2105990139" sldId="390"/>
            <ac:spMk id="3" creationId="{C42177E8-8018-3082-34F1-C87A5A0869DE}"/>
          </ac:spMkLst>
        </pc:spChg>
        <pc:spChg chg="mod">
          <ac:chgData name="Pablo Bernabeu" userId="22488759-3eb8-4542-8dbd-b58228c87cfe" providerId="ADAL" clId="{DA86D705-E999-416D-A141-16354A75C189}" dt="2023-11-26T22:30:49.653" v="4963" actId="1036"/>
          <ac:spMkLst>
            <pc:docMk/>
            <pc:sldMk cId="2105990139" sldId="390"/>
            <ac:spMk id="4" creationId="{33185B22-09EE-D884-006B-1B485150FEBD}"/>
          </ac:spMkLst>
        </pc:spChg>
      </pc:sldChg>
      <pc:sldChg chg="modSp add mod">
        <pc:chgData name="Pablo Bernabeu" userId="22488759-3eb8-4542-8dbd-b58228c87cfe" providerId="ADAL" clId="{DA86D705-E999-416D-A141-16354A75C189}" dt="2023-11-26T21:35:20.341" v="3023" actId="20577"/>
        <pc:sldMkLst>
          <pc:docMk/>
          <pc:sldMk cId="3434226429" sldId="391"/>
        </pc:sldMkLst>
        <pc:spChg chg="mod">
          <ac:chgData name="Pablo Bernabeu" userId="22488759-3eb8-4542-8dbd-b58228c87cfe" providerId="ADAL" clId="{DA86D705-E999-416D-A141-16354A75C189}" dt="2023-11-26T21:35:20.341" v="3023" actId="20577"/>
          <ac:spMkLst>
            <pc:docMk/>
            <pc:sldMk cId="3434226429" sldId="391"/>
            <ac:spMk id="3" creationId="{87C29B66-BF99-0310-74FF-14C63D04C2AE}"/>
          </ac:spMkLst>
        </pc:spChg>
      </pc:sldChg>
      <pc:sldChg chg="modSp add mod">
        <pc:chgData name="Pablo Bernabeu" userId="22488759-3eb8-4542-8dbd-b58228c87cfe" providerId="ADAL" clId="{DA86D705-E999-416D-A141-16354A75C189}" dt="2023-11-26T21:35:38.291" v="3026" actId="6549"/>
        <pc:sldMkLst>
          <pc:docMk/>
          <pc:sldMk cId="3977916788" sldId="392"/>
        </pc:sldMkLst>
        <pc:spChg chg="mod">
          <ac:chgData name="Pablo Bernabeu" userId="22488759-3eb8-4542-8dbd-b58228c87cfe" providerId="ADAL" clId="{DA86D705-E999-416D-A141-16354A75C189}" dt="2023-11-26T21:35:38.291" v="3026" actId="6549"/>
          <ac:spMkLst>
            <pc:docMk/>
            <pc:sldMk cId="3977916788" sldId="392"/>
            <ac:spMk id="3" creationId="{87C29B66-BF99-0310-74FF-14C63D04C2AE}"/>
          </ac:spMkLst>
        </pc:spChg>
      </pc:sldChg>
      <pc:sldChg chg="modSp add mod">
        <pc:chgData name="Pablo Bernabeu" userId="22488759-3eb8-4542-8dbd-b58228c87cfe" providerId="ADAL" clId="{DA86D705-E999-416D-A141-16354A75C189}" dt="2023-11-26T21:35:48.578" v="3030" actId="20577"/>
        <pc:sldMkLst>
          <pc:docMk/>
          <pc:sldMk cId="643936530" sldId="393"/>
        </pc:sldMkLst>
        <pc:spChg chg="mod">
          <ac:chgData name="Pablo Bernabeu" userId="22488759-3eb8-4542-8dbd-b58228c87cfe" providerId="ADAL" clId="{DA86D705-E999-416D-A141-16354A75C189}" dt="2023-11-26T21:35:48.578" v="3030" actId="20577"/>
          <ac:spMkLst>
            <pc:docMk/>
            <pc:sldMk cId="643936530" sldId="393"/>
            <ac:spMk id="3" creationId="{87C29B66-BF99-0310-74FF-14C63D04C2AE}"/>
          </ac:spMkLst>
        </pc:spChg>
      </pc:sldChg>
      <pc:sldChg chg="modSp add mod">
        <pc:chgData name="Pablo Bernabeu" userId="22488759-3eb8-4542-8dbd-b58228c87cfe" providerId="ADAL" clId="{DA86D705-E999-416D-A141-16354A75C189}" dt="2023-11-26T21:35:59.979" v="3033" actId="20577"/>
        <pc:sldMkLst>
          <pc:docMk/>
          <pc:sldMk cId="3746251118" sldId="394"/>
        </pc:sldMkLst>
        <pc:spChg chg="mod">
          <ac:chgData name="Pablo Bernabeu" userId="22488759-3eb8-4542-8dbd-b58228c87cfe" providerId="ADAL" clId="{DA86D705-E999-416D-A141-16354A75C189}" dt="2023-11-26T21:35:59.979" v="3033" actId="20577"/>
          <ac:spMkLst>
            <pc:docMk/>
            <pc:sldMk cId="3746251118" sldId="394"/>
            <ac:spMk id="3" creationId="{87C29B66-BF99-0310-74FF-14C63D04C2AE}"/>
          </ac:spMkLst>
        </pc:spChg>
      </pc:sldChg>
      <pc:sldChg chg="modSp add mod">
        <pc:chgData name="Pablo Bernabeu" userId="22488759-3eb8-4542-8dbd-b58228c87cfe" providerId="ADAL" clId="{DA86D705-E999-416D-A141-16354A75C189}" dt="2023-11-26T21:36:03.983" v="3034" actId="20577"/>
        <pc:sldMkLst>
          <pc:docMk/>
          <pc:sldMk cId="1857782304" sldId="395"/>
        </pc:sldMkLst>
        <pc:spChg chg="mod">
          <ac:chgData name="Pablo Bernabeu" userId="22488759-3eb8-4542-8dbd-b58228c87cfe" providerId="ADAL" clId="{DA86D705-E999-416D-A141-16354A75C189}" dt="2023-11-26T21:36:03.983" v="3034" actId="20577"/>
          <ac:spMkLst>
            <pc:docMk/>
            <pc:sldMk cId="1857782304" sldId="395"/>
            <ac:spMk id="3" creationId="{87C29B66-BF99-0310-74FF-14C63D04C2AE}"/>
          </ac:spMkLst>
        </pc:spChg>
      </pc:sldChg>
      <pc:sldChg chg="add">
        <pc:chgData name="Pablo Bernabeu" userId="22488759-3eb8-4542-8dbd-b58228c87cfe" providerId="ADAL" clId="{DA86D705-E999-416D-A141-16354A75C189}" dt="2023-11-26T21:35:41.393" v="3029"/>
        <pc:sldMkLst>
          <pc:docMk/>
          <pc:sldMk cId="1584174243" sldId="396"/>
        </pc:sldMkLst>
      </pc:sldChg>
      <pc:sldChg chg="modSp new mod ord">
        <pc:chgData name="Pablo Bernabeu" userId="22488759-3eb8-4542-8dbd-b58228c87cfe" providerId="ADAL" clId="{DA86D705-E999-416D-A141-16354A75C189}" dt="2023-11-27T13:28:24.391" v="5512" actId="113"/>
        <pc:sldMkLst>
          <pc:docMk/>
          <pc:sldMk cId="3923225290" sldId="397"/>
        </pc:sldMkLst>
        <pc:spChg chg="mod">
          <ac:chgData name="Pablo Bernabeu" userId="22488759-3eb8-4542-8dbd-b58228c87cfe" providerId="ADAL" clId="{DA86D705-E999-416D-A141-16354A75C189}" dt="2023-11-27T13:28:24.391" v="5512" actId="113"/>
          <ac:spMkLst>
            <pc:docMk/>
            <pc:sldMk cId="3923225290" sldId="397"/>
            <ac:spMk id="2" creationId="{31DA5DE4-9000-802F-F422-0C8C1D33BF92}"/>
          </ac:spMkLst>
        </pc:spChg>
        <pc:spChg chg="mod">
          <ac:chgData name="Pablo Bernabeu" userId="22488759-3eb8-4542-8dbd-b58228c87cfe" providerId="ADAL" clId="{DA86D705-E999-416D-A141-16354A75C189}" dt="2023-11-26T22:20:13.904" v="4825" actId="1035"/>
          <ac:spMkLst>
            <pc:docMk/>
            <pc:sldMk cId="3923225290" sldId="397"/>
            <ac:spMk id="3" creationId="{D9C9D971-EEC7-8B7C-429B-F86F8BAB6ABD}"/>
          </ac:spMkLst>
        </pc:spChg>
        <pc:spChg chg="mod">
          <ac:chgData name="Pablo Bernabeu" userId="22488759-3eb8-4542-8dbd-b58228c87cfe" providerId="ADAL" clId="{DA86D705-E999-416D-A141-16354A75C189}" dt="2023-11-26T22:20:13.904" v="4825" actId="1035"/>
          <ac:spMkLst>
            <pc:docMk/>
            <pc:sldMk cId="3923225290" sldId="397"/>
            <ac:spMk id="4" creationId="{C30C1D89-0471-309D-53BD-DB00487BFB32}"/>
          </ac:spMkLst>
        </pc:spChg>
      </pc:sldChg>
      <pc:sldChg chg="modSp add mod ord">
        <pc:chgData name="Pablo Bernabeu" userId="22488759-3eb8-4542-8dbd-b58228c87cfe" providerId="ADAL" clId="{DA86D705-E999-416D-A141-16354A75C189}" dt="2023-11-26T22:21:03.351" v="4852"/>
        <pc:sldMkLst>
          <pc:docMk/>
          <pc:sldMk cId="2121060319" sldId="398"/>
        </pc:sldMkLst>
        <pc:spChg chg="mod">
          <ac:chgData name="Pablo Bernabeu" userId="22488759-3eb8-4542-8dbd-b58228c87cfe" providerId="ADAL" clId="{DA86D705-E999-416D-A141-16354A75C189}" dt="2023-11-26T21:53:05.044" v="3336" actId="1035"/>
          <ac:spMkLst>
            <pc:docMk/>
            <pc:sldMk cId="2121060319" sldId="398"/>
            <ac:spMk id="7" creationId="{5F24425C-A450-1FD9-A1C9-0B691780EB0B}"/>
          </ac:spMkLst>
        </pc:spChg>
      </pc:sldChg>
      <pc:sldChg chg="addSp delSp modSp add mod">
        <pc:chgData name="Pablo Bernabeu" userId="22488759-3eb8-4542-8dbd-b58228c87cfe" providerId="ADAL" clId="{DA86D705-E999-416D-A141-16354A75C189}" dt="2023-11-27T09:19:55.336" v="5485"/>
        <pc:sldMkLst>
          <pc:docMk/>
          <pc:sldMk cId="1555509236" sldId="399"/>
        </pc:sldMkLst>
        <pc:spChg chg="mod">
          <ac:chgData name="Pablo Bernabeu" userId="22488759-3eb8-4542-8dbd-b58228c87cfe" providerId="ADAL" clId="{DA86D705-E999-416D-A141-16354A75C189}" dt="2023-11-26T22:14:06.601" v="4486" actId="20577"/>
          <ac:spMkLst>
            <pc:docMk/>
            <pc:sldMk cId="1555509236" sldId="399"/>
            <ac:spMk id="2" creationId="{57256D48-8A53-8AAB-90B9-949E84CE2AF0}"/>
          </ac:spMkLst>
        </pc:spChg>
        <pc:spChg chg="mod">
          <ac:chgData name="Pablo Bernabeu" userId="22488759-3eb8-4542-8dbd-b58228c87cfe" providerId="ADAL" clId="{DA86D705-E999-416D-A141-16354A75C189}" dt="2023-11-27T09:19:55.336" v="5485"/>
          <ac:spMkLst>
            <pc:docMk/>
            <pc:sldMk cId="1555509236" sldId="399"/>
            <ac:spMk id="3" creationId="{C42177E8-8018-3082-34F1-C87A5A0869DE}"/>
          </ac:spMkLst>
        </pc:spChg>
        <pc:spChg chg="add del">
          <ac:chgData name="Pablo Bernabeu" userId="22488759-3eb8-4542-8dbd-b58228c87cfe" providerId="ADAL" clId="{DA86D705-E999-416D-A141-16354A75C189}" dt="2023-11-26T22:03:55.142" v="3628" actId="22"/>
          <ac:spMkLst>
            <pc:docMk/>
            <pc:sldMk cId="1555509236" sldId="399"/>
            <ac:spMk id="6" creationId="{F1F32B45-E558-C72A-1AE2-A88910126040}"/>
          </ac:spMkLst>
        </pc:spChg>
      </pc:sldChg>
      <pc:sldChg chg="modSp add mod ord">
        <pc:chgData name="Pablo Bernabeu" userId="22488759-3eb8-4542-8dbd-b58228c87cfe" providerId="ADAL" clId="{DA86D705-E999-416D-A141-16354A75C189}" dt="2023-11-27T09:14:58.212" v="5364" actId="20577"/>
        <pc:sldMkLst>
          <pc:docMk/>
          <pc:sldMk cId="552012058" sldId="400"/>
        </pc:sldMkLst>
        <pc:spChg chg="mod">
          <ac:chgData name="Pablo Bernabeu" userId="22488759-3eb8-4542-8dbd-b58228c87cfe" providerId="ADAL" clId="{DA86D705-E999-416D-A141-16354A75C189}" dt="2023-11-27T09:14:58.212" v="5364" actId="20577"/>
          <ac:spMkLst>
            <pc:docMk/>
            <pc:sldMk cId="552012058" sldId="400"/>
            <ac:spMk id="2" creationId="{57256D48-8A53-8AAB-90B9-949E84CE2AF0}"/>
          </ac:spMkLst>
        </pc:spChg>
        <pc:spChg chg="mod">
          <ac:chgData name="Pablo Bernabeu" userId="22488759-3eb8-4542-8dbd-b58228c87cfe" providerId="ADAL" clId="{DA86D705-E999-416D-A141-16354A75C189}" dt="2023-11-26T22:36:03.628" v="5063" actId="20577"/>
          <ac:spMkLst>
            <pc:docMk/>
            <pc:sldMk cId="552012058" sldId="400"/>
            <ac:spMk id="3" creationId="{C42177E8-8018-3082-34F1-C87A5A0869DE}"/>
          </ac:spMkLst>
        </pc:spChg>
        <pc:spChg chg="mod">
          <ac:chgData name="Pablo Bernabeu" userId="22488759-3eb8-4542-8dbd-b58228c87cfe" providerId="ADAL" clId="{DA86D705-E999-416D-A141-16354A75C189}" dt="2023-11-26T22:30:40.961" v="4951" actId="1035"/>
          <ac:spMkLst>
            <pc:docMk/>
            <pc:sldMk cId="552012058" sldId="400"/>
            <ac:spMk id="4" creationId="{33185B22-09EE-D884-006B-1B485150FEBD}"/>
          </ac:spMkLst>
        </pc:spChg>
      </pc:sldChg>
      <pc:sldChg chg="modSp add mod ord">
        <pc:chgData name="Pablo Bernabeu" userId="22488759-3eb8-4542-8dbd-b58228c87cfe" providerId="ADAL" clId="{DA86D705-E999-416D-A141-16354A75C189}" dt="2023-11-27T13:28:37.128" v="5517" actId="20577"/>
        <pc:sldMkLst>
          <pc:docMk/>
          <pc:sldMk cId="2235010292" sldId="401"/>
        </pc:sldMkLst>
        <pc:spChg chg="mod">
          <ac:chgData name="Pablo Bernabeu" userId="22488759-3eb8-4542-8dbd-b58228c87cfe" providerId="ADAL" clId="{DA86D705-E999-416D-A141-16354A75C189}" dt="2023-11-27T13:28:37.128" v="5517" actId="20577"/>
          <ac:spMkLst>
            <pc:docMk/>
            <pc:sldMk cId="2235010292" sldId="401"/>
            <ac:spMk id="2" creationId="{57256D48-8A53-8AAB-90B9-949E84CE2AF0}"/>
          </ac:spMkLst>
        </pc:spChg>
        <pc:spChg chg="mod">
          <ac:chgData name="Pablo Bernabeu" userId="22488759-3eb8-4542-8dbd-b58228c87cfe" providerId="ADAL" clId="{DA86D705-E999-416D-A141-16354A75C189}" dt="2023-11-26T22:28:41.495" v="4940" actId="20577"/>
          <ac:spMkLst>
            <pc:docMk/>
            <pc:sldMk cId="2235010292" sldId="401"/>
            <ac:spMk id="3" creationId="{C42177E8-8018-3082-34F1-C87A5A0869DE}"/>
          </ac:spMkLst>
        </pc:spChg>
      </pc:sldChg>
      <pc:sldChg chg="modSp add mod">
        <pc:chgData name="Pablo Bernabeu" userId="22488759-3eb8-4542-8dbd-b58228c87cfe" providerId="ADAL" clId="{DA86D705-E999-416D-A141-16354A75C189}" dt="2023-11-26T22:20:34.587" v="4847" actId="403"/>
        <pc:sldMkLst>
          <pc:docMk/>
          <pc:sldMk cId="244105205" sldId="402"/>
        </pc:sldMkLst>
        <pc:spChg chg="mod">
          <ac:chgData name="Pablo Bernabeu" userId="22488759-3eb8-4542-8dbd-b58228c87cfe" providerId="ADAL" clId="{DA86D705-E999-416D-A141-16354A75C189}" dt="2023-11-26T22:20:34.587" v="4847" actId="403"/>
          <ac:spMkLst>
            <pc:docMk/>
            <pc:sldMk cId="244105205" sldId="402"/>
            <ac:spMk id="2" creationId="{31DA5DE4-9000-802F-F422-0C8C1D33BF92}"/>
          </ac:spMkLst>
        </pc:spChg>
      </pc:sldChg>
      <pc:sldChg chg="modSp add mod ord">
        <pc:chgData name="Pablo Bernabeu" userId="22488759-3eb8-4542-8dbd-b58228c87cfe" providerId="ADAL" clId="{DA86D705-E999-416D-A141-16354A75C189}" dt="2023-11-26T22:21:27.938" v="4857" actId="14100"/>
        <pc:sldMkLst>
          <pc:docMk/>
          <pc:sldMk cId="1055623303" sldId="403"/>
        </pc:sldMkLst>
        <pc:spChg chg="mod">
          <ac:chgData name="Pablo Bernabeu" userId="22488759-3eb8-4542-8dbd-b58228c87cfe" providerId="ADAL" clId="{DA86D705-E999-416D-A141-16354A75C189}" dt="2023-11-26T22:21:27.938" v="4857" actId="14100"/>
          <ac:spMkLst>
            <pc:docMk/>
            <pc:sldMk cId="1055623303" sldId="403"/>
            <ac:spMk id="2" creationId="{31DA5DE4-9000-802F-F422-0C8C1D33BF92}"/>
          </ac:spMkLst>
        </pc:spChg>
      </pc:sldChg>
      <pc:sldChg chg="modSp add mod ord">
        <pc:chgData name="Pablo Bernabeu" userId="22488759-3eb8-4542-8dbd-b58228c87cfe" providerId="ADAL" clId="{DA86D705-E999-416D-A141-16354A75C189}" dt="2023-11-27T13:28:30.642" v="5514" actId="20577"/>
        <pc:sldMkLst>
          <pc:docMk/>
          <pc:sldMk cId="3211009889" sldId="404"/>
        </pc:sldMkLst>
        <pc:spChg chg="mod">
          <ac:chgData name="Pablo Bernabeu" userId="22488759-3eb8-4542-8dbd-b58228c87cfe" providerId="ADAL" clId="{DA86D705-E999-416D-A141-16354A75C189}" dt="2023-11-27T13:28:30.642" v="5514" actId="20577"/>
          <ac:spMkLst>
            <pc:docMk/>
            <pc:sldMk cId="3211009889" sldId="404"/>
            <ac:spMk id="2" creationId="{57256D48-8A53-8AAB-90B9-949E84CE2AF0}"/>
          </ac:spMkLst>
        </pc:spChg>
        <pc:spChg chg="mod">
          <ac:chgData name="Pablo Bernabeu" userId="22488759-3eb8-4542-8dbd-b58228c87cfe" providerId="ADAL" clId="{DA86D705-E999-416D-A141-16354A75C189}" dt="2023-11-27T09:20:17.683" v="5502"/>
          <ac:spMkLst>
            <pc:docMk/>
            <pc:sldMk cId="3211009889" sldId="404"/>
            <ac:spMk id="3" creationId="{C42177E8-8018-3082-34F1-C87A5A0869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D6C5B6-6814-45C9-AD29-346F2D800683}" type="datetimeFigureOut">
              <a:rPr lang="en-GB" smtClean="0"/>
              <a:t>11/03/2024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AF0BE-CBAD-47CB-BF80-35BD7396DD61}" type="slidenum">
              <a:rPr lang="en-GB" smtClean="0"/>
              <a:t>‹#›</a:t>
            </a:fld>
            <a:endParaRPr lang="en-GB"/>
          </a:p>
        </p:txBody>
      </p:sp>
    </p:spTree>
    <p:extLst>
      <p:ext uri="{BB962C8B-B14F-4D97-AF65-F5344CB8AC3E}">
        <p14:creationId xmlns:p14="http://schemas.microsoft.com/office/powerpoint/2010/main" val="3083908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338C-B691-3FA2-FF56-F9B6A80D0D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94E6E85-027F-C078-4068-67F6BFDCCC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BEB4F06-958B-7BBC-35E6-06A22BE999C2}"/>
              </a:ext>
            </a:extLst>
          </p:cNvPr>
          <p:cNvSpPr>
            <a:spLocks noGrp="1"/>
          </p:cNvSpPr>
          <p:nvPr>
            <p:ph type="dt" sz="half" idx="10"/>
          </p:nvPr>
        </p:nvSpPr>
        <p:spPr/>
        <p:txBody>
          <a:bodyPr/>
          <a:lstStyle/>
          <a:p>
            <a:fld id="{2DE2C6D1-CBC5-4687-801E-FA32B15AF73E}" type="datetime1">
              <a:rPr lang="en-GB" smtClean="0"/>
              <a:t>11/03/2024</a:t>
            </a:fld>
            <a:endParaRPr lang="en-GB"/>
          </a:p>
        </p:txBody>
      </p:sp>
      <p:sp>
        <p:nvSpPr>
          <p:cNvPr id="5" name="Footer Placeholder 4">
            <a:extLst>
              <a:ext uri="{FF2B5EF4-FFF2-40B4-BE49-F238E27FC236}">
                <a16:creationId xmlns:a16="http://schemas.microsoft.com/office/drawing/2014/main" id="{14CD1D48-C89E-D652-AB6F-B0281D6DDE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D818C5D-C2CE-45AD-7FB8-62CE0F415324}"/>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2636979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A5DF2-1030-39C5-C31C-D7A2544D068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C94B4BD-2391-1917-71D9-80EA22EE1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231558D-332A-8226-C5B7-1A179156AE7E}"/>
              </a:ext>
            </a:extLst>
          </p:cNvPr>
          <p:cNvSpPr>
            <a:spLocks noGrp="1"/>
          </p:cNvSpPr>
          <p:nvPr>
            <p:ph type="dt" sz="half" idx="10"/>
          </p:nvPr>
        </p:nvSpPr>
        <p:spPr/>
        <p:txBody>
          <a:bodyPr/>
          <a:lstStyle/>
          <a:p>
            <a:fld id="{1F7873F7-2B55-4F35-AFC3-4B8D0389F61C}" type="datetime1">
              <a:rPr lang="en-GB" smtClean="0"/>
              <a:t>11/03/2024</a:t>
            </a:fld>
            <a:endParaRPr lang="en-GB"/>
          </a:p>
        </p:txBody>
      </p:sp>
      <p:sp>
        <p:nvSpPr>
          <p:cNvPr id="5" name="Footer Placeholder 4">
            <a:extLst>
              <a:ext uri="{FF2B5EF4-FFF2-40B4-BE49-F238E27FC236}">
                <a16:creationId xmlns:a16="http://schemas.microsoft.com/office/drawing/2014/main" id="{6B976E25-9057-032E-3FA0-C41FB031C4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183B0A-92DE-13EA-2A36-DAD282C52CB1}"/>
              </a:ext>
            </a:extLst>
          </p:cNvPr>
          <p:cNvSpPr>
            <a:spLocks noGrp="1"/>
          </p:cNvSpPr>
          <p:nvPr>
            <p:ph type="sldNum" sz="quarter" idx="12"/>
          </p:nvPr>
        </p:nvSpPr>
        <p:spPr>
          <a:xfrm>
            <a:off x="9101553" y="6356350"/>
            <a:ext cx="2743200" cy="365125"/>
          </a:xfrm>
        </p:spPr>
        <p:txBody>
          <a:bodyPr/>
          <a:lstStyle>
            <a:lvl1pPr>
              <a:defRPr sz="1600">
                <a:solidFill>
                  <a:schemeClr val="tx1"/>
                </a:solidFill>
              </a:defRPr>
            </a:lvl1pPr>
          </a:lstStyle>
          <a:p>
            <a:fld id="{F120EC50-82ED-45BA-9B48-47FD87D12700}" type="slidenum">
              <a:rPr lang="en-GB" smtClean="0"/>
              <a:pPr/>
              <a:t>‹#›</a:t>
            </a:fld>
            <a:endParaRPr lang="en-GB"/>
          </a:p>
        </p:txBody>
      </p:sp>
      <p:sp>
        <p:nvSpPr>
          <p:cNvPr id="7" name="Rectangle: Rounded Corners 6">
            <a:extLst>
              <a:ext uri="{FF2B5EF4-FFF2-40B4-BE49-F238E27FC236}">
                <a16:creationId xmlns:a16="http://schemas.microsoft.com/office/drawing/2014/main" id="{2F04B005-09A0-532A-813C-88891632B4CC}"/>
              </a:ext>
            </a:extLst>
          </p:cNvPr>
          <p:cNvSpPr/>
          <p:nvPr userDrawn="1"/>
        </p:nvSpPr>
        <p:spPr>
          <a:xfrm>
            <a:off x="11445342" y="6368624"/>
            <a:ext cx="398900" cy="365125"/>
          </a:xfrm>
          <a:prstGeom prst="round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22109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A9CA3-24D7-A8DA-C970-CE3682F5A6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9D8226C-04B2-AF40-3DD9-F37FB183A6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819A91-8C94-D083-7BEF-46CEEF53D4DE}"/>
              </a:ext>
            </a:extLst>
          </p:cNvPr>
          <p:cNvSpPr>
            <a:spLocks noGrp="1"/>
          </p:cNvSpPr>
          <p:nvPr>
            <p:ph type="dt" sz="half" idx="10"/>
          </p:nvPr>
        </p:nvSpPr>
        <p:spPr/>
        <p:txBody>
          <a:bodyPr/>
          <a:lstStyle/>
          <a:p>
            <a:fld id="{C235954D-88D9-442C-A72E-0FA00C6CD6F1}" type="datetime1">
              <a:rPr lang="en-GB" smtClean="0"/>
              <a:t>11/03/2024</a:t>
            </a:fld>
            <a:endParaRPr lang="en-GB"/>
          </a:p>
        </p:txBody>
      </p:sp>
      <p:sp>
        <p:nvSpPr>
          <p:cNvPr id="5" name="Footer Placeholder 4">
            <a:extLst>
              <a:ext uri="{FF2B5EF4-FFF2-40B4-BE49-F238E27FC236}">
                <a16:creationId xmlns:a16="http://schemas.microsoft.com/office/drawing/2014/main" id="{46FDDA51-3AB1-F0E2-F799-4BEF93908A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3F41551-300C-A1E2-38F6-BDB703F6906E}"/>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2366365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E0AC5-958B-01DC-0579-04E24269D87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4A70D4E-2516-4632-1942-4830D64382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0A05760-9362-4298-7CFE-56B88DB748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173AAD3-0B99-68EE-994C-1F1DAACD2B90}"/>
              </a:ext>
            </a:extLst>
          </p:cNvPr>
          <p:cNvSpPr>
            <a:spLocks noGrp="1"/>
          </p:cNvSpPr>
          <p:nvPr>
            <p:ph type="dt" sz="half" idx="10"/>
          </p:nvPr>
        </p:nvSpPr>
        <p:spPr/>
        <p:txBody>
          <a:bodyPr/>
          <a:lstStyle/>
          <a:p>
            <a:fld id="{5217E7D3-B359-449B-BC44-EF2F59923870}" type="datetime1">
              <a:rPr lang="en-GB" smtClean="0"/>
              <a:t>11/03/2024</a:t>
            </a:fld>
            <a:endParaRPr lang="en-GB"/>
          </a:p>
        </p:txBody>
      </p:sp>
      <p:sp>
        <p:nvSpPr>
          <p:cNvPr id="6" name="Footer Placeholder 5">
            <a:extLst>
              <a:ext uri="{FF2B5EF4-FFF2-40B4-BE49-F238E27FC236}">
                <a16:creationId xmlns:a16="http://schemas.microsoft.com/office/drawing/2014/main" id="{BB4B592B-0D64-8AC7-B2D6-E10987E4D08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986D6D-F7D4-4815-8469-690027CBF40B}"/>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865745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8A376-1437-892F-8D65-393796C6F9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2D7F66A-429B-C3B0-4982-F43C2DD3CC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728861-83E8-ED81-39DC-0B38F1F34F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E928EAD-C196-EC0D-52D6-E04831E984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041093-9B29-5314-5650-7E5116ABDF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046477C-D4F2-181F-14D0-8509208A8919}"/>
              </a:ext>
            </a:extLst>
          </p:cNvPr>
          <p:cNvSpPr>
            <a:spLocks noGrp="1"/>
          </p:cNvSpPr>
          <p:nvPr>
            <p:ph type="dt" sz="half" idx="10"/>
          </p:nvPr>
        </p:nvSpPr>
        <p:spPr/>
        <p:txBody>
          <a:bodyPr/>
          <a:lstStyle/>
          <a:p>
            <a:fld id="{55EF79AD-DB1D-447E-A2BA-57C2C9EF1691}" type="datetime1">
              <a:rPr lang="en-GB" smtClean="0"/>
              <a:t>11/03/2024</a:t>
            </a:fld>
            <a:endParaRPr lang="en-GB"/>
          </a:p>
        </p:txBody>
      </p:sp>
      <p:sp>
        <p:nvSpPr>
          <p:cNvPr id="8" name="Footer Placeholder 7">
            <a:extLst>
              <a:ext uri="{FF2B5EF4-FFF2-40B4-BE49-F238E27FC236}">
                <a16:creationId xmlns:a16="http://schemas.microsoft.com/office/drawing/2014/main" id="{49B5C941-E78B-1E7E-C449-F85B3A049EC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787B2F3-0045-B45A-6747-EDA135B49F9C}"/>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1267709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30978-987D-8D42-5C49-5593F816F0D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F8633CE-4A15-56EB-813C-7352281031C1}"/>
              </a:ext>
            </a:extLst>
          </p:cNvPr>
          <p:cNvSpPr>
            <a:spLocks noGrp="1"/>
          </p:cNvSpPr>
          <p:nvPr>
            <p:ph type="dt" sz="half" idx="10"/>
          </p:nvPr>
        </p:nvSpPr>
        <p:spPr/>
        <p:txBody>
          <a:bodyPr/>
          <a:lstStyle/>
          <a:p>
            <a:fld id="{B3247E7D-A5FD-4D39-A8D5-5A95E9C3562A}" type="datetime1">
              <a:rPr lang="en-GB" smtClean="0"/>
              <a:t>11/03/2024</a:t>
            </a:fld>
            <a:endParaRPr lang="en-GB"/>
          </a:p>
        </p:txBody>
      </p:sp>
      <p:sp>
        <p:nvSpPr>
          <p:cNvPr id="4" name="Footer Placeholder 3">
            <a:extLst>
              <a:ext uri="{FF2B5EF4-FFF2-40B4-BE49-F238E27FC236}">
                <a16:creationId xmlns:a16="http://schemas.microsoft.com/office/drawing/2014/main" id="{F4FF9BFC-A76F-3FD8-7C6C-C3C48F3F8AB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FA825E0-32D9-D523-20C7-214E8DFD5780}"/>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265070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CD7B36-82BD-445C-DEBB-7B8281C26F06}"/>
              </a:ext>
            </a:extLst>
          </p:cNvPr>
          <p:cNvSpPr>
            <a:spLocks noGrp="1"/>
          </p:cNvSpPr>
          <p:nvPr>
            <p:ph type="dt" sz="half" idx="10"/>
          </p:nvPr>
        </p:nvSpPr>
        <p:spPr/>
        <p:txBody>
          <a:bodyPr/>
          <a:lstStyle/>
          <a:p>
            <a:fld id="{86982267-5E71-4199-AEC7-516B79B50BBD}" type="datetime1">
              <a:rPr lang="en-GB" smtClean="0"/>
              <a:t>11/03/2024</a:t>
            </a:fld>
            <a:endParaRPr lang="en-GB"/>
          </a:p>
        </p:txBody>
      </p:sp>
      <p:sp>
        <p:nvSpPr>
          <p:cNvPr id="3" name="Footer Placeholder 2">
            <a:extLst>
              <a:ext uri="{FF2B5EF4-FFF2-40B4-BE49-F238E27FC236}">
                <a16:creationId xmlns:a16="http://schemas.microsoft.com/office/drawing/2014/main" id="{292828A0-F879-8E39-F0BF-0DBDDA81402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74F177C-64E9-938F-DB94-644A4A921FEC}"/>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3452152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FF0FD-B145-9ED0-328B-A1FD2985F2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57F34C5-E5C6-210F-9A59-AA4B35EDFA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26D4897-CF3A-5FF4-3F33-1534B8250A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C4971C-0BB5-C2B1-AD54-42D2D89A8ADE}"/>
              </a:ext>
            </a:extLst>
          </p:cNvPr>
          <p:cNvSpPr>
            <a:spLocks noGrp="1"/>
          </p:cNvSpPr>
          <p:nvPr>
            <p:ph type="dt" sz="half" idx="10"/>
          </p:nvPr>
        </p:nvSpPr>
        <p:spPr/>
        <p:txBody>
          <a:bodyPr/>
          <a:lstStyle/>
          <a:p>
            <a:fld id="{801E799E-D763-4D9A-AD87-DF59845908E9}" type="datetime1">
              <a:rPr lang="en-GB" smtClean="0"/>
              <a:t>11/03/2024</a:t>
            </a:fld>
            <a:endParaRPr lang="en-GB"/>
          </a:p>
        </p:txBody>
      </p:sp>
      <p:sp>
        <p:nvSpPr>
          <p:cNvPr id="6" name="Footer Placeholder 5">
            <a:extLst>
              <a:ext uri="{FF2B5EF4-FFF2-40B4-BE49-F238E27FC236}">
                <a16:creationId xmlns:a16="http://schemas.microsoft.com/office/drawing/2014/main" id="{191A1490-9A25-8675-6408-26DA64D383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799DA6F-FAD4-B704-7345-09C7297F4B0C}"/>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4224856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A5F4-3C25-7EE6-8FEB-16886F48F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F157A0C-EC88-634F-EB36-F78EC55600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BF00E66-853C-B882-6F3B-1EBA3DDDC0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2A814F-FC2B-DE5C-1087-02FD4CDD803C}"/>
              </a:ext>
            </a:extLst>
          </p:cNvPr>
          <p:cNvSpPr>
            <a:spLocks noGrp="1"/>
          </p:cNvSpPr>
          <p:nvPr>
            <p:ph type="dt" sz="half" idx="10"/>
          </p:nvPr>
        </p:nvSpPr>
        <p:spPr/>
        <p:txBody>
          <a:bodyPr/>
          <a:lstStyle/>
          <a:p>
            <a:fld id="{21CDB57F-061E-4080-9E1D-2D0D22F87C9A}" type="datetime1">
              <a:rPr lang="en-GB" smtClean="0"/>
              <a:t>11/03/2024</a:t>
            </a:fld>
            <a:endParaRPr lang="en-GB"/>
          </a:p>
        </p:txBody>
      </p:sp>
      <p:sp>
        <p:nvSpPr>
          <p:cNvPr id="6" name="Footer Placeholder 5">
            <a:extLst>
              <a:ext uri="{FF2B5EF4-FFF2-40B4-BE49-F238E27FC236}">
                <a16:creationId xmlns:a16="http://schemas.microsoft.com/office/drawing/2014/main" id="{72D324A3-E824-06D3-268F-B3748D79C04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E00F080-7C49-4737-7CED-8E600301F49B}"/>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3626559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B5D0F-0241-9179-6FEB-98A501F6860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8B88CB-F03A-6AF8-DA0C-22FAABBB6A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EA5C860-C6DB-9D09-6A93-506117C05A25}"/>
              </a:ext>
            </a:extLst>
          </p:cNvPr>
          <p:cNvSpPr>
            <a:spLocks noGrp="1"/>
          </p:cNvSpPr>
          <p:nvPr>
            <p:ph type="dt" sz="half" idx="10"/>
          </p:nvPr>
        </p:nvSpPr>
        <p:spPr/>
        <p:txBody>
          <a:bodyPr/>
          <a:lstStyle/>
          <a:p>
            <a:fld id="{FD30ABE6-FAAF-4731-8CF5-FDAEDC461366}" type="datetime1">
              <a:rPr lang="en-GB" smtClean="0"/>
              <a:t>11/03/2024</a:t>
            </a:fld>
            <a:endParaRPr lang="en-GB"/>
          </a:p>
        </p:txBody>
      </p:sp>
      <p:sp>
        <p:nvSpPr>
          <p:cNvPr id="5" name="Footer Placeholder 4">
            <a:extLst>
              <a:ext uri="{FF2B5EF4-FFF2-40B4-BE49-F238E27FC236}">
                <a16:creationId xmlns:a16="http://schemas.microsoft.com/office/drawing/2014/main" id="{EE6537AC-C637-6D62-5E0A-B712DD9E8F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C10545-CAA9-089F-32F8-74502815153A}"/>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53321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5D5FBD-CAAB-02F4-4F54-F20DD26E69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ECB719D-8276-38FF-C609-EB2B48A03C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ADF2E61-BE52-D477-CDCC-9EF93EBCC612}"/>
              </a:ext>
            </a:extLst>
          </p:cNvPr>
          <p:cNvSpPr>
            <a:spLocks noGrp="1"/>
          </p:cNvSpPr>
          <p:nvPr>
            <p:ph type="dt" sz="half" idx="10"/>
          </p:nvPr>
        </p:nvSpPr>
        <p:spPr/>
        <p:txBody>
          <a:bodyPr/>
          <a:lstStyle/>
          <a:p>
            <a:fld id="{8119F0A7-0FCA-4909-A765-08F920E31CCE}" type="datetime1">
              <a:rPr lang="en-GB" smtClean="0"/>
              <a:t>11/03/2024</a:t>
            </a:fld>
            <a:endParaRPr lang="en-GB"/>
          </a:p>
        </p:txBody>
      </p:sp>
      <p:sp>
        <p:nvSpPr>
          <p:cNvPr id="5" name="Footer Placeholder 4">
            <a:extLst>
              <a:ext uri="{FF2B5EF4-FFF2-40B4-BE49-F238E27FC236}">
                <a16:creationId xmlns:a16="http://schemas.microsoft.com/office/drawing/2014/main" id="{0FD4E8C8-2791-9B31-F0E7-C7CE0E35E4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842A15-DBE6-6A3F-94FA-FAEDA76907C9}"/>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2533104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636DF1-D107-3B50-04DF-02BE482423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BAE078B-5455-204C-D301-A6BD2CDB46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BB1E92-C921-E0CF-B936-7D0887B07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0D385A-585F-4F41-AFCB-2EA07F4F5060}" type="datetime1">
              <a:rPr lang="en-GB" smtClean="0"/>
              <a:t>11/03/2024</a:t>
            </a:fld>
            <a:endParaRPr lang="en-GB"/>
          </a:p>
        </p:txBody>
      </p:sp>
      <p:sp>
        <p:nvSpPr>
          <p:cNvPr id="5" name="Footer Placeholder 4">
            <a:extLst>
              <a:ext uri="{FF2B5EF4-FFF2-40B4-BE49-F238E27FC236}">
                <a16:creationId xmlns:a16="http://schemas.microsoft.com/office/drawing/2014/main" id="{2281A712-E550-8A6C-DBBC-765F6A040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B7F5B73-33A4-A300-FE79-204C689012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20EC50-82ED-45BA-9B48-47FD87D12700}" type="slidenum">
              <a:rPr lang="en-GB" smtClean="0"/>
              <a:t>‹#›</a:t>
            </a:fld>
            <a:endParaRPr lang="en-GB"/>
          </a:p>
        </p:txBody>
      </p:sp>
    </p:spTree>
    <p:extLst>
      <p:ext uri="{BB962C8B-B14F-4D97-AF65-F5344CB8AC3E}">
        <p14:creationId xmlns:p14="http://schemas.microsoft.com/office/powerpoint/2010/main" val="28058786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doi.org/10.1080/00220671.2014.979913" TargetMode="External"/><Relationship Id="rId2" Type="http://schemas.openxmlformats.org/officeDocument/2006/relationships/hyperlink" Target="https://doi.org/10.1037/a0036633" TargetMode="External"/><Relationship Id="rId1" Type="http://schemas.openxmlformats.org/officeDocument/2006/relationships/slideLayout" Target="../slideLayouts/slideLayout2.xml"/><Relationship Id="rId4" Type="http://schemas.openxmlformats.org/officeDocument/2006/relationships/hyperlink" Target="https://doi.org/10.1080/09658211.2014.927504"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doi.org/10.1093/applin/amab077" TargetMode="External"/><Relationship Id="rId2" Type="http://schemas.openxmlformats.org/officeDocument/2006/relationships/hyperlink" Target="https://doi.org/10.3389/fnagi.2023.1123185" TargetMode="External"/><Relationship Id="rId1" Type="http://schemas.openxmlformats.org/officeDocument/2006/relationships/slideLayout" Target="../slideLayouts/slideLayout2.xml"/><Relationship Id="rId5" Type="http://schemas.openxmlformats.org/officeDocument/2006/relationships/hyperlink" Target="https://doi.org/10.1177/0963721417712760" TargetMode="External"/><Relationship Id="rId4" Type="http://schemas.openxmlformats.org/officeDocument/2006/relationships/hyperlink" Target="https://doi.org/10.1080/13825585.2021.1991262"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CF639-C0F6-31B6-8282-4FDE0F2BDB5D}"/>
              </a:ext>
            </a:extLst>
          </p:cNvPr>
          <p:cNvSpPr>
            <a:spLocks noGrp="1"/>
          </p:cNvSpPr>
          <p:nvPr>
            <p:ph type="ctrTitle"/>
          </p:nvPr>
        </p:nvSpPr>
        <p:spPr>
          <a:xfrm>
            <a:off x="1524000" y="713183"/>
            <a:ext cx="9144000" cy="1835990"/>
          </a:xfrm>
        </p:spPr>
        <p:txBody>
          <a:bodyPr>
            <a:noAutofit/>
          </a:bodyPr>
          <a:lstStyle/>
          <a:p>
            <a:pPr>
              <a:lnSpc>
                <a:spcPct val="100000"/>
              </a:lnSpc>
            </a:pPr>
            <a:r>
              <a:rPr lang="en-GB" sz="4000" dirty="0"/>
              <a:t>Implementation of a longitudinal,           artificial language study to investigate morphosyntactic transfer </a:t>
            </a:r>
          </a:p>
        </p:txBody>
      </p:sp>
      <p:sp>
        <p:nvSpPr>
          <p:cNvPr id="3" name="Subtitle 2">
            <a:extLst>
              <a:ext uri="{FF2B5EF4-FFF2-40B4-BE49-F238E27FC236}">
                <a16:creationId xmlns:a16="http://schemas.microsoft.com/office/drawing/2014/main" id="{0176E199-1D17-FADD-9B43-5735E8D0F435}"/>
              </a:ext>
            </a:extLst>
          </p:cNvPr>
          <p:cNvSpPr>
            <a:spLocks noGrp="1"/>
          </p:cNvSpPr>
          <p:nvPr>
            <p:ph type="subTitle" idx="1"/>
          </p:nvPr>
        </p:nvSpPr>
        <p:spPr>
          <a:xfrm>
            <a:off x="1524000" y="2952585"/>
            <a:ext cx="9144000" cy="3543465"/>
          </a:xfrm>
        </p:spPr>
        <p:txBody>
          <a:bodyPr>
            <a:normAutofit fontScale="70000" lnSpcReduction="20000"/>
          </a:bodyPr>
          <a:lstStyle/>
          <a:p>
            <a:pPr>
              <a:lnSpc>
                <a:spcPct val="120000"/>
              </a:lnSpc>
            </a:pPr>
            <a:r>
              <a:rPr lang="en-US" sz="3400" dirty="0"/>
              <a:t>Pablo Bernabeu</a:t>
            </a:r>
          </a:p>
          <a:p>
            <a:pPr>
              <a:lnSpc>
                <a:spcPct val="120000"/>
              </a:lnSpc>
            </a:pPr>
            <a:endParaRPr lang="en-US" sz="100" dirty="0"/>
          </a:p>
          <a:p>
            <a:pPr algn="l">
              <a:lnSpc>
                <a:spcPct val="120000"/>
              </a:lnSpc>
            </a:pPr>
            <a:r>
              <a:rPr lang="en-US" sz="2600" b="1" dirty="0"/>
              <a:t>Other collaborators</a:t>
            </a:r>
          </a:p>
          <a:p>
            <a:pPr algn="l">
              <a:lnSpc>
                <a:spcPct val="120000"/>
              </a:lnSpc>
            </a:pPr>
            <a:r>
              <a:rPr lang="en-US" sz="2800" dirty="0"/>
              <a:t>Gabriella Silva </a:t>
            </a:r>
            <a:r>
              <a:rPr lang="en-US" sz="2100" dirty="0"/>
              <a:t>(</a:t>
            </a:r>
            <a:r>
              <a:rPr lang="en-US" sz="2100" dirty="0" err="1"/>
              <a:t>Nebrija</a:t>
            </a:r>
            <a:r>
              <a:rPr lang="en-US" sz="2100" dirty="0"/>
              <a:t> University)</a:t>
            </a:r>
            <a:r>
              <a:rPr lang="en-US" sz="2800" dirty="0"/>
              <a:t>,</a:t>
            </a:r>
            <a:r>
              <a:rPr lang="en-GB" sz="2800" dirty="0"/>
              <a:t> My Ngoc Giang Hoang</a:t>
            </a:r>
            <a:r>
              <a:rPr lang="en-US" sz="2800" dirty="0"/>
              <a:t>, Vincent </a:t>
            </a:r>
            <a:r>
              <a:rPr lang="en-US" sz="2800" dirty="0" err="1"/>
              <a:t>deLuca</a:t>
            </a:r>
            <a:r>
              <a:rPr lang="en-US" sz="2800" dirty="0"/>
              <a:t>, </a:t>
            </a:r>
          </a:p>
          <a:p>
            <a:pPr algn="l">
              <a:lnSpc>
                <a:spcPct val="120000"/>
              </a:lnSpc>
            </a:pPr>
            <a:r>
              <a:rPr lang="en-US" sz="2800" dirty="0"/>
              <a:t>Jason Rothman, Iva Ivanova </a:t>
            </a:r>
            <a:r>
              <a:rPr lang="en-US" sz="2200" dirty="0"/>
              <a:t>(University of Texas at El Paso)</a:t>
            </a:r>
            <a:r>
              <a:rPr lang="en-US" sz="2400" dirty="0"/>
              <a:t>,</a:t>
            </a:r>
            <a:r>
              <a:rPr lang="en-US" sz="2900" dirty="0"/>
              <a:t> </a:t>
            </a:r>
          </a:p>
          <a:p>
            <a:pPr algn="l">
              <a:lnSpc>
                <a:spcPct val="120000"/>
              </a:lnSpc>
            </a:pPr>
            <a:r>
              <a:rPr lang="en-US" sz="2900" dirty="0"/>
              <a:t>Jorge González Alonso </a:t>
            </a:r>
          </a:p>
          <a:p>
            <a:pPr algn="l">
              <a:lnSpc>
                <a:spcPct val="120000"/>
              </a:lnSpc>
            </a:pPr>
            <a:endParaRPr lang="en-GB" sz="200" dirty="0"/>
          </a:p>
          <a:p>
            <a:pPr algn="l">
              <a:lnSpc>
                <a:spcPct val="120000"/>
              </a:lnSpc>
            </a:pPr>
            <a:r>
              <a:rPr lang="en-GB" sz="2800" dirty="0">
                <a:solidFill>
                  <a:srgbClr val="036B79"/>
                </a:solidFill>
              </a:rPr>
              <a:t>We are grateful for the help and advice we received from Merete Anderssen, Gaute Berglund, Anders Gabrielsen, Mona </a:t>
            </a:r>
            <a:r>
              <a:rPr lang="en-GB" sz="2800" dirty="0" err="1">
                <a:solidFill>
                  <a:srgbClr val="036B79"/>
                </a:solidFill>
              </a:rPr>
              <a:t>Kirkness</a:t>
            </a:r>
            <a:r>
              <a:rPr lang="en-GB" sz="2800" dirty="0">
                <a:solidFill>
                  <a:srgbClr val="036B79"/>
                </a:solidFill>
              </a:rPr>
              <a:t> Fossum, Tekabe Legesse Feleke, Björn Lundquist, Natalia Mitrofanova, Claudia </a:t>
            </a:r>
            <a:r>
              <a:rPr lang="en-GB" sz="2800" dirty="0" err="1">
                <a:solidFill>
                  <a:srgbClr val="036B79"/>
                </a:solidFill>
              </a:rPr>
              <a:t>Poch</a:t>
            </a:r>
            <a:r>
              <a:rPr lang="en-GB" sz="2800" dirty="0">
                <a:solidFill>
                  <a:srgbClr val="036B79"/>
                </a:solidFill>
              </a:rPr>
              <a:t>, </a:t>
            </a:r>
            <a:r>
              <a:rPr lang="en-GB" sz="2800">
                <a:solidFill>
                  <a:srgbClr val="036B79"/>
                </a:solidFill>
              </a:rPr>
              <a:t>Yulia Rodina, Marit </a:t>
            </a:r>
            <a:r>
              <a:rPr lang="en-GB" sz="2800" dirty="0">
                <a:solidFill>
                  <a:srgbClr val="036B79"/>
                </a:solidFill>
              </a:rPr>
              <a:t>Westergaard.</a:t>
            </a:r>
          </a:p>
        </p:txBody>
      </p:sp>
      <p:pic>
        <p:nvPicPr>
          <p:cNvPr id="1026" name="Picture 2" descr="Large grant from Research Council of Norway - Institute of Clinical  Dentistry">
            <a:extLst>
              <a:ext uri="{FF2B5EF4-FFF2-40B4-BE49-F238E27FC236}">
                <a16:creationId xmlns:a16="http://schemas.microsoft.com/office/drawing/2014/main" id="{5BC633DC-23D3-5650-AFD5-478ADC4A08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8502" y="4288517"/>
            <a:ext cx="2109274" cy="94267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oLaR Lab (@lab_polar) / X">
            <a:extLst>
              <a:ext uri="{FF2B5EF4-FFF2-40B4-BE49-F238E27FC236}">
                <a16:creationId xmlns:a16="http://schemas.microsoft.com/office/drawing/2014/main" id="{D7A5BAF9-C4D7-9B08-6571-73D9E53FD8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7242" y="508715"/>
            <a:ext cx="1036608" cy="10366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cqVA Aurora Lab – Laboratory of the Aurora Center for Language  Acquisition, Variation, and Attrition">
            <a:extLst>
              <a:ext uri="{FF2B5EF4-FFF2-40B4-BE49-F238E27FC236}">
                <a16:creationId xmlns:a16="http://schemas.microsoft.com/office/drawing/2014/main" id="{486C594D-E1CD-D6C6-DB0F-5D42485E24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65463" y="1659623"/>
            <a:ext cx="964328" cy="96432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iT The Arctic University of Norway | UiT">
            <a:extLst>
              <a:ext uri="{FF2B5EF4-FFF2-40B4-BE49-F238E27FC236}">
                <a16:creationId xmlns:a16="http://schemas.microsoft.com/office/drawing/2014/main" id="{52B4D971-A50E-3E32-DF05-A195C8EE76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109" y="463260"/>
            <a:ext cx="1315744" cy="1315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3526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6F71-6FE9-65DE-189D-306FF70FA312}"/>
              </a:ext>
            </a:extLst>
          </p:cNvPr>
          <p:cNvSpPr>
            <a:spLocks noGrp="1"/>
          </p:cNvSpPr>
          <p:nvPr>
            <p:ph type="title"/>
          </p:nvPr>
        </p:nvSpPr>
        <p:spPr>
          <a:xfrm>
            <a:off x="838200" y="346336"/>
            <a:ext cx="10515600" cy="1199329"/>
          </a:xfrm>
        </p:spPr>
        <p:txBody>
          <a:bodyPr>
            <a:normAutofit/>
          </a:bodyPr>
          <a:lstStyle/>
          <a:p>
            <a:pPr algn="ctr"/>
            <a:r>
              <a:rPr lang="en-GB" sz="4400" dirty="0"/>
              <a:t>Morphosyntactic</a:t>
            </a:r>
            <a:r>
              <a:rPr lang="en-US" dirty="0"/>
              <a:t> transfer</a:t>
            </a:r>
            <a:endParaRPr lang="en-GB" dirty="0"/>
          </a:p>
        </p:txBody>
      </p:sp>
      <p:sp>
        <p:nvSpPr>
          <p:cNvPr id="7" name="Content Placeholder 6">
            <a:extLst>
              <a:ext uri="{FF2B5EF4-FFF2-40B4-BE49-F238E27FC236}">
                <a16:creationId xmlns:a16="http://schemas.microsoft.com/office/drawing/2014/main" id="{7D310E97-4D87-55F1-95BF-A504F564523C}"/>
              </a:ext>
            </a:extLst>
          </p:cNvPr>
          <p:cNvSpPr>
            <a:spLocks noGrp="1"/>
          </p:cNvSpPr>
          <p:nvPr>
            <p:ph idx="1"/>
          </p:nvPr>
        </p:nvSpPr>
        <p:spPr>
          <a:xfrm>
            <a:off x="1228164" y="1825625"/>
            <a:ext cx="10125635" cy="4351338"/>
          </a:xfrm>
        </p:spPr>
        <p:txBody>
          <a:bodyPr/>
          <a:lstStyle/>
          <a:p>
            <a:r>
              <a:rPr lang="en-US"/>
              <a:t>Initial heuristics </a:t>
            </a:r>
          </a:p>
          <a:p>
            <a:endParaRPr lang="en-US"/>
          </a:p>
          <a:p>
            <a:r>
              <a:rPr lang="en-US"/>
              <a:t>Cognitive economy</a:t>
            </a:r>
          </a:p>
          <a:p>
            <a:endParaRPr lang="en-US"/>
          </a:p>
          <a:p>
            <a:r>
              <a:rPr lang="en-US"/>
              <a:t>Facilitative or non-facilitative</a:t>
            </a:r>
            <a:endParaRPr lang="en-GB"/>
          </a:p>
        </p:txBody>
      </p:sp>
      <p:sp>
        <p:nvSpPr>
          <p:cNvPr id="4" name="Slide Number Placeholder 3">
            <a:extLst>
              <a:ext uri="{FF2B5EF4-FFF2-40B4-BE49-F238E27FC236}">
                <a16:creationId xmlns:a16="http://schemas.microsoft.com/office/drawing/2014/main" id="{B11A9ED0-A9C6-29C8-4123-8EB32265D9E4}"/>
              </a:ext>
            </a:extLst>
          </p:cNvPr>
          <p:cNvSpPr>
            <a:spLocks noGrp="1"/>
          </p:cNvSpPr>
          <p:nvPr>
            <p:ph type="sldNum" sz="quarter" idx="12"/>
          </p:nvPr>
        </p:nvSpPr>
        <p:spPr>
          <a:xfrm>
            <a:off x="9024551" y="6329101"/>
            <a:ext cx="2743200" cy="365125"/>
          </a:xfrm>
        </p:spPr>
        <p:txBody>
          <a:bodyPr/>
          <a:lstStyle/>
          <a:p>
            <a:fld id="{F120EC50-82ED-45BA-9B48-47FD87D12700}" type="slidenum">
              <a:rPr lang="en-GB" smtClean="0"/>
              <a:t>2</a:t>
            </a:fld>
            <a:endParaRPr lang="en-GB"/>
          </a:p>
        </p:txBody>
      </p:sp>
    </p:spTree>
    <p:extLst>
      <p:ext uri="{BB962C8B-B14F-4D97-AF65-F5344CB8AC3E}">
        <p14:creationId xmlns:p14="http://schemas.microsoft.com/office/powerpoint/2010/main" val="2124763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6F71-6FE9-65DE-189D-306FF70FA312}"/>
              </a:ext>
            </a:extLst>
          </p:cNvPr>
          <p:cNvSpPr>
            <a:spLocks noGrp="1"/>
          </p:cNvSpPr>
          <p:nvPr>
            <p:ph type="title"/>
          </p:nvPr>
        </p:nvSpPr>
        <p:spPr>
          <a:xfrm>
            <a:off x="838200" y="346336"/>
            <a:ext cx="10515600" cy="1199329"/>
          </a:xfrm>
        </p:spPr>
        <p:txBody>
          <a:bodyPr>
            <a:normAutofit/>
          </a:bodyPr>
          <a:lstStyle/>
          <a:p>
            <a:pPr algn="ctr"/>
            <a:r>
              <a:rPr lang="en-GB" sz="4400" dirty="0"/>
              <a:t>Morphosyntactic</a:t>
            </a:r>
            <a:r>
              <a:rPr lang="en-US" dirty="0"/>
              <a:t> transfer</a:t>
            </a:r>
            <a:endParaRPr lang="en-GB" dirty="0"/>
          </a:p>
        </p:txBody>
      </p:sp>
      <p:sp>
        <p:nvSpPr>
          <p:cNvPr id="7" name="Content Placeholder 6">
            <a:extLst>
              <a:ext uri="{FF2B5EF4-FFF2-40B4-BE49-F238E27FC236}">
                <a16:creationId xmlns:a16="http://schemas.microsoft.com/office/drawing/2014/main" id="{7D310E97-4D87-55F1-95BF-A504F564523C}"/>
              </a:ext>
            </a:extLst>
          </p:cNvPr>
          <p:cNvSpPr>
            <a:spLocks noGrp="1"/>
          </p:cNvSpPr>
          <p:nvPr>
            <p:ph idx="1"/>
          </p:nvPr>
        </p:nvSpPr>
        <p:spPr>
          <a:xfrm>
            <a:off x="1344706" y="1825625"/>
            <a:ext cx="10009094" cy="4351338"/>
          </a:xfrm>
        </p:spPr>
        <p:txBody>
          <a:bodyPr>
            <a:normAutofit/>
          </a:bodyPr>
          <a:lstStyle/>
          <a:p>
            <a:r>
              <a:rPr lang="en-US">
                <a:solidFill>
                  <a:schemeClr val="bg2">
                    <a:lumMod val="75000"/>
                  </a:schemeClr>
                </a:solidFill>
              </a:rPr>
              <a:t>Initial heuristics </a:t>
            </a:r>
          </a:p>
          <a:p>
            <a:endParaRPr lang="en-US" sz="1100">
              <a:solidFill>
                <a:schemeClr val="bg2">
                  <a:lumMod val="75000"/>
                </a:schemeClr>
              </a:solidFill>
            </a:endParaRPr>
          </a:p>
          <a:p>
            <a:r>
              <a:rPr lang="en-US">
                <a:solidFill>
                  <a:schemeClr val="bg2">
                    <a:lumMod val="75000"/>
                  </a:schemeClr>
                </a:solidFill>
              </a:rPr>
              <a:t>Cognitive economy</a:t>
            </a:r>
          </a:p>
          <a:p>
            <a:endParaRPr lang="en-US" sz="1100">
              <a:solidFill>
                <a:schemeClr val="bg2">
                  <a:lumMod val="75000"/>
                </a:schemeClr>
              </a:solidFill>
            </a:endParaRPr>
          </a:p>
          <a:p>
            <a:r>
              <a:rPr lang="en-US">
                <a:solidFill>
                  <a:schemeClr val="bg2">
                    <a:lumMod val="75000"/>
                  </a:schemeClr>
                </a:solidFill>
              </a:rPr>
              <a:t>Facilitative or non-facilitative</a:t>
            </a:r>
          </a:p>
          <a:p>
            <a:endParaRPr lang="en-US" sz="1100"/>
          </a:p>
          <a:p>
            <a:r>
              <a:rPr lang="en-US"/>
              <a:t>Third language (L3) context		   </a:t>
            </a:r>
            <a:endParaRPr lang="en-US" b="1"/>
          </a:p>
          <a:p>
            <a:endParaRPr lang="en-US" sz="100"/>
          </a:p>
          <a:p>
            <a:pPr lvl="1"/>
            <a:r>
              <a:rPr lang="en-US"/>
              <a:t>transfer source(s) selected		    </a:t>
            </a:r>
          </a:p>
          <a:p>
            <a:pPr lvl="1"/>
            <a:r>
              <a:rPr lang="en-US"/>
              <a:t>information guiding the selection	    </a:t>
            </a:r>
          </a:p>
          <a:p>
            <a:pPr lvl="1"/>
            <a:r>
              <a:rPr lang="en-US"/>
              <a:t>time course of the selection</a:t>
            </a:r>
          </a:p>
          <a:p>
            <a:pPr lvl="1"/>
            <a:endParaRPr lang="en-GB"/>
          </a:p>
        </p:txBody>
      </p:sp>
      <p:sp>
        <p:nvSpPr>
          <p:cNvPr id="4" name="Slide Number Placeholder 3">
            <a:extLst>
              <a:ext uri="{FF2B5EF4-FFF2-40B4-BE49-F238E27FC236}">
                <a16:creationId xmlns:a16="http://schemas.microsoft.com/office/drawing/2014/main" id="{B11A9ED0-A9C6-29C8-4123-8EB32265D9E4}"/>
              </a:ext>
            </a:extLst>
          </p:cNvPr>
          <p:cNvSpPr>
            <a:spLocks noGrp="1"/>
          </p:cNvSpPr>
          <p:nvPr>
            <p:ph type="sldNum" sz="quarter" idx="12"/>
          </p:nvPr>
        </p:nvSpPr>
        <p:spPr>
          <a:xfrm>
            <a:off x="9024551" y="6329101"/>
            <a:ext cx="2743200" cy="365125"/>
          </a:xfrm>
        </p:spPr>
        <p:txBody>
          <a:bodyPr/>
          <a:lstStyle/>
          <a:p>
            <a:fld id="{F120EC50-82ED-45BA-9B48-47FD87D12700}" type="slidenum">
              <a:rPr lang="en-GB" smtClean="0"/>
              <a:t>3</a:t>
            </a:fld>
            <a:endParaRPr lang="en-GB"/>
          </a:p>
        </p:txBody>
      </p:sp>
    </p:spTree>
    <p:extLst>
      <p:ext uri="{BB962C8B-B14F-4D97-AF65-F5344CB8AC3E}">
        <p14:creationId xmlns:p14="http://schemas.microsoft.com/office/powerpoint/2010/main" val="215557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6F71-6FE9-65DE-189D-306FF70FA312}"/>
              </a:ext>
            </a:extLst>
          </p:cNvPr>
          <p:cNvSpPr>
            <a:spLocks noGrp="1"/>
          </p:cNvSpPr>
          <p:nvPr>
            <p:ph type="title"/>
          </p:nvPr>
        </p:nvSpPr>
        <p:spPr>
          <a:xfrm>
            <a:off x="838200" y="346336"/>
            <a:ext cx="10515600" cy="1199329"/>
          </a:xfrm>
        </p:spPr>
        <p:txBody>
          <a:bodyPr>
            <a:normAutofit/>
          </a:bodyPr>
          <a:lstStyle/>
          <a:p>
            <a:pPr algn="ctr"/>
            <a:r>
              <a:rPr lang="en-GB" sz="4400" dirty="0"/>
              <a:t>Morphosyntactic</a:t>
            </a:r>
            <a:r>
              <a:rPr lang="en-US" dirty="0"/>
              <a:t> transfer</a:t>
            </a:r>
            <a:endParaRPr lang="en-GB" dirty="0"/>
          </a:p>
        </p:txBody>
      </p:sp>
      <p:sp>
        <p:nvSpPr>
          <p:cNvPr id="7" name="Content Placeholder 6">
            <a:extLst>
              <a:ext uri="{FF2B5EF4-FFF2-40B4-BE49-F238E27FC236}">
                <a16:creationId xmlns:a16="http://schemas.microsoft.com/office/drawing/2014/main" id="{7D310E97-4D87-55F1-95BF-A504F564523C}"/>
              </a:ext>
            </a:extLst>
          </p:cNvPr>
          <p:cNvSpPr>
            <a:spLocks noGrp="1"/>
          </p:cNvSpPr>
          <p:nvPr>
            <p:ph idx="1"/>
          </p:nvPr>
        </p:nvSpPr>
        <p:spPr>
          <a:xfrm>
            <a:off x="1344706" y="1825625"/>
            <a:ext cx="10009094" cy="4351338"/>
          </a:xfrm>
        </p:spPr>
        <p:txBody>
          <a:bodyPr>
            <a:normAutofit/>
          </a:bodyPr>
          <a:lstStyle/>
          <a:p>
            <a:r>
              <a:rPr lang="en-US">
                <a:solidFill>
                  <a:schemeClr val="bg2">
                    <a:lumMod val="75000"/>
                  </a:schemeClr>
                </a:solidFill>
              </a:rPr>
              <a:t>Initial heuristics </a:t>
            </a:r>
          </a:p>
          <a:p>
            <a:endParaRPr lang="en-US" sz="1100">
              <a:solidFill>
                <a:schemeClr val="bg2">
                  <a:lumMod val="75000"/>
                </a:schemeClr>
              </a:solidFill>
            </a:endParaRPr>
          </a:p>
          <a:p>
            <a:r>
              <a:rPr lang="en-US">
                <a:solidFill>
                  <a:schemeClr val="bg2">
                    <a:lumMod val="75000"/>
                  </a:schemeClr>
                </a:solidFill>
              </a:rPr>
              <a:t>Cognitive economy</a:t>
            </a:r>
          </a:p>
          <a:p>
            <a:endParaRPr lang="en-US" sz="1100">
              <a:solidFill>
                <a:schemeClr val="bg2">
                  <a:lumMod val="75000"/>
                </a:schemeClr>
              </a:solidFill>
            </a:endParaRPr>
          </a:p>
          <a:p>
            <a:r>
              <a:rPr lang="en-US">
                <a:solidFill>
                  <a:schemeClr val="bg2">
                    <a:lumMod val="75000"/>
                  </a:schemeClr>
                </a:solidFill>
              </a:rPr>
              <a:t>Facilitative or non-facilitative</a:t>
            </a:r>
          </a:p>
          <a:p>
            <a:endParaRPr lang="en-US" sz="1100"/>
          </a:p>
          <a:p>
            <a:r>
              <a:rPr lang="en-US"/>
              <a:t>Third language (L3) context		   </a:t>
            </a:r>
            <a:endParaRPr lang="en-US" b="1"/>
          </a:p>
          <a:p>
            <a:endParaRPr lang="en-US" sz="100"/>
          </a:p>
          <a:p>
            <a:pPr lvl="1"/>
            <a:r>
              <a:rPr lang="en-US"/>
              <a:t>transfer source(s) selected		    </a:t>
            </a:r>
          </a:p>
          <a:p>
            <a:pPr lvl="1"/>
            <a:r>
              <a:rPr lang="en-US"/>
              <a:t>information guiding the selection	    </a:t>
            </a:r>
          </a:p>
          <a:p>
            <a:pPr lvl="1"/>
            <a:r>
              <a:rPr lang="en-US"/>
              <a:t>time course of the selection</a:t>
            </a:r>
          </a:p>
          <a:p>
            <a:pPr lvl="1"/>
            <a:endParaRPr lang="en-GB"/>
          </a:p>
        </p:txBody>
      </p:sp>
      <p:sp>
        <p:nvSpPr>
          <p:cNvPr id="4" name="Slide Number Placeholder 3">
            <a:extLst>
              <a:ext uri="{FF2B5EF4-FFF2-40B4-BE49-F238E27FC236}">
                <a16:creationId xmlns:a16="http://schemas.microsoft.com/office/drawing/2014/main" id="{B11A9ED0-A9C6-29C8-4123-8EB32265D9E4}"/>
              </a:ext>
            </a:extLst>
          </p:cNvPr>
          <p:cNvSpPr>
            <a:spLocks noGrp="1"/>
          </p:cNvSpPr>
          <p:nvPr>
            <p:ph type="sldNum" sz="quarter" idx="12"/>
          </p:nvPr>
        </p:nvSpPr>
        <p:spPr>
          <a:xfrm>
            <a:off x="9024551" y="6329101"/>
            <a:ext cx="2743200" cy="365125"/>
          </a:xfrm>
        </p:spPr>
        <p:txBody>
          <a:bodyPr/>
          <a:lstStyle/>
          <a:p>
            <a:fld id="{F120EC50-82ED-45BA-9B48-47FD87D12700}" type="slidenum">
              <a:rPr lang="en-GB" smtClean="0"/>
              <a:t>4</a:t>
            </a:fld>
            <a:endParaRPr lang="en-GB"/>
          </a:p>
        </p:txBody>
      </p:sp>
      <p:sp>
        <p:nvSpPr>
          <p:cNvPr id="3" name="Right Brace 2">
            <a:extLst>
              <a:ext uri="{FF2B5EF4-FFF2-40B4-BE49-F238E27FC236}">
                <a16:creationId xmlns:a16="http://schemas.microsoft.com/office/drawing/2014/main" id="{516B53BF-D111-7041-CFAE-4F2906B4FA8E}"/>
              </a:ext>
            </a:extLst>
          </p:cNvPr>
          <p:cNvSpPr/>
          <p:nvPr/>
        </p:nvSpPr>
        <p:spPr>
          <a:xfrm>
            <a:off x="6504166" y="4210137"/>
            <a:ext cx="349857" cy="1796994"/>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 name="TextBox 5">
            <a:extLst>
              <a:ext uri="{FF2B5EF4-FFF2-40B4-BE49-F238E27FC236}">
                <a16:creationId xmlns:a16="http://schemas.microsoft.com/office/drawing/2014/main" id="{4B2F2EFB-9C8C-2B07-28EB-E213712FB41C}"/>
              </a:ext>
            </a:extLst>
          </p:cNvPr>
          <p:cNvSpPr txBox="1"/>
          <p:nvPr/>
        </p:nvSpPr>
        <p:spPr>
          <a:xfrm>
            <a:off x="7097142" y="4463571"/>
            <a:ext cx="3651540" cy="1308050"/>
          </a:xfrm>
          <a:prstGeom prst="rect">
            <a:avLst/>
          </a:prstGeom>
          <a:noFill/>
        </p:spPr>
        <p:txBody>
          <a:bodyPr wrap="square">
            <a:spAutoFit/>
          </a:bodyPr>
          <a:lstStyle/>
          <a:p>
            <a:pPr algn="ctr"/>
            <a:r>
              <a:rPr lang="en-US" sz="2400" b="1">
                <a:solidFill>
                  <a:schemeClr val="accent1">
                    <a:lumMod val="75000"/>
                  </a:schemeClr>
                </a:solidFill>
              </a:rPr>
              <a:t>LESS Project</a:t>
            </a:r>
          </a:p>
          <a:p>
            <a:endParaRPr lang="en-US" sz="700" b="1"/>
          </a:p>
          <a:p>
            <a:r>
              <a:rPr lang="en-US" sz="2400">
                <a:solidFill>
                  <a:schemeClr val="accent5">
                    <a:lumMod val="50000"/>
                  </a:schemeClr>
                </a:solidFill>
              </a:rPr>
              <a:t>Linguistic Economy through </a:t>
            </a:r>
          </a:p>
          <a:p>
            <a:r>
              <a:rPr lang="en-US" sz="2400">
                <a:solidFill>
                  <a:schemeClr val="accent5">
                    <a:lumMod val="50000"/>
                  </a:schemeClr>
                </a:solidFill>
              </a:rPr>
              <a:t>transfer Source Selectivity</a:t>
            </a:r>
          </a:p>
        </p:txBody>
      </p:sp>
      <p:sp>
        <p:nvSpPr>
          <p:cNvPr id="8" name="Rectangle: Rounded Corners 7">
            <a:extLst>
              <a:ext uri="{FF2B5EF4-FFF2-40B4-BE49-F238E27FC236}">
                <a16:creationId xmlns:a16="http://schemas.microsoft.com/office/drawing/2014/main" id="{21D659D4-925F-9F34-6AD5-EB2F8FBB8F99}"/>
              </a:ext>
            </a:extLst>
          </p:cNvPr>
          <p:cNvSpPr/>
          <p:nvPr/>
        </p:nvSpPr>
        <p:spPr>
          <a:xfrm>
            <a:off x="7037293" y="4347877"/>
            <a:ext cx="3711389" cy="155167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80987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6F71-6FE9-65DE-189D-306FF70FA312}"/>
              </a:ext>
            </a:extLst>
          </p:cNvPr>
          <p:cNvSpPr>
            <a:spLocks noGrp="1"/>
          </p:cNvSpPr>
          <p:nvPr>
            <p:ph type="title"/>
          </p:nvPr>
        </p:nvSpPr>
        <p:spPr>
          <a:xfrm>
            <a:off x="838200" y="346336"/>
            <a:ext cx="10515600" cy="1199329"/>
          </a:xfrm>
        </p:spPr>
        <p:txBody>
          <a:bodyPr>
            <a:normAutofit/>
          </a:bodyPr>
          <a:lstStyle/>
          <a:p>
            <a:pPr algn="ctr"/>
            <a:r>
              <a:rPr lang="en-US"/>
              <a:t>Transfer in L3 acquisition</a:t>
            </a:r>
            <a:endParaRPr lang="en-GB"/>
          </a:p>
        </p:txBody>
      </p:sp>
      <p:sp>
        <p:nvSpPr>
          <p:cNvPr id="8" name="TextBox 7">
            <a:extLst>
              <a:ext uri="{FF2B5EF4-FFF2-40B4-BE49-F238E27FC236}">
                <a16:creationId xmlns:a16="http://schemas.microsoft.com/office/drawing/2014/main" id="{8E2FEC19-2C48-BD27-BADD-1C6492C2D33D}"/>
              </a:ext>
            </a:extLst>
          </p:cNvPr>
          <p:cNvSpPr txBox="1"/>
          <p:nvPr/>
        </p:nvSpPr>
        <p:spPr>
          <a:xfrm>
            <a:off x="662200" y="1453741"/>
            <a:ext cx="1402509" cy="461665"/>
          </a:xfrm>
          <a:prstGeom prst="rect">
            <a:avLst/>
          </a:prstGeom>
          <a:noFill/>
        </p:spPr>
        <p:txBody>
          <a:bodyPr wrap="square" rtlCol="0">
            <a:spAutoFit/>
          </a:bodyPr>
          <a:lstStyle/>
          <a:p>
            <a:r>
              <a:rPr lang="en-US" sz="2400" b="1" u="sng"/>
              <a:t>Sources</a:t>
            </a:r>
            <a:endParaRPr lang="en-GB" sz="2400" b="1" u="sng"/>
          </a:p>
        </p:txBody>
      </p:sp>
      <p:sp>
        <p:nvSpPr>
          <p:cNvPr id="4" name="Slide Number Placeholder 3">
            <a:extLst>
              <a:ext uri="{FF2B5EF4-FFF2-40B4-BE49-F238E27FC236}">
                <a16:creationId xmlns:a16="http://schemas.microsoft.com/office/drawing/2014/main" id="{C63E6D59-DB5C-A8C0-951B-24A519B1D004}"/>
              </a:ext>
            </a:extLst>
          </p:cNvPr>
          <p:cNvSpPr>
            <a:spLocks noGrp="1"/>
          </p:cNvSpPr>
          <p:nvPr>
            <p:ph type="sldNum" sz="quarter" idx="12"/>
          </p:nvPr>
        </p:nvSpPr>
        <p:spPr/>
        <p:txBody>
          <a:bodyPr/>
          <a:lstStyle/>
          <a:p>
            <a:fld id="{F120EC50-82ED-45BA-9B48-47FD87D12700}" type="slidenum">
              <a:rPr lang="en-GB" smtClean="0"/>
              <a:t>5</a:t>
            </a:fld>
            <a:endParaRPr lang="en-GB"/>
          </a:p>
        </p:txBody>
      </p:sp>
    </p:spTree>
    <p:extLst>
      <p:ext uri="{BB962C8B-B14F-4D97-AF65-F5344CB8AC3E}">
        <p14:creationId xmlns:p14="http://schemas.microsoft.com/office/powerpoint/2010/main" val="351833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6F71-6FE9-65DE-189D-306FF70FA312}"/>
              </a:ext>
            </a:extLst>
          </p:cNvPr>
          <p:cNvSpPr>
            <a:spLocks noGrp="1"/>
          </p:cNvSpPr>
          <p:nvPr>
            <p:ph type="title"/>
          </p:nvPr>
        </p:nvSpPr>
        <p:spPr>
          <a:xfrm>
            <a:off x="838200" y="346336"/>
            <a:ext cx="10515600" cy="1199329"/>
          </a:xfrm>
        </p:spPr>
        <p:txBody>
          <a:bodyPr>
            <a:normAutofit/>
          </a:bodyPr>
          <a:lstStyle/>
          <a:p>
            <a:pPr algn="ctr"/>
            <a:r>
              <a:rPr lang="en-US"/>
              <a:t>Transfer in L3 acquisition</a:t>
            </a:r>
            <a:endParaRPr lang="en-GB"/>
          </a:p>
        </p:txBody>
      </p:sp>
      <p:sp>
        <p:nvSpPr>
          <p:cNvPr id="11" name="TextBox 10">
            <a:extLst>
              <a:ext uri="{FF2B5EF4-FFF2-40B4-BE49-F238E27FC236}">
                <a16:creationId xmlns:a16="http://schemas.microsoft.com/office/drawing/2014/main" id="{49A1EF35-8AB1-AE31-44FC-AC2537536ED1}"/>
              </a:ext>
            </a:extLst>
          </p:cNvPr>
          <p:cNvSpPr txBox="1"/>
          <p:nvPr/>
        </p:nvSpPr>
        <p:spPr>
          <a:xfrm>
            <a:off x="626301" y="2004516"/>
            <a:ext cx="1112169" cy="830997"/>
          </a:xfrm>
          <a:prstGeom prst="rect">
            <a:avLst/>
          </a:prstGeom>
          <a:noFill/>
        </p:spPr>
        <p:txBody>
          <a:bodyPr wrap="square" rtlCol="0">
            <a:spAutoFit/>
          </a:bodyPr>
          <a:lstStyle/>
          <a:p>
            <a:pPr algn="ctr"/>
            <a:r>
              <a:rPr lang="en-US" sz="2400" b="1"/>
              <a:t>L2 </a:t>
            </a:r>
            <a:r>
              <a:rPr lang="en-US" sz="2400"/>
              <a:t>by default</a:t>
            </a:r>
            <a:endParaRPr lang="en-GB" sz="2400"/>
          </a:p>
        </p:txBody>
      </p:sp>
      <p:sp>
        <p:nvSpPr>
          <p:cNvPr id="12" name="Left Brace 11">
            <a:extLst>
              <a:ext uri="{FF2B5EF4-FFF2-40B4-BE49-F238E27FC236}">
                <a16:creationId xmlns:a16="http://schemas.microsoft.com/office/drawing/2014/main" id="{DD574BE3-734D-1D3B-09F5-AC7959E80ACA}"/>
              </a:ext>
            </a:extLst>
          </p:cNvPr>
          <p:cNvSpPr/>
          <p:nvPr/>
        </p:nvSpPr>
        <p:spPr>
          <a:xfrm>
            <a:off x="1691741" y="2044605"/>
            <a:ext cx="191219" cy="776467"/>
          </a:xfrm>
          <a:prstGeom prst="leftBrace">
            <a:avLst/>
          </a:prstGeom>
          <a:solidFill>
            <a:schemeClr val="accent6">
              <a:lumMod val="40000"/>
              <a:lumOff val="6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 name="TextBox 2">
            <a:extLst>
              <a:ext uri="{FF2B5EF4-FFF2-40B4-BE49-F238E27FC236}">
                <a16:creationId xmlns:a16="http://schemas.microsoft.com/office/drawing/2014/main" id="{080720A8-C1C7-7858-4E9B-588625FCBB2E}"/>
              </a:ext>
            </a:extLst>
          </p:cNvPr>
          <p:cNvSpPr txBox="1"/>
          <p:nvPr/>
        </p:nvSpPr>
        <p:spPr>
          <a:xfrm>
            <a:off x="682669" y="4011143"/>
            <a:ext cx="1054310" cy="1200329"/>
          </a:xfrm>
          <a:prstGeom prst="rect">
            <a:avLst/>
          </a:prstGeom>
          <a:noFill/>
        </p:spPr>
        <p:txBody>
          <a:bodyPr wrap="square" rtlCol="0">
            <a:spAutoFit/>
          </a:bodyPr>
          <a:lstStyle/>
          <a:p>
            <a:pPr algn="ctr"/>
            <a:r>
              <a:rPr lang="en-US" sz="2400" b="1"/>
              <a:t>L1</a:t>
            </a:r>
            <a:r>
              <a:rPr lang="en-US" sz="2400"/>
              <a:t> and/or </a:t>
            </a:r>
            <a:r>
              <a:rPr lang="en-US" sz="2400" b="1"/>
              <a:t>L2</a:t>
            </a:r>
            <a:endParaRPr lang="en-GB" sz="2400" b="1"/>
          </a:p>
        </p:txBody>
      </p:sp>
      <p:sp>
        <p:nvSpPr>
          <p:cNvPr id="4" name="Left Brace 3">
            <a:extLst>
              <a:ext uri="{FF2B5EF4-FFF2-40B4-BE49-F238E27FC236}">
                <a16:creationId xmlns:a16="http://schemas.microsoft.com/office/drawing/2014/main" id="{7C4973ED-FA5C-7F1B-908F-20FBB54CDB31}"/>
              </a:ext>
            </a:extLst>
          </p:cNvPr>
          <p:cNvSpPr/>
          <p:nvPr/>
        </p:nvSpPr>
        <p:spPr>
          <a:xfrm>
            <a:off x="1688868" y="3171783"/>
            <a:ext cx="191219" cy="2926080"/>
          </a:xfrm>
          <a:prstGeom prst="leftBrace">
            <a:avLst/>
          </a:prstGeom>
          <a:solidFill>
            <a:schemeClr val="accent2">
              <a:lumMod val="20000"/>
              <a:lumOff val="8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 name="Slide Number Placeholder 5">
            <a:extLst>
              <a:ext uri="{FF2B5EF4-FFF2-40B4-BE49-F238E27FC236}">
                <a16:creationId xmlns:a16="http://schemas.microsoft.com/office/drawing/2014/main" id="{87289369-55FA-148C-1A6E-42C3C0C3E7C0}"/>
              </a:ext>
            </a:extLst>
          </p:cNvPr>
          <p:cNvSpPr>
            <a:spLocks noGrp="1"/>
          </p:cNvSpPr>
          <p:nvPr>
            <p:ph type="sldNum" sz="quarter" idx="12"/>
          </p:nvPr>
        </p:nvSpPr>
        <p:spPr/>
        <p:txBody>
          <a:bodyPr/>
          <a:lstStyle/>
          <a:p>
            <a:fld id="{F120EC50-82ED-45BA-9B48-47FD87D12700}" type="slidenum">
              <a:rPr lang="en-GB" smtClean="0"/>
              <a:t>6</a:t>
            </a:fld>
            <a:endParaRPr lang="en-GB"/>
          </a:p>
        </p:txBody>
      </p:sp>
      <p:sp>
        <p:nvSpPr>
          <p:cNvPr id="5" name="TextBox 4">
            <a:extLst>
              <a:ext uri="{FF2B5EF4-FFF2-40B4-BE49-F238E27FC236}">
                <a16:creationId xmlns:a16="http://schemas.microsoft.com/office/drawing/2014/main" id="{A401B660-ED56-7C67-3792-D2601ED8B482}"/>
              </a:ext>
            </a:extLst>
          </p:cNvPr>
          <p:cNvSpPr txBox="1"/>
          <p:nvPr/>
        </p:nvSpPr>
        <p:spPr>
          <a:xfrm>
            <a:off x="662200" y="1386932"/>
            <a:ext cx="1402509" cy="461665"/>
          </a:xfrm>
          <a:prstGeom prst="rect">
            <a:avLst/>
          </a:prstGeom>
          <a:noFill/>
        </p:spPr>
        <p:txBody>
          <a:bodyPr wrap="square" rtlCol="0">
            <a:spAutoFit/>
          </a:bodyPr>
          <a:lstStyle/>
          <a:p>
            <a:r>
              <a:rPr lang="en-US" sz="2400" b="1" u="sng"/>
              <a:t>Sources</a:t>
            </a:r>
            <a:endParaRPr lang="en-GB" sz="2400" b="1" u="sng"/>
          </a:p>
        </p:txBody>
      </p:sp>
    </p:spTree>
    <p:extLst>
      <p:ext uri="{BB962C8B-B14F-4D97-AF65-F5344CB8AC3E}">
        <p14:creationId xmlns:p14="http://schemas.microsoft.com/office/powerpoint/2010/main" val="264887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6F71-6FE9-65DE-189D-306FF70FA312}"/>
              </a:ext>
            </a:extLst>
          </p:cNvPr>
          <p:cNvSpPr>
            <a:spLocks noGrp="1"/>
          </p:cNvSpPr>
          <p:nvPr>
            <p:ph type="title"/>
          </p:nvPr>
        </p:nvSpPr>
        <p:spPr>
          <a:xfrm>
            <a:off x="838200" y="346336"/>
            <a:ext cx="10515600" cy="1199329"/>
          </a:xfrm>
        </p:spPr>
        <p:txBody>
          <a:bodyPr>
            <a:normAutofit/>
          </a:bodyPr>
          <a:lstStyle/>
          <a:p>
            <a:pPr algn="ctr"/>
            <a:r>
              <a:rPr lang="en-US"/>
              <a:t>Transfer in L3 acquisition</a:t>
            </a:r>
            <a:endParaRPr lang="en-GB"/>
          </a:p>
        </p:txBody>
      </p:sp>
      <p:sp>
        <p:nvSpPr>
          <p:cNvPr id="3" name="Content Placeholder 2">
            <a:extLst>
              <a:ext uri="{FF2B5EF4-FFF2-40B4-BE49-F238E27FC236}">
                <a16:creationId xmlns:a16="http://schemas.microsoft.com/office/drawing/2014/main" id="{A318D13D-CDE3-F807-1875-8A682133E36F}"/>
              </a:ext>
            </a:extLst>
          </p:cNvPr>
          <p:cNvSpPr>
            <a:spLocks noGrp="1"/>
          </p:cNvSpPr>
          <p:nvPr>
            <p:ph idx="1"/>
          </p:nvPr>
        </p:nvSpPr>
        <p:spPr>
          <a:xfrm>
            <a:off x="1839829" y="2104373"/>
            <a:ext cx="11353800" cy="716699"/>
          </a:xfrm>
        </p:spPr>
        <p:txBody>
          <a:bodyPr>
            <a:normAutofit fontScale="92500" lnSpcReduction="20000"/>
          </a:bodyPr>
          <a:lstStyle/>
          <a:p>
            <a:pPr marL="0" indent="0">
              <a:buNone/>
            </a:pPr>
            <a:r>
              <a:rPr lang="en-US" sz="2600"/>
              <a:t>  </a:t>
            </a:r>
            <a:r>
              <a:rPr lang="en-US" sz="2600">
                <a:solidFill>
                  <a:schemeClr val="accent6">
                    <a:lumMod val="75000"/>
                  </a:schemeClr>
                </a:solidFill>
              </a:rPr>
              <a:t>L2 Status Factor Model (</a:t>
            </a:r>
            <a:r>
              <a:rPr lang="en-US" sz="2600" err="1">
                <a:solidFill>
                  <a:schemeClr val="accent6">
                    <a:lumMod val="75000"/>
                  </a:schemeClr>
                </a:solidFill>
              </a:rPr>
              <a:t>Bardel</a:t>
            </a:r>
            <a:r>
              <a:rPr lang="en-US" sz="2600">
                <a:solidFill>
                  <a:schemeClr val="accent6">
                    <a:lumMod val="75000"/>
                  </a:schemeClr>
                </a:solidFill>
              </a:rPr>
              <a:t> &amp; Falk, 2012)</a:t>
            </a:r>
          </a:p>
          <a:p>
            <a:pPr lvl="1"/>
            <a:r>
              <a:rPr lang="en-US" sz="2600"/>
              <a:t>L2 by default. Declarative memory for L2 and subsequent languages</a:t>
            </a:r>
          </a:p>
          <a:p>
            <a:endParaRPr lang="en-US" sz="2600">
              <a:solidFill>
                <a:schemeClr val="accent2">
                  <a:lumMod val="50000"/>
                </a:schemeClr>
              </a:solidFill>
            </a:endParaRPr>
          </a:p>
        </p:txBody>
      </p:sp>
      <p:sp>
        <p:nvSpPr>
          <p:cNvPr id="4" name="Left Brace 3">
            <a:extLst>
              <a:ext uri="{FF2B5EF4-FFF2-40B4-BE49-F238E27FC236}">
                <a16:creationId xmlns:a16="http://schemas.microsoft.com/office/drawing/2014/main" id="{6364EAC1-C6F1-B570-E274-A66752528AAD}"/>
              </a:ext>
            </a:extLst>
          </p:cNvPr>
          <p:cNvSpPr/>
          <p:nvPr/>
        </p:nvSpPr>
        <p:spPr>
          <a:xfrm>
            <a:off x="1691741" y="2044605"/>
            <a:ext cx="191219" cy="776467"/>
          </a:xfrm>
          <a:prstGeom prst="leftBrace">
            <a:avLst/>
          </a:prstGeom>
          <a:solidFill>
            <a:schemeClr val="accent6">
              <a:lumMod val="40000"/>
              <a:lumOff val="6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 name="TextBox 5">
            <a:extLst>
              <a:ext uri="{FF2B5EF4-FFF2-40B4-BE49-F238E27FC236}">
                <a16:creationId xmlns:a16="http://schemas.microsoft.com/office/drawing/2014/main" id="{DBD8BD21-085E-335B-40B9-F84C7B452C3A}"/>
              </a:ext>
            </a:extLst>
          </p:cNvPr>
          <p:cNvSpPr txBox="1"/>
          <p:nvPr/>
        </p:nvSpPr>
        <p:spPr>
          <a:xfrm>
            <a:off x="626301" y="2004516"/>
            <a:ext cx="1112169" cy="830997"/>
          </a:xfrm>
          <a:prstGeom prst="rect">
            <a:avLst/>
          </a:prstGeom>
          <a:noFill/>
        </p:spPr>
        <p:txBody>
          <a:bodyPr wrap="square" rtlCol="0">
            <a:spAutoFit/>
          </a:bodyPr>
          <a:lstStyle/>
          <a:p>
            <a:pPr algn="ctr"/>
            <a:r>
              <a:rPr lang="en-US" sz="2400" b="1"/>
              <a:t>L2 </a:t>
            </a:r>
            <a:r>
              <a:rPr lang="en-US" sz="2400"/>
              <a:t>by default</a:t>
            </a:r>
            <a:endParaRPr lang="en-GB" sz="2400"/>
          </a:p>
        </p:txBody>
      </p:sp>
      <p:sp>
        <p:nvSpPr>
          <p:cNvPr id="7" name="TextBox 6">
            <a:extLst>
              <a:ext uri="{FF2B5EF4-FFF2-40B4-BE49-F238E27FC236}">
                <a16:creationId xmlns:a16="http://schemas.microsoft.com/office/drawing/2014/main" id="{7CEB0703-09B7-58D2-43D8-A07471A3F50E}"/>
              </a:ext>
            </a:extLst>
          </p:cNvPr>
          <p:cNvSpPr txBox="1"/>
          <p:nvPr/>
        </p:nvSpPr>
        <p:spPr>
          <a:xfrm>
            <a:off x="682669" y="4011143"/>
            <a:ext cx="1054310" cy="1200329"/>
          </a:xfrm>
          <a:prstGeom prst="rect">
            <a:avLst/>
          </a:prstGeom>
          <a:noFill/>
        </p:spPr>
        <p:txBody>
          <a:bodyPr wrap="square" rtlCol="0">
            <a:spAutoFit/>
          </a:bodyPr>
          <a:lstStyle/>
          <a:p>
            <a:pPr algn="ctr"/>
            <a:r>
              <a:rPr lang="en-US" sz="2400" b="1"/>
              <a:t>L1</a:t>
            </a:r>
            <a:r>
              <a:rPr lang="en-US" sz="2400"/>
              <a:t> and/or </a:t>
            </a:r>
            <a:r>
              <a:rPr lang="en-US" sz="2400" b="1"/>
              <a:t>L2</a:t>
            </a:r>
            <a:endParaRPr lang="en-GB" sz="2400" b="1"/>
          </a:p>
        </p:txBody>
      </p:sp>
      <p:sp>
        <p:nvSpPr>
          <p:cNvPr id="9" name="Left Brace 8">
            <a:extLst>
              <a:ext uri="{FF2B5EF4-FFF2-40B4-BE49-F238E27FC236}">
                <a16:creationId xmlns:a16="http://schemas.microsoft.com/office/drawing/2014/main" id="{378C5A61-650A-33A2-00C3-DA761DE1C221}"/>
              </a:ext>
            </a:extLst>
          </p:cNvPr>
          <p:cNvSpPr/>
          <p:nvPr/>
        </p:nvSpPr>
        <p:spPr>
          <a:xfrm>
            <a:off x="1688868" y="3171783"/>
            <a:ext cx="191219" cy="2926080"/>
          </a:xfrm>
          <a:prstGeom prst="leftBrace">
            <a:avLst/>
          </a:prstGeom>
          <a:solidFill>
            <a:schemeClr val="accent2">
              <a:lumMod val="20000"/>
              <a:lumOff val="8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Slide Number Placeholder 7">
            <a:extLst>
              <a:ext uri="{FF2B5EF4-FFF2-40B4-BE49-F238E27FC236}">
                <a16:creationId xmlns:a16="http://schemas.microsoft.com/office/drawing/2014/main" id="{1A43CB16-9D4B-88B6-9A54-A30205B6F5C5}"/>
              </a:ext>
            </a:extLst>
          </p:cNvPr>
          <p:cNvSpPr>
            <a:spLocks noGrp="1"/>
          </p:cNvSpPr>
          <p:nvPr>
            <p:ph type="sldNum" sz="quarter" idx="12"/>
          </p:nvPr>
        </p:nvSpPr>
        <p:spPr/>
        <p:txBody>
          <a:bodyPr/>
          <a:lstStyle/>
          <a:p>
            <a:fld id="{F120EC50-82ED-45BA-9B48-47FD87D12700}" type="slidenum">
              <a:rPr lang="en-GB" smtClean="0"/>
              <a:t>7</a:t>
            </a:fld>
            <a:endParaRPr lang="en-GB"/>
          </a:p>
        </p:txBody>
      </p:sp>
      <p:sp>
        <p:nvSpPr>
          <p:cNvPr id="5" name="TextBox 4">
            <a:extLst>
              <a:ext uri="{FF2B5EF4-FFF2-40B4-BE49-F238E27FC236}">
                <a16:creationId xmlns:a16="http://schemas.microsoft.com/office/drawing/2014/main" id="{1BAB7CFA-9B83-F895-FEAF-CF67A9571E65}"/>
              </a:ext>
            </a:extLst>
          </p:cNvPr>
          <p:cNvSpPr txBox="1"/>
          <p:nvPr/>
        </p:nvSpPr>
        <p:spPr>
          <a:xfrm>
            <a:off x="662200" y="1386932"/>
            <a:ext cx="1402509" cy="461665"/>
          </a:xfrm>
          <a:prstGeom prst="rect">
            <a:avLst/>
          </a:prstGeom>
          <a:noFill/>
        </p:spPr>
        <p:txBody>
          <a:bodyPr wrap="square" rtlCol="0">
            <a:spAutoFit/>
          </a:bodyPr>
          <a:lstStyle/>
          <a:p>
            <a:r>
              <a:rPr lang="en-US" sz="2400" b="1" u="sng"/>
              <a:t>Sources</a:t>
            </a:r>
            <a:endParaRPr lang="en-GB" sz="2400" b="1" u="sng"/>
          </a:p>
        </p:txBody>
      </p:sp>
    </p:spTree>
    <p:extLst>
      <p:ext uri="{BB962C8B-B14F-4D97-AF65-F5344CB8AC3E}">
        <p14:creationId xmlns:p14="http://schemas.microsoft.com/office/powerpoint/2010/main" val="2796338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6F71-6FE9-65DE-189D-306FF70FA312}"/>
              </a:ext>
            </a:extLst>
          </p:cNvPr>
          <p:cNvSpPr>
            <a:spLocks noGrp="1"/>
          </p:cNvSpPr>
          <p:nvPr>
            <p:ph type="title"/>
          </p:nvPr>
        </p:nvSpPr>
        <p:spPr>
          <a:xfrm>
            <a:off x="838200" y="346336"/>
            <a:ext cx="10515600" cy="1199329"/>
          </a:xfrm>
        </p:spPr>
        <p:txBody>
          <a:bodyPr>
            <a:normAutofit/>
          </a:bodyPr>
          <a:lstStyle/>
          <a:p>
            <a:pPr algn="ctr"/>
            <a:r>
              <a:rPr lang="en-US"/>
              <a:t>Transfer in L3 acquisition</a:t>
            </a:r>
            <a:endParaRPr lang="en-GB"/>
          </a:p>
        </p:txBody>
      </p:sp>
      <p:sp>
        <p:nvSpPr>
          <p:cNvPr id="3" name="Content Placeholder 2">
            <a:extLst>
              <a:ext uri="{FF2B5EF4-FFF2-40B4-BE49-F238E27FC236}">
                <a16:creationId xmlns:a16="http://schemas.microsoft.com/office/drawing/2014/main" id="{A318D13D-CDE3-F807-1875-8A682133E36F}"/>
              </a:ext>
            </a:extLst>
          </p:cNvPr>
          <p:cNvSpPr>
            <a:spLocks noGrp="1"/>
          </p:cNvSpPr>
          <p:nvPr>
            <p:ph idx="1"/>
          </p:nvPr>
        </p:nvSpPr>
        <p:spPr>
          <a:xfrm>
            <a:off x="1839829" y="2104372"/>
            <a:ext cx="11353800" cy="1932557"/>
          </a:xfrm>
        </p:spPr>
        <p:txBody>
          <a:bodyPr>
            <a:normAutofit fontScale="92500" lnSpcReduction="20000"/>
          </a:bodyPr>
          <a:lstStyle/>
          <a:p>
            <a:pPr marL="0" indent="0">
              <a:buNone/>
            </a:pPr>
            <a:r>
              <a:rPr lang="en-US" sz="2600"/>
              <a:t>  </a:t>
            </a:r>
            <a:r>
              <a:rPr lang="en-US" sz="2600">
                <a:solidFill>
                  <a:schemeClr val="accent6">
                    <a:lumMod val="75000"/>
                  </a:schemeClr>
                </a:solidFill>
              </a:rPr>
              <a:t>L2 Status Factor Model (</a:t>
            </a:r>
            <a:r>
              <a:rPr lang="en-US" sz="2600" err="1">
                <a:solidFill>
                  <a:schemeClr val="accent6">
                    <a:lumMod val="75000"/>
                  </a:schemeClr>
                </a:solidFill>
              </a:rPr>
              <a:t>Bardel</a:t>
            </a:r>
            <a:r>
              <a:rPr lang="en-US" sz="2600">
                <a:solidFill>
                  <a:schemeClr val="accent6">
                    <a:lumMod val="75000"/>
                  </a:schemeClr>
                </a:solidFill>
              </a:rPr>
              <a:t> &amp; Falk, 2012)</a:t>
            </a:r>
          </a:p>
          <a:p>
            <a:pPr lvl="1"/>
            <a:r>
              <a:rPr lang="en-US" sz="2600"/>
              <a:t>L2 by default. Declarative memory for L2 and subsequent languages</a:t>
            </a:r>
          </a:p>
          <a:p>
            <a:pPr marL="0" indent="0">
              <a:buNone/>
            </a:pPr>
            <a:endParaRPr lang="en-US"/>
          </a:p>
          <a:p>
            <a:pPr marL="0" indent="0">
              <a:buNone/>
            </a:pPr>
            <a:r>
              <a:rPr lang="en-US" sz="2600"/>
              <a:t>  </a:t>
            </a:r>
            <a:r>
              <a:rPr lang="en-US" sz="2600">
                <a:solidFill>
                  <a:srgbClr val="F2A672"/>
                </a:solidFill>
              </a:rPr>
              <a:t>Cumulative Enhancement Model (Flynn, Foley &amp; </a:t>
            </a:r>
            <a:r>
              <a:rPr lang="en-US" sz="2600" err="1">
                <a:solidFill>
                  <a:srgbClr val="F2A672"/>
                </a:solidFill>
              </a:rPr>
              <a:t>Vinnitskaya</a:t>
            </a:r>
            <a:r>
              <a:rPr lang="en-US" sz="2600">
                <a:solidFill>
                  <a:srgbClr val="F2A672"/>
                </a:solidFill>
              </a:rPr>
              <a:t>, 2004)</a:t>
            </a:r>
          </a:p>
          <a:p>
            <a:pPr lvl="1"/>
            <a:r>
              <a:rPr lang="en-GB" sz="2600" b="0" i="0">
                <a:solidFill>
                  <a:srgbClr val="2E2E2E"/>
                </a:solidFill>
                <a:effectLst/>
                <a:latin typeface="ElsevierGulliver"/>
              </a:rPr>
              <a:t>Property-by-property and only facilitative</a:t>
            </a:r>
            <a:endParaRPr lang="en-US" sz="2600"/>
          </a:p>
          <a:p>
            <a:endParaRPr lang="en-US" sz="2600">
              <a:solidFill>
                <a:schemeClr val="accent2">
                  <a:lumMod val="50000"/>
                </a:schemeClr>
              </a:solidFill>
            </a:endParaRPr>
          </a:p>
        </p:txBody>
      </p:sp>
      <p:sp>
        <p:nvSpPr>
          <p:cNvPr id="4" name="Left Brace 3">
            <a:extLst>
              <a:ext uri="{FF2B5EF4-FFF2-40B4-BE49-F238E27FC236}">
                <a16:creationId xmlns:a16="http://schemas.microsoft.com/office/drawing/2014/main" id="{6364EAC1-C6F1-B570-E274-A66752528AAD}"/>
              </a:ext>
            </a:extLst>
          </p:cNvPr>
          <p:cNvSpPr/>
          <p:nvPr/>
        </p:nvSpPr>
        <p:spPr>
          <a:xfrm>
            <a:off x="1691741" y="2044605"/>
            <a:ext cx="191219" cy="776467"/>
          </a:xfrm>
          <a:prstGeom prst="leftBrace">
            <a:avLst/>
          </a:prstGeom>
          <a:solidFill>
            <a:schemeClr val="accent6">
              <a:lumMod val="40000"/>
              <a:lumOff val="6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 name="Left Brace 4">
            <a:extLst>
              <a:ext uri="{FF2B5EF4-FFF2-40B4-BE49-F238E27FC236}">
                <a16:creationId xmlns:a16="http://schemas.microsoft.com/office/drawing/2014/main" id="{3C7A036F-8604-B51D-6E45-3F149DA30A22}"/>
              </a:ext>
            </a:extLst>
          </p:cNvPr>
          <p:cNvSpPr/>
          <p:nvPr/>
        </p:nvSpPr>
        <p:spPr>
          <a:xfrm>
            <a:off x="1688868" y="3171783"/>
            <a:ext cx="191219" cy="2926080"/>
          </a:xfrm>
          <a:prstGeom prst="leftBrace">
            <a:avLst/>
          </a:prstGeom>
          <a:solidFill>
            <a:schemeClr val="accent2">
              <a:lumMod val="20000"/>
              <a:lumOff val="8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TextBox 8">
            <a:extLst>
              <a:ext uri="{FF2B5EF4-FFF2-40B4-BE49-F238E27FC236}">
                <a16:creationId xmlns:a16="http://schemas.microsoft.com/office/drawing/2014/main" id="{0A942DA4-E189-10AE-C4D5-028AF8EDC5A6}"/>
              </a:ext>
            </a:extLst>
          </p:cNvPr>
          <p:cNvSpPr txBox="1"/>
          <p:nvPr/>
        </p:nvSpPr>
        <p:spPr>
          <a:xfrm>
            <a:off x="626301" y="2004516"/>
            <a:ext cx="1112169" cy="830997"/>
          </a:xfrm>
          <a:prstGeom prst="rect">
            <a:avLst/>
          </a:prstGeom>
          <a:noFill/>
        </p:spPr>
        <p:txBody>
          <a:bodyPr wrap="square" rtlCol="0">
            <a:spAutoFit/>
          </a:bodyPr>
          <a:lstStyle/>
          <a:p>
            <a:pPr algn="ctr"/>
            <a:r>
              <a:rPr lang="en-US" sz="2400" b="1"/>
              <a:t>L2 </a:t>
            </a:r>
            <a:r>
              <a:rPr lang="en-US" sz="2400"/>
              <a:t>by default</a:t>
            </a:r>
            <a:endParaRPr lang="en-GB" sz="2400"/>
          </a:p>
        </p:txBody>
      </p:sp>
      <p:sp>
        <p:nvSpPr>
          <p:cNvPr id="10" name="TextBox 9">
            <a:extLst>
              <a:ext uri="{FF2B5EF4-FFF2-40B4-BE49-F238E27FC236}">
                <a16:creationId xmlns:a16="http://schemas.microsoft.com/office/drawing/2014/main" id="{CFF74A6D-4AC0-D595-877F-F4BE4AE31601}"/>
              </a:ext>
            </a:extLst>
          </p:cNvPr>
          <p:cNvSpPr txBox="1"/>
          <p:nvPr/>
        </p:nvSpPr>
        <p:spPr>
          <a:xfrm>
            <a:off x="682669" y="4011143"/>
            <a:ext cx="1054310" cy="1200329"/>
          </a:xfrm>
          <a:prstGeom prst="rect">
            <a:avLst/>
          </a:prstGeom>
          <a:noFill/>
        </p:spPr>
        <p:txBody>
          <a:bodyPr wrap="square" rtlCol="0">
            <a:spAutoFit/>
          </a:bodyPr>
          <a:lstStyle/>
          <a:p>
            <a:pPr algn="ctr"/>
            <a:r>
              <a:rPr lang="en-US" sz="2400" b="1"/>
              <a:t>L1</a:t>
            </a:r>
            <a:r>
              <a:rPr lang="en-US" sz="2400"/>
              <a:t> and/or </a:t>
            </a:r>
            <a:r>
              <a:rPr lang="en-US" sz="2400" b="1"/>
              <a:t>L2</a:t>
            </a:r>
            <a:endParaRPr lang="en-GB" sz="2400" b="1"/>
          </a:p>
        </p:txBody>
      </p:sp>
      <p:sp>
        <p:nvSpPr>
          <p:cNvPr id="7" name="Slide Number Placeholder 6">
            <a:extLst>
              <a:ext uri="{FF2B5EF4-FFF2-40B4-BE49-F238E27FC236}">
                <a16:creationId xmlns:a16="http://schemas.microsoft.com/office/drawing/2014/main" id="{379B1DBC-71F0-9870-F536-62AED796B01E}"/>
              </a:ext>
            </a:extLst>
          </p:cNvPr>
          <p:cNvSpPr>
            <a:spLocks noGrp="1"/>
          </p:cNvSpPr>
          <p:nvPr>
            <p:ph type="sldNum" sz="quarter" idx="12"/>
          </p:nvPr>
        </p:nvSpPr>
        <p:spPr/>
        <p:txBody>
          <a:bodyPr/>
          <a:lstStyle/>
          <a:p>
            <a:fld id="{F120EC50-82ED-45BA-9B48-47FD87D12700}" type="slidenum">
              <a:rPr lang="en-GB" smtClean="0"/>
              <a:t>8</a:t>
            </a:fld>
            <a:endParaRPr lang="en-GB"/>
          </a:p>
        </p:txBody>
      </p:sp>
      <p:sp>
        <p:nvSpPr>
          <p:cNvPr id="6" name="TextBox 5">
            <a:extLst>
              <a:ext uri="{FF2B5EF4-FFF2-40B4-BE49-F238E27FC236}">
                <a16:creationId xmlns:a16="http://schemas.microsoft.com/office/drawing/2014/main" id="{C0151450-AA84-247B-5AE9-20204DFEA4EE}"/>
              </a:ext>
            </a:extLst>
          </p:cNvPr>
          <p:cNvSpPr txBox="1"/>
          <p:nvPr/>
        </p:nvSpPr>
        <p:spPr>
          <a:xfrm>
            <a:off x="662200" y="1386932"/>
            <a:ext cx="1402509" cy="461665"/>
          </a:xfrm>
          <a:prstGeom prst="rect">
            <a:avLst/>
          </a:prstGeom>
          <a:noFill/>
        </p:spPr>
        <p:txBody>
          <a:bodyPr wrap="square" rtlCol="0">
            <a:spAutoFit/>
          </a:bodyPr>
          <a:lstStyle/>
          <a:p>
            <a:r>
              <a:rPr lang="en-US" sz="2400" b="1" u="sng"/>
              <a:t>Sources</a:t>
            </a:r>
            <a:endParaRPr lang="en-GB" sz="2400" b="1" u="sng"/>
          </a:p>
        </p:txBody>
      </p:sp>
    </p:spTree>
    <p:extLst>
      <p:ext uri="{BB962C8B-B14F-4D97-AF65-F5344CB8AC3E}">
        <p14:creationId xmlns:p14="http://schemas.microsoft.com/office/powerpoint/2010/main" val="3867219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6F71-6FE9-65DE-189D-306FF70FA312}"/>
              </a:ext>
            </a:extLst>
          </p:cNvPr>
          <p:cNvSpPr>
            <a:spLocks noGrp="1"/>
          </p:cNvSpPr>
          <p:nvPr>
            <p:ph type="title"/>
          </p:nvPr>
        </p:nvSpPr>
        <p:spPr>
          <a:xfrm>
            <a:off x="838200" y="346336"/>
            <a:ext cx="10515600" cy="1199329"/>
          </a:xfrm>
        </p:spPr>
        <p:txBody>
          <a:bodyPr>
            <a:normAutofit/>
          </a:bodyPr>
          <a:lstStyle/>
          <a:p>
            <a:pPr algn="ctr"/>
            <a:r>
              <a:rPr lang="en-US"/>
              <a:t>Transfer in L3 acquisition</a:t>
            </a:r>
            <a:endParaRPr lang="en-GB"/>
          </a:p>
        </p:txBody>
      </p:sp>
      <p:sp>
        <p:nvSpPr>
          <p:cNvPr id="3" name="Content Placeholder 2">
            <a:extLst>
              <a:ext uri="{FF2B5EF4-FFF2-40B4-BE49-F238E27FC236}">
                <a16:creationId xmlns:a16="http://schemas.microsoft.com/office/drawing/2014/main" id="{A318D13D-CDE3-F807-1875-8A682133E36F}"/>
              </a:ext>
            </a:extLst>
          </p:cNvPr>
          <p:cNvSpPr>
            <a:spLocks noGrp="1"/>
          </p:cNvSpPr>
          <p:nvPr>
            <p:ph idx="1"/>
          </p:nvPr>
        </p:nvSpPr>
        <p:spPr>
          <a:xfrm>
            <a:off x="1839829" y="2104371"/>
            <a:ext cx="11353800" cy="3075141"/>
          </a:xfrm>
        </p:spPr>
        <p:txBody>
          <a:bodyPr>
            <a:normAutofit fontScale="92500" lnSpcReduction="20000"/>
          </a:bodyPr>
          <a:lstStyle/>
          <a:p>
            <a:pPr marL="0" indent="0">
              <a:buNone/>
            </a:pPr>
            <a:r>
              <a:rPr lang="en-US" sz="2600"/>
              <a:t>  </a:t>
            </a:r>
            <a:r>
              <a:rPr lang="en-US" sz="2600">
                <a:solidFill>
                  <a:schemeClr val="accent6">
                    <a:lumMod val="75000"/>
                  </a:schemeClr>
                </a:solidFill>
              </a:rPr>
              <a:t>L2 Status Factor Model (</a:t>
            </a:r>
            <a:r>
              <a:rPr lang="en-US" sz="2600" err="1">
                <a:solidFill>
                  <a:schemeClr val="accent6">
                    <a:lumMod val="75000"/>
                  </a:schemeClr>
                </a:solidFill>
              </a:rPr>
              <a:t>Bardel</a:t>
            </a:r>
            <a:r>
              <a:rPr lang="en-US" sz="2600">
                <a:solidFill>
                  <a:schemeClr val="accent6">
                    <a:lumMod val="75000"/>
                  </a:schemeClr>
                </a:solidFill>
              </a:rPr>
              <a:t> &amp; Falk, 2012)</a:t>
            </a:r>
          </a:p>
          <a:p>
            <a:pPr lvl="1"/>
            <a:r>
              <a:rPr lang="en-US" sz="2600"/>
              <a:t>L2 by default. Declarative memory for L2 and subsequent languages</a:t>
            </a:r>
          </a:p>
          <a:p>
            <a:pPr marL="0" indent="0">
              <a:buNone/>
            </a:pPr>
            <a:endParaRPr lang="en-US"/>
          </a:p>
          <a:p>
            <a:pPr marL="0" indent="0">
              <a:buNone/>
            </a:pPr>
            <a:r>
              <a:rPr lang="en-US" sz="2600"/>
              <a:t>  </a:t>
            </a:r>
            <a:r>
              <a:rPr lang="en-US" sz="2600">
                <a:solidFill>
                  <a:srgbClr val="F2A672"/>
                </a:solidFill>
              </a:rPr>
              <a:t>Cumulative Enhancement Model (Flynn, Foley &amp; </a:t>
            </a:r>
            <a:r>
              <a:rPr lang="en-US" sz="2600" err="1">
                <a:solidFill>
                  <a:srgbClr val="F2A672"/>
                </a:solidFill>
              </a:rPr>
              <a:t>Vinnitskaya</a:t>
            </a:r>
            <a:r>
              <a:rPr lang="en-US" sz="2600">
                <a:solidFill>
                  <a:srgbClr val="F2A672"/>
                </a:solidFill>
              </a:rPr>
              <a:t>, 2004)</a:t>
            </a:r>
          </a:p>
          <a:p>
            <a:pPr lvl="1"/>
            <a:r>
              <a:rPr lang="en-GB" sz="2600" b="0" i="0">
                <a:solidFill>
                  <a:srgbClr val="2E2E2E"/>
                </a:solidFill>
                <a:effectLst/>
                <a:latin typeface="ElsevierGulliver"/>
              </a:rPr>
              <a:t>Property-by-property and only facilitative</a:t>
            </a:r>
            <a:endParaRPr lang="en-US" sz="2600"/>
          </a:p>
          <a:p>
            <a:endParaRPr lang="en-US"/>
          </a:p>
          <a:p>
            <a:pPr marL="0" indent="0">
              <a:buNone/>
            </a:pPr>
            <a:r>
              <a:rPr lang="en-US" sz="2600"/>
              <a:t>  </a:t>
            </a:r>
            <a:r>
              <a:rPr lang="en-US" sz="2600">
                <a:solidFill>
                  <a:schemeClr val="accent2">
                    <a:lumMod val="75000"/>
                  </a:schemeClr>
                </a:solidFill>
              </a:rPr>
              <a:t>Linguistic Proximity Model (</a:t>
            </a:r>
            <a:r>
              <a:rPr lang="en-GB" sz="2600">
                <a:solidFill>
                  <a:schemeClr val="accent2">
                    <a:lumMod val="75000"/>
                  </a:schemeClr>
                </a:solidFill>
              </a:rPr>
              <a:t>Westergaard et al., 2017</a:t>
            </a:r>
            <a:r>
              <a:rPr lang="en-US" sz="2600">
                <a:solidFill>
                  <a:schemeClr val="accent2">
                    <a:lumMod val="75000"/>
                  </a:schemeClr>
                </a:solidFill>
              </a:rPr>
              <a:t>)</a:t>
            </a:r>
          </a:p>
          <a:p>
            <a:pPr lvl="1"/>
            <a:r>
              <a:rPr lang="en-GB" sz="2600" b="0" i="0">
                <a:solidFill>
                  <a:srgbClr val="2E2E2E"/>
                </a:solidFill>
                <a:effectLst/>
                <a:latin typeface="ElsevierGulliver"/>
              </a:rPr>
              <a:t>Property-by-property, with facilitative </a:t>
            </a:r>
            <a:r>
              <a:rPr lang="en-GB" sz="2600">
                <a:solidFill>
                  <a:srgbClr val="2E2E2E"/>
                </a:solidFill>
                <a:latin typeface="ElsevierGulliver"/>
              </a:rPr>
              <a:t>and non-facilitative outcomes</a:t>
            </a:r>
            <a:endParaRPr lang="en-US" sz="2600">
              <a:solidFill>
                <a:srgbClr val="2E2E2E"/>
              </a:solidFill>
              <a:latin typeface="ElsevierGulliver"/>
            </a:endParaRPr>
          </a:p>
          <a:p>
            <a:endParaRPr lang="en-US" sz="2600">
              <a:solidFill>
                <a:schemeClr val="accent2">
                  <a:lumMod val="50000"/>
                </a:schemeClr>
              </a:solidFill>
            </a:endParaRPr>
          </a:p>
        </p:txBody>
      </p:sp>
      <p:sp>
        <p:nvSpPr>
          <p:cNvPr id="4" name="Left Brace 3">
            <a:extLst>
              <a:ext uri="{FF2B5EF4-FFF2-40B4-BE49-F238E27FC236}">
                <a16:creationId xmlns:a16="http://schemas.microsoft.com/office/drawing/2014/main" id="{6364EAC1-C6F1-B570-E274-A66752528AAD}"/>
              </a:ext>
            </a:extLst>
          </p:cNvPr>
          <p:cNvSpPr/>
          <p:nvPr/>
        </p:nvSpPr>
        <p:spPr>
          <a:xfrm>
            <a:off x="1691741" y="2044605"/>
            <a:ext cx="191219" cy="776467"/>
          </a:xfrm>
          <a:prstGeom prst="leftBrace">
            <a:avLst/>
          </a:prstGeom>
          <a:solidFill>
            <a:schemeClr val="accent6">
              <a:lumMod val="40000"/>
              <a:lumOff val="6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 name="Left Brace 4">
            <a:extLst>
              <a:ext uri="{FF2B5EF4-FFF2-40B4-BE49-F238E27FC236}">
                <a16:creationId xmlns:a16="http://schemas.microsoft.com/office/drawing/2014/main" id="{3C7A036F-8604-B51D-6E45-3F149DA30A22}"/>
              </a:ext>
            </a:extLst>
          </p:cNvPr>
          <p:cNvSpPr/>
          <p:nvPr/>
        </p:nvSpPr>
        <p:spPr>
          <a:xfrm>
            <a:off x="1688868" y="3171783"/>
            <a:ext cx="191219" cy="2926080"/>
          </a:xfrm>
          <a:prstGeom prst="leftBrace">
            <a:avLst/>
          </a:prstGeom>
          <a:solidFill>
            <a:schemeClr val="accent2">
              <a:lumMod val="20000"/>
              <a:lumOff val="8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TextBox 8">
            <a:extLst>
              <a:ext uri="{FF2B5EF4-FFF2-40B4-BE49-F238E27FC236}">
                <a16:creationId xmlns:a16="http://schemas.microsoft.com/office/drawing/2014/main" id="{4A25C190-37F5-4065-2B2B-C5136B08554B}"/>
              </a:ext>
            </a:extLst>
          </p:cNvPr>
          <p:cNvSpPr txBox="1"/>
          <p:nvPr/>
        </p:nvSpPr>
        <p:spPr>
          <a:xfrm>
            <a:off x="626301" y="2004516"/>
            <a:ext cx="1112169" cy="830997"/>
          </a:xfrm>
          <a:prstGeom prst="rect">
            <a:avLst/>
          </a:prstGeom>
          <a:noFill/>
        </p:spPr>
        <p:txBody>
          <a:bodyPr wrap="square" rtlCol="0">
            <a:spAutoFit/>
          </a:bodyPr>
          <a:lstStyle/>
          <a:p>
            <a:pPr algn="ctr"/>
            <a:r>
              <a:rPr lang="en-US" sz="2400" b="1"/>
              <a:t>L2 </a:t>
            </a:r>
            <a:r>
              <a:rPr lang="en-US" sz="2400"/>
              <a:t>by default</a:t>
            </a:r>
            <a:endParaRPr lang="en-GB" sz="2400"/>
          </a:p>
        </p:txBody>
      </p:sp>
      <p:sp>
        <p:nvSpPr>
          <p:cNvPr id="10" name="TextBox 9">
            <a:extLst>
              <a:ext uri="{FF2B5EF4-FFF2-40B4-BE49-F238E27FC236}">
                <a16:creationId xmlns:a16="http://schemas.microsoft.com/office/drawing/2014/main" id="{4657F830-3CB0-397A-FDFD-9757A0FE2A4E}"/>
              </a:ext>
            </a:extLst>
          </p:cNvPr>
          <p:cNvSpPr txBox="1"/>
          <p:nvPr/>
        </p:nvSpPr>
        <p:spPr>
          <a:xfrm>
            <a:off x="682669" y="4011143"/>
            <a:ext cx="1054310" cy="1200329"/>
          </a:xfrm>
          <a:prstGeom prst="rect">
            <a:avLst/>
          </a:prstGeom>
          <a:noFill/>
        </p:spPr>
        <p:txBody>
          <a:bodyPr wrap="square" rtlCol="0">
            <a:spAutoFit/>
          </a:bodyPr>
          <a:lstStyle/>
          <a:p>
            <a:pPr algn="ctr"/>
            <a:r>
              <a:rPr lang="en-US" sz="2400" b="1"/>
              <a:t>L1</a:t>
            </a:r>
            <a:r>
              <a:rPr lang="en-US" sz="2400"/>
              <a:t> and/or </a:t>
            </a:r>
            <a:r>
              <a:rPr lang="en-US" sz="2400" b="1"/>
              <a:t>L2</a:t>
            </a:r>
            <a:endParaRPr lang="en-GB" sz="2400" b="1"/>
          </a:p>
        </p:txBody>
      </p:sp>
      <p:sp>
        <p:nvSpPr>
          <p:cNvPr id="7" name="Slide Number Placeholder 6">
            <a:extLst>
              <a:ext uri="{FF2B5EF4-FFF2-40B4-BE49-F238E27FC236}">
                <a16:creationId xmlns:a16="http://schemas.microsoft.com/office/drawing/2014/main" id="{102B5B79-CD0D-60EF-469F-3AD23D12D42A}"/>
              </a:ext>
            </a:extLst>
          </p:cNvPr>
          <p:cNvSpPr>
            <a:spLocks noGrp="1"/>
          </p:cNvSpPr>
          <p:nvPr>
            <p:ph type="sldNum" sz="quarter" idx="12"/>
          </p:nvPr>
        </p:nvSpPr>
        <p:spPr/>
        <p:txBody>
          <a:bodyPr/>
          <a:lstStyle/>
          <a:p>
            <a:fld id="{F120EC50-82ED-45BA-9B48-47FD87D12700}" type="slidenum">
              <a:rPr lang="en-GB" smtClean="0"/>
              <a:t>9</a:t>
            </a:fld>
            <a:endParaRPr lang="en-GB"/>
          </a:p>
        </p:txBody>
      </p:sp>
      <p:sp>
        <p:nvSpPr>
          <p:cNvPr id="6" name="TextBox 5">
            <a:extLst>
              <a:ext uri="{FF2B5EF4-FFF2-40B4-BE49-F238E27FC236}">
                <a16:creationId xmlns:a16="http://schemas.microsoft.com/office/drawing/2014/main" id="{2C5AA7B6-7F41-A2BB-4AB4-B7542885CD50}"/>
              </a:ext>
            </a:extLst>
          </p:cNvPr>
          <p:cNvSpPr txBox="1"/>
          <p:nvPr/>
        </p:nvSpPr>
        <p:spPr>
          <a:xfrm>
            <a:off x="662200" y="1386932"/>
            <a:ext cx="1402509" cy="461665"/>
          </a:xfrm>
          <a:prstGeom prst="rect">
            <a:avLst/>
          </a:prstGeom>
          <a:noFill/>
        </p:spPr>
        <p:txBody>
          <a:bodyPr wrap="square" rtlCol="0">
            <a:spAutoFit/>
          </a:bodyPr>
          <a:lstStyle/>
          <a:p>
            <a:r>
              <a:rPr lang="en-US" sz="2400" b="1" u="sng"/>
              <a:t>Sources</a:t>
            </a:r>
            <a:endParaRPr lang="en-GB" sz="2400" b="1" u="sng"/>
          </a:p>
        </p:txBody>
      </p:sp>
    </p:spTree>
    <p:extLst>
      <p:ext uri="{BB962C8B-B14F-4D97-AF65-F5344CB8AC3E}">
        <p14:creationId xmlns:p14="http://schemas.microsoft.com/office/powerpoint/2010/main" val="1341409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6F71-6FE9-65DE-189D-306FF70FA312}"/>
              </a:ext>
            </a:extLst>
          </p:cNvPr>
          <p:cNvSpPr>
            <a:spLocks noGrp="1"/>
          </p:cNvSpPr>
          <p:nvPr>
            <p:ph type="title"/>
          </p:nvPr>
        </p:nvSpPr>
        <p:spPr>
          <a:xfrm>
            <a:off x="838200" y="346336"/>
            <a:ext cx="10515600" cy="1199329"/>
          </a:xfrm>
        </p:spPr>
        <p:txBody>
          <a:bodyPr>
            <a:normAutofit/>
          </a:bodyPr>
          <a:lstStyle/>
          <a:p>
            <a:pPr algn="ctr"/>
            <a:r>
              <a:rPr lang="en-US"/>
              <a:t>Transfer in L3 acquisition</a:t>
            </a:r>
            <a:endParaRPr lang="en-GB"/>
          </a:p>
        </p:txBody>
      </p:sp>
      <p:sp>
        <p:nvSpPr>
          <p:cNvPr id="3" name="Content Placeholder 2">
            <a:extLst>
              <a:ext uri="{FF2B5EF4-FFF2-40B4-BE49-F238E27FC236}">
                <a16:creationId xmlns:a16="http://schemas.microsoft.com/office/drawing/2014/main" id="{A318D13D-CDE3-F807-1875-8A682133E36F}"/>
              </a:ext>
            </a:extLst>
          </p:cNvPr>
          <p:cNvSpPr>
            <a:spLocks noGrp="1"/>
          </p:cNvSpPr>
          <p:nvPr>
            <p:ph idx="1"/>
          </p:nvPr>
        </p:nvSpPr>
        <p:spPr>
          <a:xfrm>
            <a:off x="1839829" y="2104372"/>
            <a:ext cx="11353800" cy="4392004"/>
          </a:xfrm>
        </p:spPr>
        <p:txBody>
          <a:bodyPr>
            <a:normAutofit fontScale="92500" lnSpcReduction="20000"/>
          </a:bodyPr>
          <a:lstStyle/>
          <a:p>
            <a:pPr marL="0" indent="0">
              <a:buNone/>
            </a:pPr>
            <a:r>
              <a:rPr lang="en-US" sz="2600"/>
              <a:t>  </a:t>
            </a:r>
            <a:r>
              <a:rPr lang="en-US" sz="2600">
                <a:solidFill>
                  <a:schemeClr val="accent6">
                    <a:lumMod val="75000"/>
                  </a:schemeClr>
                </a:solidFill>
              </a:rPr>
              <a:t>L2 Status Factor Model (</a:t>
            </a:r>
            <a:r>
              <a:rPr lang="en-US" sz="2600" err="1">
                <a:solidFill>
                  <a:schemeClr val="accent6">
                    <a:lumMod val="75000"/>
                  </a:schemeClr>
                </a:solidFill>
              </a:rPr>
              <a:t>Bardel</a:t>
            </a:r>
            <a:r>
              <a:rPr lang="en-US" sz="2600">
                <a:solidFill>
                  <a:schemeClr val="accent6">
                    <a:lumMod val="75000"/>
                  </a:schemeClr>
                </a:solidFill>
              </a:rPr>
              <a:t> &amp; Falk, 2012)</a:t>
            </a:r>
          </a:p>
          <a:p>
            <a:pPr lvl="1"/>
            <a:r>
              <a:rPr lang="en-US" sz="2600"/>
              <a:t>L2 by default. Declarative memory for L2 and subsequent languages</a:t>
            </a:r>
          </a:p>
          <a:p>
            <a:pPr marL="0" indent="0">
              <a:buNone/>
            </a:pPr>
            <a:endParaRPr lang="en-US"/>
          </a:p>
          <a:p>
            <a:pPr marL="0" indent="0">
              <a:buNone/>
            </a:pPr>
            <a:r>
              <a:rPr lang="en-US" sz="2600"/>
              <a:t>  </a:t>
            </a:r>
            <a:r>
              <a:rPr lang="en-US" sz="2600">
                <a:solidFill>
                  <a:srgbClr val="F2A672"/>
                </a:solidFill>
              </a:rPr>
              <a:t>Cumulative Enhancement Model (Flynn, Foley &amp; </a:t>
            </a:r>
            <a:r>
              <a:rPr lang="en-US" sz="2600" err="1">
                <a:solidFill>
                  <a:srgbClr val="F2A672"/>
                </a:solidFill>
              </a:rPr>
              <a:t>Vinnitskaya</a:t>
            </a:r>
            <a:r>
              <a:rPr lang="en-US" sz="2600">
                <a:solidFill>
                  <a:srgbClr val="F2A672"/>
                </a:solidFill>
              </a:rPr>
              <a:t>, 2004)</a:t>
            </a:r>
          </a:p>
          <a:p>
            <a:pPr lvl="1"/>
            <a:r>
              <a:rPr lang="en-GB" sz="2600" b="0" i="0">
                <a:solidFill>
                  <a:srgbClr val="2E2E2E"/>
                </a:solidFill>
                <a:effectLst/>
                <a:latin typeface="ElsevierGulliver"/>
              </a:rPr>
              <a:t>Property-by-property and only facilitative</a:t>
            </a:r>
            <a:endParaRPr lang="en-US" sz="2600"/>
          </a:p>
          <a:p>
            <a:endParaRPr lang="en-US"/>
          </a:p>
          <a:p>
            <a:pPr marL="0" indent="0">
              <a:buNone/>
            </a:pPr>
            <a:r>
              <a:rPr lang="en-US" sz="2600"/>
              <a:t>  </a:t>
            </a:r>
            <a:r>
              <a:rPr lang="en-US" sz="2600">
                <a:solidFill>
                  <a:schemeClr val="accent2">
                    <a:lumMod val="75000"/>
                  </a:schemeClr>
                </a:solidFill>
              </a:rPr>
              <a:t>Linguistic Proximity Model (</a:t>
            </a:r>
            <a:r>
              <a:rPr lang="en-GB" sz="2600">
                <a:solidFill>
                  <a:schemeClr val="accent2">
                    <a:lumMod val="75000"/>
                  </a:schemeClr>
                </a:solidFill>
              </a:rPr>
              <a:t>Westergaard et al., 2017</a:t>
            </a:r>
            <a:r>
              <a:rPr lang="en-US" sz="2600">
                <a:solidFill>
                  <a:schemeClr val="accent2">
                    <a:lumMod val="75000"/>
                  </a:schemeClr>
                </a:solidFill>
              </a:rPr>
              <a:t>)</a:t>
            </a:r>
          </a:p>
          <a:p>
            <a:pPr lvl="1"/>
            <a:r>
              <a:rPr lang="en-GB" sz="2600" b="0" i="0">
                <a:solidFill>
                  <a:srgbClr val="2E2E2E"/>
                </a:solidFill>
                <a:effectLst/>
                <a:latin typeface="ElsevierGulliver"/>
              </a:rPr>
              <a:t>Property-by-property, with facilitative and non-facilitative cases</a:t>
            </a:r>
            <a:endParaRPr lang="en-US" sz="2600"/>
          </a:p>
          <a:p>
            <a:endParaRPr lang="en-US"/>
          </a:p>
          <a:p>
            <a:pPr marL="0" indent="0">
              <a:buNone/>
            </a:pPr>
            <a:r>
              <a:rPr lang="en-US" sz="2600"/>
              <a:t>  </a:t>
            </a:r>
            <a:r>
              <a:rPr lang="en-US" sz="2600">
                <a:solidFill>
                  <a:schemeClr val="accent2">
                    <a:lumMod val="50000"/>
                  </a:schemeClr>
                </a:solidFill>
              </a:rPr>
              <a:t>Typological Primacy Model (Rothman, 2011)</a:t>
            </a:r>
          </a:p>
          <a:p>
            <a:pPr lvl="1"/>
            <a:r>
              <a:rPr lang="en-US" sz="2600"/>
              <a:t>Full transfer from one language, based on overall structural similarity</a:t>
            </a:r>
            <a:endParaRPr lang="en-GB" sz="2600"/>
          </a:p>
        </p:txBody>
      </p:sp>
      <p:sp>
        <p:nvSpPr>
          <p:cNvPr id="4" name="Left Brace 3">
            <a:extLst>
              <a:ext uri="{FF2B5EF4-FFF2-40B4-BE49-F238E27FC236}">
                <a16:creationId xmlns:a16="http://schemas.microsoft.com/office/drawing/2014/main" id="{6364EAC1-C6F1-B570-E274-A66752528AAD}"/>
              </a:ext>
            </a:extLst>
          </p:cNvPr>
          <p:cNvSpPr/>
          <p:nvPr/>
        </p:nvSpPr>
        <p:spPr>
          <a:xfrm>
            <a:off x="1691741" y="2044605"/>
            <a:ext cx="191219" cy="776467"/>
          </a:xfrm>
          <a:prstGeom prst="leftBrace">
            <a:avLst/>
          </a:prstGeom>
          <a:solidFill>
            <a:schemeClr val="accent6">
              <a:lumMod val="40000"/>
              <a:lumOff val="6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 name="Left Brace 4">
            <a:extLst>
              <a:ext uri="{FF2B5EF4-FFF2-40B4-BE49-F238E27FC236}">
                <a16:creationId xmlns:a16="http://schemas.microsoft.com/office/drawing/2014/main" id="{3C7A036F-8604-B51D-6E45-3F149DA30A22}"/>
              </a:ext>
            </a:extLst>
          </p:cNvPr>
          <p:cNvSpPr/>
          <p:nvPr/>
        </p:nvSpPr>
        <p:spPr>
          <a:xfrm>
            <a:off x="1688868" y="3171783"/>
            <a:ext cx="191219" cy="2926080"/>
          </a:xfrm>
          <a:prstGeom prst="leftBrace">
            <a:avLst/>
          </a:prstGeom>
          <a:solidFill>
            <a:schemeClr val="accent2">
              <a:lumMod val="20000"/>
              <a:lumOff val="8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TextBox 8">
            <a:extLst>
              <a:ext uri="{FF2B5EF4-FFF2-40B4-BE49-F238E27FC236}">
                <a16:creationId xmlns:a16="http://schemas.microsoft.com/office/drawing/2014/main" id="{4C50EBDF-82D7-E176-0F71-CAA0F745D05F}"/>
              </a:ext>
            </a:extLst>
          </p:cNvPr>
          <p:cNvSpPr txBox="1"/>
          <p:nvPr/>
        </p:nvSpPr>
        <p:spPr>
          <a:xfrm>
            <a:off x="626301" y="2004516"/>
            <a:ext cx="1112169" cy="830997"/>
          </a:xfrm>
          <a:prstGeom prst="rect">
            <a:avLst/>
          </a:prstGeom>
          <a:noFill/>
        </p:spPr>
        <p:txBody>
          <a:bodyPr wrap="square" rtlCol="0">
            <a:spAutoFit/>
          </a:bodyPr>
          <a:lstStyle/>
          <a:p>
            <a:pPr algn="ctr"/>
            <a:r>
              <a:rPr lang="en-US" sz="2400" b="1"/>
              <a:t>L2 </a:t>
            </a:r>
            <a:r>
              <a:rPr lang="en-US" sz="2400"/>
              <a:t>by default</a:t>
            </a:r>
            <a:endParaRPr lang="en-GB" sz="2400"/>
          </a:p>
        </p:txBody>
      </p:sp>
      <p:sp>
        <p:nvSpPr>
          <p:cNvPr id="10" name="TextBox 9">
            <a:extLst>
              <a:ext uri="{FF2B5EF4-FFF2-40B4-BE49-F238E27FC236}">
                <a16:creationId xmlns:a16="http://schemas.microsoft.com/office/drawing/2014/main" id="{A962470B-70CF-7DA4-C814-A0C4ED50F61C}"/>
              </a:ext>
            </a:extLst>
          </p:cNvPr>
          <p:cNvSpPr txBox="1"/>
          <p:nvPr/>
        </p:nvSpPr>
        <p:spPr>
          <a:xfrm>
            <a:off x="682669" y="4011143"/>
            <a:ext cx="1054310" cy="1200329"/>
          </a:xfrm>
          <a:prstGeom prst="rect">
            <a:avLst/>
          </a:prstGeom>
          <a:noFill/>
        </p:spPr>
        <p:txBody>
          <a:bodyPr wrap="square" rtlCol="0">
            <a:spAutoFit/>
          </a:bodyPr>
          <a:lstStyle/>
          <a:p>
            <a:pPr algn="ctr"/>
            <a:r>
              <a:rPr lang="en-US" sz="2400" b="1"/>
              <a:t>L1</a:t>
            </a:r>
            <a:r>
              <a:rPr lang="en-US" sz="2400"/>
              <a:t> and/or </a:t>
            </a:r>
            <a:r>
              <a:rPr lang="en-US" sz="2400" b="1"/>
              <a:t>L2</a:t>
            </a:r>
            <a:endParaRPr lang="en-GB" sz="2400" b="1"/>
          </a:p>
        </p:txBody>
      </p:sp>
      <p:sp>
        <p:nvSpPr>
          <p:cNvPr id="11" name="TextBox 10">
            <a:extLst>
              <a:ext uri="{FF2B5EF4-FFF2-40B4-BE49-F238E27FC236}">
                <a16:creationId xmlns:a16="http://schemas.microsoft.com/office/drawing/2014/main" id="{A29443FB-DC62-BBD1-FE2B-2667DAD92224}"/>
              </a:ext>
            </a:extLst>
          </p:cNvPr>
          <p:cNvSpPr txBox="1"/>
          <p:nvPr/>
        </p:nvSpPr>
        <p:spPr>
          <a:xfrm>
            <a:off x="662200" y="1386932"/>
            <a:ext cx="1402509" cy="461665"/>
          </a:xfrm>
          <a:prstGeom prst="rect">
            <a:avLst/>
          </a:prstGeom>
          <a:noFill/>
        </p:spPr>
        <p:txBody>
          <a:bodyPr wrap="square" rtlCol="0">
            <a:spAutoFit/>
          </a:bodyPr>
          <a:lstStyle/>
          <a:p>
            <a:r>
              <a:rPr lang="en-US" sz="2400" b="1" u="sng"/>
              <a:t>Sources</a:t>
            </a:r>
            <a:endParaRPr lang="en-GB" sz="2400" b="1" u="sng"/>
          </a:p>
        </p:txBody>
      </p:sp>
      <p:sp>
        <p:nvSpPr>
          <p:cNvPr id="7" name="Slide Number Placeholder 6">
            <a:extLst>
              <a:ext uri="{FF2B5EF4-FFF2-40B4-BE49-F238E27FC236}">
                <a16:creationId xmlns:a16="http://schemas.microsoft.com/office/drawing/2014/main" id="{6BEAB4F5-378B-563A-5E1B-83A7A1EAF905}"/>
              </a:ext>
            </a:extLst>
          </p:cNvPr>
          <p:cNvSpPr>
            <a:spLocks noGrp="1"/>
          </p:cNvSpPr>
          <p:nvPr>
            <p:ph type="sldNum" sz="quarter" idx="12"/>
          </p:nvPr>
        </p:nvSpPr>
        <p:spPr/>
        <p:txBody>
          <a:bodyPr/>
          <a:lstStyle/>
          <a:p>
            <a:fld id="{F120EC50-82ED-45BA-9B48-47FD87D12700}" type="slidenum">
              <a:rPr lang="en-GB" smtClean="0"/>
              <a:t>10</a:t>
            </a:fld>
            <a:endParaRPr lang="en-GB"/>
          </a:p>
        </p:txBody>
      </p:sp>
    </p:spTree>
    <p:extLst>
      <p:ext uri="{BB962C8B-B14F-4D97-AF65-F5344CB8AC3E}">
        <p14:creationId xmlns:p14="http://schemas.microsoft.com/office/powerpoint/2010/main" val="943170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719C1-457C-CCBE-2FB1-26572DB2BE73}"/>
              </a:ext>
            </a:extLst>
          </p:cNvPr>
          <p:cNvSpPr>
            <a:spLocks noGrp="1"/>
          </p:cNvSpPr>
          <p:nvPr>
            <p:ph type="title"/>
          </p:nvPr>
        </p:nvSpPr>
        <p:spPr/>
        <p:txBody>
          <a:bodyPr/>
          <a:lstStyle/>
          <a:p>
            <a:pPr algn="ctr"/>
            <a:r>
              <a:rPr lang="en-US"/>
              <a:t>Morphosyntactic transfer in L3 acquisition</a:t>
            </a:r>
            <a:endParaRPr lang="en-GB"/>
          </a:p>
        </p:txBody>
      </p:sp>
      <p:sp>
        <p:nvSpPr>
          <p:cNvPr id="3" name="Content Placeholder 2">
            <a:extLst>
              <a:ext uri="{FF2B5EF4-FFF2-40B4-BE49-F238E27FC236}">
                <a16:creationId xmlns:a16="http://schemas.microsoft.com/office/drawing/2014/main" id="{9035B4B9-8102-5C69-1EA7-18E04B24A863}"/>
              </a:ext>
            </a:extLst>
          </p:cNvPr>
          <p:cNvSpPr>
            <a:spLocks noGrp="1"/>
          </p:cNvSpPr>
          <p:nvPr>
            <p:ph idx="1"/>
          </p:nvPr>
        </p:nvSpPr>
        <p:spPr/>
        <p:txBody>
          <a:bodyPr/>
          <a:lstStyle/>
          <a:p>
            <a:endParaRPr lang="en-GB"/>
          </a:p>
        </p:txBody>
      </p:sp>
      <p:sp>
        <p:nvSpPr>
          <p:cNvPr id="5" name="Slide Number Placeholder 4">
            <a:extLst>
              <a:ext uri="{FF2B5EF4-FFF2-40B4-BE49-F238E27FC236}">
                <a16:creationId xmlns:a16="http://schemas.microsoft.com/office/drawing/2014/main" id="{C020B221-CF96-4C88-1329-61DFBDF5E2A1}"/>
              </a:ext>
            </a:extLst>
          </p:cNvPr>
          <p:cNvSpPr>
            <a:spLocks noGrp="1"/>
          </p:cNvSpPr>
          <p:nvPr>
            <p:ph type="sldNum" sz="quarter" idx="12"/>
          </p:nvPr>
        </p:nvSpPr>
        <p:spPr/>
        <p:txBody>
          <a:bodyPr/>
          <a:lstStyle/>
          <a:p>
            <a:fld id="{F120EC50-82ED-45BA-9B48-47FD87D12700}" type="slidenum">
              <a:rPr lang="en-GB" smtClean="0"/>
              <a:t>11</a:t>
            </a:fld>
            <a:endParaRPr lang="en-GB"/>
          </a:p>
        </p:txBody>
      </p:sp>
    </p:spTree>
    <p:extLst>
      <p:ext uri="{BB962C8B-B14F-4D97-AF65-F5344CB8AC3E}">
        <p14:creationId xmlns:p14="http://schemas.microsoft.com/office/powerpoint/2010/main" val="1538659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85658-06B4-8BD1-B87B-E05A673934FF}"/>
              </a:ext>
            </a:extLst>
          </p:cNvPr>
          <p:cNvSpPr>
            <a:spLocks noGrp="1"/>
          </p:cNvSpPr>
          <p:nvPr>
            <p:ph idx="1"/>
          </p:nvPr>
        </p:nvSpPr>
        <p:spPr>
          <a:xfrm>
            <a:off x="838200" y="1717582"/>
            <a:ext cx="10515600" cy="4584977"/>
          </a:xfrm>
        </p:spPr>
        <p:txBody>
          <a:bodyPr>
            <a:normAutofit/>
          </a:bodyPr>
          <a:lstStyle/>
          <a:p>
            <a:pPr>
              <a:lnSpc>
                <a:spcPct val="110000"/>
              </a:lnSpc>
            </a:pPr>
            <a:r>
              <a:rPr lang="en-US" sz="2400" b="1"/>
              <a:t>Confounds </a:t>
            </a:r>
            <a:r>
              <a:rPr lang="en-US" sz="2400"/>
              <a:t>when using natural languages: age of acquisition, frequency of use, proficiency level, morphological salience, etc.</a:t>
            </a:r>
            <a:endParaRPr lang="en-GB"/>
          </a:p>
        </p:txBody>
      </p:sp>
      <p:sp>
        <p:nvSpPr>
          <p:cNvPr id="6" name="Title 1">
            <a:extLst>
              <a:ext uri="{FF2B5EF4-FFF2-40B4-BE49-F238E27FC236}">
                <a16:creationId xmlns:a16="http://schemas.microsoft.com/office/drawing/2014/main" id="{B8813250-D62B-D1A0-7B01-D7671F5E61E9}"/>
              </a:ext>
            </a:extLst>
          </p:cNvPr>
          <p:cNvSpPr>
            <a:spLocks noGrp="1"/>
          </p:cNvSpPr>
          <p:nvPr>
            <p:ph type="title"/>
          </p:nvPr>
        </p:nvSpPr>
        <p:spPr>
          <a:xfrm>
            <a:off x="838200" y="365125"/>
            <a:ext cx="10515600" cy="1325563"/>
          </a:xfrm>
        </p:spPr>
        <p:txBody>
          <a:bodyPr/>
          <a:lstStyle/>
          <a:p>
            <a:pPr algn="ctr"/>
            <a:r>
              <a:rPr lang="en-US"/>
              <a:t>Morphosyntactic transfer in L3 acquisition</a:t>
            </a:r>
            <a:endParaRPr lang="en-GB"/>
          </a:p>
        </p:txBody>
      </p:sp>
      <p:sp>
        <p:nvSpPr>
          <p:cNvPr id="4" name="Slide Number Placeholder 3">
            <a:extLst>
              <a:ext uri="{FF2B5EF4-FFF2-40B4-BE49-F238E27FC236}">
                <a16:creationId xmlns:a16="http://schemas.microsoft.com/office/drawing/2014/main" id="{CC805229-AF4C-CF98-002F-64F2052FD0BC}"/>
              </a:ext>
            </a:extLst>
          </p:cNvPr>
          <p:cNvSpPr>
            <a:spLocks noGrp="1"/>
          </p:cNvSpPr>
          <p:nvPr>
            <p:ph type="sldNum" sz="quarter" idx="12"/>
          </p:nvPr>
        </p:nvSpPr>
        <p:spPr/>
        <p:txBody>
          <a:bodyPr/>
          <a:lstStyle/>
          <a:p>
            <a:fld id="{F120EC50-82ED-45BA-9B48-47FD87D12700}" type="slidenum">
              <a:rPr lang="en-GB" smtClean="0"/>
              <a:t>12</a:t>
            </a:fld>
            <a:endParaRPr lang="en-GB"/>
          </a:p>
        </p:txBody>
      </p:sp>
    </p:spTree>
    <p:extLst>
      <p:ext uri="{BB962C8B-B14F-4D97-AF65-F5344CB8AC3E}">
        <p14:creationId xmlns:p14="http://schemas.microsoft.com/office/powerpoint/2010/main" val="2191889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85658-06B4-8BD1-B87B-E05A673934FF}"/>
              </a:ext>
            </a:extLst>
          </p:cNvPr>
          <p:cNvSpPr>
            <a:spLocks noGrp="1"/>
          </p:cNvSpPr>
          <p:nvPr>
            <p:ph idx="1"/>
          </p:nvPr>
        </p:nvSpPr>
        <p:spPr>
          <a:xfrm>
            <a:off x="838200" y="1709080"/>
            <a:ext cx="10515600" cy="4530725"/>
          </a:xfrm>
        </p:spPr>
        <p:txBody>
          <a:bodyPr>
            <a:normAutofit/>
          </a:bodyPr>
          <a:lstStyle/>
          <a:p>
            <a:pPr>
              <a:lnSpc>
                <a:spcPct val="110000"/>
              </a:lnSpc>
            </a:pPr>
            <a:r>
              <a:rPr lang="en-US" sz="2400" b="1" dirty="0">
                <a:solidFill>
                  <a:schemeClr val="bg2">
                    <a:lumMod val="75000"/>
                  </a:schemeClr>
                </a:solidFill>
              </a:rPr>
              <a:t>Confounds </a:t>
            </a:r>
            <a:r>
              <a:rPr lang="en-US" sz="2400" dirty="0">
                <a:solidFill>
                  <a:schemeClr val="bg2">
                    <a:lumMod val="75000"/>
                  </a:schemeClr>
                </a:solidFill>
              </a:rPr>
              <a:t>when using natural languages: age of acquisition, frequency of use, proficiency level, morphological salience, etc.</a:t>
            </a:r>
            <a:endParaRPr lang="en-GB" sz="2400" dirty="0">
              <a:solidFill>
                <a:schemeClr val="bg2">
                  <a:lumMod val="75000"/>
                </a:schemeClr>
              </a:solidFill>
            </a:endParaRPr>
          </a:p>
          <a:p>
            <a:endParaRPr lang="en-US" sz="600" dirty="0"/>
          </a:p>
          <a:p>
            <a:r>
              <a:rPr lang="en-GB" sz="2600" b="1" dirty="0"/>
              <a:t>Workaround:</a:t>
            </a:r>
            <a:r>
              <a:rPr lang="en-GB" sz="2600" dirty="0"/>
              <a:t> artificial languages</a:t>
            </a:r>
          </a:p>
          <a:p>
            <a:endParaRPr lang="en-GB" sz="200" dirty="0"/>
          </a:p>
          <a:p>
            <a:pPr lvl="1"/>
            <a:r>
              <a:rPr lang="en-GB" dirty="0"/>
              <a:t>Consistency with natural language</a:t>
            </a:r>
          </a:p>
          <a:p>
            <a:pPr lvl="1"/>
            <a:endParaRPr lang="en-GB" sz="300" dirty="0"/>
          </a:p>
          <a:p>
            <a:pPr lvl="2">
              <a:lnSpc>
                <a:spcPct val="110000"/>
              </a:lnSpc>
            </a:pPr>
            <a:r>
              <a:rPr lang="en-GB" dirty="0"/>
              <a:t>Acquired by statistical learning </a:t>
            </a:r>
            <a:r>
              <a:rPr lang="en-GB" dirty="0">
                <a:solidFill>
                  <a:schemeClr val="tx1">
                    <a:lumMod val="50000"/>
                    <a:lumOff val="50000"/>
                  </a:schemeClr>
                </a:solidFill>
              </a:rPr>
              <a:t>(Hudson et al., 2005; Kidd, 2012; Monaghan et al., 2023)</a:t>
            </a:r>
            <a:r>
              <a:rPr lang="en-GB" dirty="0"/>
              <a:t> </a:t>
            </a:r>
          </a:p>
          <a:p>
            <a:pPr lvl="2">
              <a:lnSpc>
                <a:spcPct val="110000"/>
              </a:lnSpc>
            </a:pPr>
            <a:r>
              <a:rPr lang="en-GB" dirty="0"/>
              <a:t>Similar processing signatures </a:t>
            </a:r>
            <a:r>
              <a:rPr lang="en-GB" dirty="0">
                <a:solidFill>
                  <a:schemeClr val="tx1">
                    <a:lumMod val="50000"/>
                    <a:lumOff val="50000"/>
                  </a:schemeClr>
                </a:solidFill>
              </a:rPr>
              <a:t>(</a:t>
            </a:r>
            <a:r>
              <a:rPr lang="en-GB" dirty="0" err="1">
                <a:solidFill>
                  <a:schemeClr val="tx1">
                    <a:lumMod val="50000"/>
                    <a:lumOff val="50000"/>
                  </a:schemeClr>
                </a:solidFill>
              </a:rPr>
              <a:t>Friederici</a:t>
            </a:r>
            <a:r>
              <a:rPr lang="en-GB" dirty="0">
                <a:solidFill>
                  <a:schemeClr val="tx1">
                    <a:lumMod val="50000"/>
                    <a:lumOff val="50000"/>
                  </a:schemeClr>
                </a:solidFill>
              </a:rPr>
              <a:t> et al., 2002; </a:t>
            </a:r>
            <a:r>
              <a:rPr lang="en-GB" dirty="0" err="1">
                <a:solidFill>
                  <a:schemeClr val="tx1">
                    <a:lumMod val="50000"/>
                    <a:lumOff val="50000"/>
                  </a:schemeClr>
                </a:solidFill>
              </a:rPr>
              <a:t>Uddén</a:t>
            </a:r>
            <a:r>
              <a:rPr lang="en-GB" dirty="0">
                <a:solidFill>
                  <a:schemeClr val="tx1">
                    <a:lumMod val="50000"/>
                    <a:lumOff val="50000"/>
                  </a:schemeClr>
                </a:solidFill>
              </a:rPr>
              <a:t> &amp; </a:t>
            </a:r>
            <a:r>
              <a:rPr lang="en-GB" dirty="0" err="1">
                <a:solidFill>
                  <a:schemeClr val="tx1">
                    <a:lumMod val="50000"/>
                    <a:lumOff val="50000"/>
                  </a:schemeClr>
                </a:solidFill>
              </a:rPr>
              <a:t>Männel</a:t>
            </a:r>
            <a:r>
              <a:rPr lang="en-GB" dirty="0">
                <a:solidFill>
                  <a:schemeClr val="tx1">
                    <a:lumMod val="50000"/>
                    <a:lumOff val="50000"/>
                  </a:schemeClr>
                </a:solidFill>
              </a:rPr>
              <a:t>, 2018)</a:t>
            </a:r>
          </a:p>
        </p:txBody>
      </p:sp>
      <p:sp>
        <p:nvSpPr>
          <p:cNvPr id="6" name="Title 1">
            <a:extLst>
              <a:ext uri="{FF2B5EF4-FFF2-40B4-BE49-F238E27FC236}">
                <a16:creationId xmlns:a16="http://schemas.microsoft.com/office/drawing/2014/main" id="{B8813250-D62B-D1A0-7B01-D7671F5E61E9}"/>
              </a:ext>
            </a:extLst>
          </p:cNvPr>
          <p:cNvSpPr>
            <a:spLocks noGrp="1"/>
          </p:cNvSpPr>
          <p:nvPr>
            <p:ph type="title"/>
          </p:nvPr>
        </p:nvSpPr>
        <p:spPr>
          <a:xfrm>
            <a:off x="838200" y="365125"/>
            <a:ext cx="10515600" cy="1325563"/>
          </a:xfrm>
        </p:spPr>
        <p:txBody>
          <a:bodyPr/>
          <a:lstStyle/>
          <a:p>
            <a:pPr algn="ctr"/>
            <a:r>
              <a:rPr lang="en-US"/>
              <a:t>Morphosyntactic transfer in L3 acquisition</a:t>
            </a:r>
            <a:endParaRPr lang="en-GB"/>
          </a:p>
        </p:txBody>
      </p:sp>
      <p:sp>
        <p:nvSpPr>
          <p:cNvPr id="4" name="Slide Number Placeholder 3">
            <a:extLst>
              <a:ext uri="{FF2B5EF4-FFF2-40B4-BE49-F238E27FC236}">
                <a16:creationId xmlns:a16="http://schemas.microsoft.com/office/drawing/2014/main" id="{CC805229-AF4C-CF98-002F-64F2052FD0BC}"/>
              </a:ext>
            </a:extLst>
          </p:cNvPr>
          <p:cNvSpPr>
            <a:spLocks noGrp="1"/>
          </p:cNvSpPr>
          <p:nvPr>
            <p:ph type="sldNum" sz="quarter" idx="12"/>
          </p:nvPr>
        </p:nvSpPr>
        <p:spPr/>
        <p:txBody>
          <a:bodyPr/>
          <a:lstStyle/>
          <a:p>
            <a:fld id="{F120EC50-82ED-45BA-9B48-47FD87D12700}" type="slidenum">
              <a:rPr lang="en-GB" smtClean="0"/>
              <a:t>13</a:t>
            </a:fld>
            <a:endParaRPr lang="en-GB"/>
          </a:p>
        </p:txBody>
      </p:sp>
    </p:spTree>
    <p:extLst>
      <p:ext uri="{BB962C8B-B14F-4D97-AF65-F5344CB8AC3E}">
        <p14:creationId xmlns:p14="http://schemas.microsoft.com/office/powerpoint/2010/main" val="3216957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85658-06B4-8BD1-B87B-E05A673934FF}"/>
              </a:ext>
            </a:extLst>
          </p:cNvPr>
          <p:cNvSpPr>
            <a:spLocks noGrp="1"/>
          </p:cNvSpPr>
          <p:nvPr>
            <p:ph idx="1"/>
          </p:nvPr>
        </p:nvSpPr>
        <p:spPr>
          <a:xfrm>
            <a:off x="838200" y="1649508"/>
            <a:ext cx="10515600" cy="4733738"/>
          </a:xfrm>
        </p:spPr>
        <p:txBody>
          <a:bodyPr>
            <a:normAutofit/>
          </a:bodyPr>
          <a:lstStyle/>
          <a:p>
            <a:pPr>
              <a:lnSpc>
                <a:spcPct val="110000"/>
              </a:lnSpc>
            </a:pPr>
            <a:r>
              <a:rPr lang="en-US" sz="2400" b="1" dirty="0">
                <a:solidFill>
                  <a:schemeClr val="bg2">
                    <a:lumMod val="75000"/>
                  </a:schemeClr>
                </a:solidFill>
              </a:rPr>
              <a:t>Confounds </a:t>
            </a:r>
            <a:r>
              <a:rPr lang="en-US" sz="2400" dirty="0">
                <a:solidFill>
                  <a:schemeClr val="bg2">
                    <a:lumMod val="75000"/>
                  </a:schemeClr>
                </a:solidFill>
              </a:rPr>
              <a:t>when using natural languages: age of acquisition, frequency of use, proficiency level, morphological salience, etc.</a:t>
            </a:r>
            <a:endParaRPr lang="en-GB" sz="2400" dirty="0">
              <a:solidFill>
                <a:schemeClr val="bg2">
                  <a:lumMod val="75000"/>
                </a:schemeClr>
              </a:solidFill>
            </a:endParaRPr>
          </a:p>
          <a:p>
            <a:endParaRPr lang="en-US" sz="600" dirty="0"/>
          </a:p>
          <a:p>
            <a:r>
              <a:rPr lang="en-GB" sz="2600" b="1" dirty="0"/>
              <a:t>Workaround:</a:t>
            </a:r>
            <a:r>
              <a:rPr lang="en-GB" sz="2600" dirty="0"/>
              <a:t> artificial languages</a:t>
            </a:r>
          </a:p>
          <a:p>
            <a:endParaRPr lang="en-GB" sz="200" dirty="0"/>
          </a:p>
          <a:p>
            <a:pPr lvl="1"/>
            <a:r>
              <a:rPr lang="en-GB" dirty="0">
                <a:solidFill>
                  <a:schemeClr val="tx1">
                    <a:lumMod val="50000"/>
                    <a:lumOff val="50000"/>
                  </a:schemeClr>
                </a:solidFill>
              </a:rPr>
              <a:t>Consistency with natural language</a:t>
            </a:r>
          </a:p>
          <a:p>
            <a:pPr lvl="1"/>
            <a:endParaRPr lang="en-GB" sz="300" dirty="0">
              <a:solidFill>
                <a:schemeClr val="tx1">
                  <a:lumMod val="50000"/>
                  <a:lumOff val="50000"/>
                </a:schemeClr>
              </a:solidFill>
            </a:endParaRPr>
          </a:p>
          <a:p>
            <a:pPr lvl="2">
              <a:lnSpc>
                <a:spcPct val="110000"/>
              </a:lnSpc>
            </a:pPr>
            <a:r>
              <a:rPr lang="en-GB" dirty="0">
                <a:solidFill>
                  <a:schemeClr val="tx1">
                    <a:lumMod val="50000"/>
                    <a:lumOff val="50000"/>
                  </a:schemeClr>
                </a:solidFill>
              </a:rPr>
              <a:t>Acquired by statistical learning (Hudson et al., 2005; Kidd, 2012; Monaghan et al., 2023) </a:t>
            </a:r>
          </a:p>
          <a:p>
            <a:pPr lvl="2">
              <a:lnSpc>
                <a:spcPct val="110000"/>
              </a:lnSpc>
            </a:pPr>
            <a:r>
              <a:rPr lang="en-GB" dirty="0">
                <a:solidFill>
                  <a:schemeClr val="tx1">
                    <a:lumMod val="50000"/>
                    <a:lumOff val="50000"/>
                  </a:schemeClr>
                </a:solidFill>
              </a:rPr>
              <a:t>Similar processing signatures (</a:t>
            </a:r>
            <a:r>
              <a:rPr lang="en-GB" dirty="0" err="1">
                <a:solidFill>
                  <a:schemeClr val="tx1">
                    <a:lumMod val="50000"/>
                    <a:lumOff val="50000"/>
                  </a:schemeClr>
                </a:solidFill>
              </a:rPr>
              <a:t>Friederici</a:t>
            </a:r>
            <a:r>
              <a:rPr lang="en-GB" dirty="0">
                <a:solidFill>
                  <a:schemeClr val="tx1">
                    <a:lumMod val="50000"/>
                    <a:lumOff val="50000"/>
                  </a:schemeClr>
                </a:solidFill>
              </a:rPr>
              <a:t> et al., 2002; </a:t>
            </a:r>
            <a:r>
              <a:rPr lang="en-GB" dirty="0" err="1">
                <a:solidFill>
                  <a:schemeClr val="tx1">
                    <a:lumMod val="50000"/>
                    <a:lumOff val="50000"/>
                  </a:schemeClr>
                </a:solidFill>
              </a:rPr>
              <a:t>Uddén</a:t>
            </a:r>
            <a:r>
              <a:rPr lang="en-GB" dirty="0">
                <a:solidFill>
                  <a:schemeClr val="tx1">
                    <a:lumMod val="50000"/>
                    <a:lumOff val="50000"/>
                  </a:schemeClr>
                </a:solidFill>
              </a:rPr>
              <a:t> &amp; </a:t>
            </a:r>
            <a:r>
              <a:rPr lang="en-GB" dirty="0" err="1">
                <a:solidFill>
                  <a:schemeClr val="tx1">
                    <a:lumMod val="50000"/>
                    <a:lumOff val="50000"/>
                  </a:schemeClr>
                </a:solidFill>
              </a:rPr>
              <a:t>Männel</a:t>
            </a:r>
            <a:r>
              <a:rPr lang="en-GB" dirty="0">
                <a:solidFill>
                  <a:schemeClr val="tx1">
                    <a:lumMod val="50000"/>
                    <a:lumOff val="50000"/>
                  </a:schemeClr>
                </a:solidFill>
              </a:rPr>
              <a:t>, 2018)</a:t>
            </a:r>
          </a:p>
          <a:p>
            <a:pPr lvl="1"/>
            <a:endParaRPr lang="en-GB" sz="900" dirty="0"/>
          </a:p>
          <a:p>
            <a:pPr lvl="1">
              <a:lnSpc>
                <a:spcPct val="110000"/>
              </a:lnSpc>
            </a:pPr>
            <a:r>
              <a:rPr lang="en-GB" dirty="0"/>
              <a:t>An extensive training in the artificial language could be necessary for standard syntactic signatures (notably, P600) to appear in ERPs </a:t>
            </a:r>
            <a:r>
              <a:rPr lang="en-GB" dirty="0">
                <a:solidFill>
                  <a:schemeClr val="tx1">
                    <a:lumMod val="50000"/>
                    <a:lumOff val="50000"/>
                  </a:schemeClr>
                </a:solidFill>
              </a:rPr>
              <a:t>(González Alonso et al., 2020; Pereira Soares et al., 2022).</a:t>
            </a:r>
          </a:p>
        </p:txBody>
      </p:sp>
      <p:sp>
        <p:nvSpPr>
          <p:cNvPr id="6" name="Title 1">
            <a:extLst>
              <a:ext uri="{FF2B5EF4-FFF2-40B4-BE49-F238E27FC236}">
                <a16:creationId xmlns:a16="http://schemas.microsoft.com/office/drawing/2014/main" id="{B8813250-D62B-D1A0-7B01-D7671F5E61E9}"/>
              </a:ext>
            </a:extLst>
          </p:cNvPr>
          <p:cNvSpPr>
            <a:spLocks noGrp="1"/>
          </p:cNvSpPr>
          <p:nvPr>
            <p:ph type="title"/>
          </p:nvPr>
        </p:nvSpPr>
        <p:spPr>
          <a:xfrm>
            <a:off x="838200" y="365125"/>
            <a:ext cx="10515600" cy="1325563"/>
          </a:xfrm>
        </p:spPr>
        <p:txBody>
          <a:bodyPr/>
          <a:lstStyle/>
          <a:p>
            <a:pPr algn="ctr"/>
            <a:r>
              <a:rPr lang="en-US"/>
              <a:t>Morphosyntactic transfer in L3 acquisition</a:t>
            </a:r>
            <a:endParaRPr lang="en-GB"/>
          </a:p>
        </p:txBody>
      </p:sp>
      <p:sp>
        <p:nvSpPr>
          <p:cNvPr id="4" name="Slide Number Placeholder 3">
            <a:extLst>
              <a:ext uri="{FF2B5EF4-FFF2-40B4-BE49-F238E27FC236}">
                <a16:creationId xmlns:a16="http://schemas.microsoft.com/office/drawing/2014/main" id="{CC805229-AF4C-CF98-002F-64F2052FD0BC}"/>
              </a:ext>
            </a:extLst>
          </p:cNvPr>
          <p:cNvSpPr>
            <a:spLocks noGrp="1"/>
          </p:cNvSpPr>
          <p:nvPr>
            <p:ph type="sldNum" sz="quarter" idx="12"/>
          </p:nvPr>
        </p:nvSpPr>
        <p:spPr/>
        <p:txBody>
          <a:bodyPr/>
          <a:lstStyle/>
          <a:p>
            <a:fld id="{F120EC50-82ED-45BA-9B48-47FD87D12700}" type="slidenum">
              <a:rPr lang="en-GB" smtClean="0"/>
              <a:t>14</a:t>
            </a:fld>
            <a:endParaRPr lang="en-GB"/>
          </a:p>
        </p:txBody>
      </p:sp>
    </p:spTree>
    <p:extLst>
      <p:ext uri="{BB962C8B-B14F-4D97-AF65-F5344CB8AC3E}">
        <p14:creationId xmlns:p14="http://schemas.microsoft.com/office/powerpoint/2010/main" val="1936483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840C111-20E2-40AF-5E54-54C356338537}"/>
              </a:ext>
            </a:extLst>
          </p:cNvPr>
          <p:cNvSpPr>
            <a:spLocks noGrp="1"/>
          </p:cNvSpPr>
          <p:nvPr>
            <p:ph type="title"/>
          </p:nvPr>
        </p:nvSpPr>
        <p:spPr>
          <a:xfrm>
            <a:off x="568410" y="290641"/>
            <a:ext cx="11039390" cy="1017459"/>
          </a:xfrm>
        </p:spPr>
        <p:txBody>
          <a:bodyPr/>
          <a:lstStyle/>
          <a:p>
            <a:pPr algn="ctr">
              <a:lnSpc>
                <a:spcPct val="100000"/>
              </a:lnSpc>
            </a:pPr>
            <a:r>
              <a:rPr lang="en-US"/>
              <a:t>González Alonso et al. (2020)</a:t>
            </a:r>
            <a:endParaRPr lang="en-GB"/>
          </a:p>
        </p:txBody>
      </p:sp>
      <p:sp>
        <p:nvSpPr>
          <p:cNvPr id="13" name="Content Placeholder 2">
            <a:extLst>
              <a:ext uri="{FF2B5EF4-FFF2-40B4-BE49-F238E27FC236}">
                <a16:creationId xmlns:a16="http://schemas.microsoft.com/office/drawing/2014/main" id="{EE656CE7-C4EC-8628-5A65-AD47BCF6FECF}"/>
              </a:ext>
            </a:extLst>
          </p:cNvPr>
          <p:cNvSpPr>
            <a:spLocks noGrp="1"/>
          </p:cNvSpPr>
          <p:nvPr>
            <p:ph idx="1"/>
          </p:nvPr>
        </p:nvSpPr>
        <p:spPr>
          <a:xfrm>
            <a:off x="927100" y="1516363"/>
            <a:ext cx="10680699" cy="4814587"/>
          </a:xfrm>
        </p:spPr>
        <p:txBody>
          <a:bodyPr>
            <a:normAutofit fontScale="92500" lnSpcReduction="20000"/>
          </a:bodyPr>
          <a:lstStyle/>
          <a:p>
            <a:pPr>
              <a:lnSpc>
                <a:spcPct val="120000"/>
              </a:lnSpc>
            </a:pPr>
            <a:r>
              <a:rPr lang="en-US" b="1"/>
              <a:t>Participants</a:t>
            </a:r>
            <a:r>
              <a:rPr lang="en-US"/>
              <a:t>: </a:t>
            </a:r>
            <a:r>
              <a:rPr lang="en-GB"/>
              <a:t>L1 Spanish, L2 English</a:t>
            </a:r>
          </a:p>
          <a:p>
            <a:pPr marL="0" indent="0">
              <a:lnSpc>
                <a:spcPct val="120000"/>
              </a:lnSpc>
              <a:buNone/>
            </a:pPr>
            <a:endParaRPr lang="en-GB" sz="100" b="1"/>
          </a:p>
          <a:p>
            <a:pPr>
              <a:lnSpc>
                <a:spcPct val="120000"/>
              </a:lnSpc>
            </a:pPr>
            <a:r>
              <a:rPr lang="en-GB" b="1"/>
              <a:t>Artificial language groups: </a:t>
            </a:r>
            <a:r>
              <a:rPr lang="en-GB"/>
              <a:t>Mini-Spanish (</a:t>
            </a:r>
            <a:r>
              <a:rPr lang="en-GB" i="1"/>
              <a:t>n</a:t>
            </a:r>
            <a:r>
              <a:rPr lang="en-GB"/>
              <a:t> = 26), Mini-English (</a:t>
            </a:r>
            <a:r>
              <a:rPr lang="en-GB" i="1"/>
              <a:t>n</a:t>
            </a:r>
            <a:r>
              <a:rPr lang="en-GB"/>
              <a:t> = 24)</a:t>
            </a:r>
          </a:p>
          <a:p>
            <a:pPr>
              <a:lnSpc>
                <a:spcPct val="120000"/>
              </a:lnSpc>
            </a:pPr>
            <a:endParaRPr lang="en-GB" sz="100"/>
          </a:p>
          <a:p>
            <a:pPr>
              <a:lnSpc>
                <a:spcPct val="120000"/>
              </a:lnSpc>
            </a:pPr>
            <a:r>
              <a:rPr lang="en-GB" b="1"/>
              <a:t>Grammatical property:</a:t>
            </a:r>
            <a:r>
              <a:rPr lang="en-GB"/>
              <a:t> gender agreement between nouns and predicative</a:t>
            </a:r>
            <a:r>
              <a:rPr lang="en-GB">
                <a:solidFill>
                  <a:srgbClr val="FF0000"/>
                </a:solidFill>
              </a:rPr>
              <a:t> </a:t>
            </a:r>
            <a:r>
              <a:rPr lang="en-GB"/>
              <a:t>adjectives in copular sentences. Example:</a:t>
            </a:r>
          </a:p>
          <a:p>
            <a:pPr>
              <a:lnSpc>
                <a:spcPct val="120000"/>
              </a:lnSpc>
            </a:pPr>
            <a:endParaRPr lang="en-GB" sz="100"/>
          </a:p>
          <a:p>
            <a:pPr lvl="1">
              <a:lnSpc>
                <a:spcPct val="120000"/>
              </a:lnSpc>
            </a:pPr>
            <a:r>
              <a:rPr lang="en-GB" b="1">
                <a:solidFill>
                  <a:schemeClr val="bg2">
                    <a:lumMod val="50000"/>
                  </a:schemeClr>
                </a:solidFill>
              </a:rPr>
              <a:t>Mini-Spanish: </a:t>
            </a:r>
            <a:r>
              <a:rPr lang="en-GB" b="1" i="1">
                <a:solidFill>
                  <a:schemeClr val="accent6">
                    <a:lumMod val="75000"/>
                  </a:schemeClr>
                </a:solidFill>
              </a:rPr>
              <a:t>	</a:t>
            </a:r>
            <a:r>
              <a:rPr lang="en-GB" b="1" i="1" err="1">
                <a:solidFill>
                  <a:schemeClr val="accent6">
                    <a:lumMod val="75000"/>
                  </a:schemeClr>
                </a:solidFill>
              </a:rPr>
              <a:t>Je</a:t>
            </a:r>
            <a:r>
              <a:rPr lang="en-GB" i="1" err="1"/>
              <a:t>r</a:t>
            </a:r>
            <a:r>
              <a:rPr lang="en-GB" i="1"/>
              <a:t> </a:t>
            </a:r>
            <a:r>
              <a:rPr lang="en-GB" i="1" err="1"/>
              <a:t>mochil</a:t>
            </a:r>
            <a:r>
              <a:rPr lang="en-GB" i="1"/>
              <a:t> son </a:t>
            </a:r>
            <a:r>
              <a:rPr lang="en-GB" i="1" err="1"/>
              <a:t>care</a:t>
            </a:r>
            <a:r>
              <a:rPr lang="en-GB" b="1" i="1" err="1">
                <a:solidFill>
                  <a:schemeClr val="accent6">
                    <a:lumMod val="75000"/>
                  </a:schemeClr>
                </a:solidFill>
              </a:rPr>
              <a:t>ju</a:t>
            </a:r>
            <a:r>
              <a:rPr lang="en-GB" i="1" err="1"/>
              <a:t>r</a:t>
            </a:r>
            <a:r>
              <a:rPr lang="en-GB" i="1"/>
              <a:t>        </a:t>
            </a:r>
            <a:r>
              <a:rPr lang="en-GB">
                <a:solidFill>
                  <a:schemeClr val="bg2">
                    <a:lumMod val="75000"/>
                  </a:schemeClr>
                </a:solidFill>
              </a:rPr>
              <a:t>|</a:t>
            </a:r>
            <a:r>
              <a:rPr lang="en-GB" i="1"/>
              <a:t>    </a:t>
            </a:r>
            <a:r>
              <a:rPr lang="en-GB" b="1" i="1" err="1">
                <a:solidFill>
                  <a:schemeClr val="accent6">
                    <a:lumMod val="75000"/>
                  </a:schemeClr>
                </a:solidFill>
              </a:rPr>
              <a:t>Je</a:t>
            </a:r>
            <a:r>
              <a:rPr lang="en-GB" i="1" err="1"/>
              <a:t>r</a:t>
            </a:r>
            <a:r>
              <a:rPr lang="en-GB" i="1"/>
              <a:t> </a:t>
            </a:r>
            <a:r>
              <a:rPr lang="en-GB" i="1" err="1"/>
              <a:t>mochil</a:t>
            </a:r>
            <a:r>
              <a:rPr lang="en-GB" i="1"/>
              <a:t> son </a:t>
            </a:r>
            <a:r>
              <a:rPr lang="en-GB" i="1" err="1"/>
              <a:t>barate</a:t>
            </a:r>
            <a:r>
              <a:rPr lang="en-GB" b="1" i="1" err="1">
                <a:solidFill>
                  <a:schemeClr val="accent6">
                    <a:lumMod val="75000"/>
                  </a:schemeClr>
                </a:solidFill>
              </a:rPr>
              <a:t>ju</a:t>
            </a:r>
            <a:r>
              <a:rPr lang="en-GB" i="1" err="1"/>
              <a:t>r</a:t>
            </a:r>
            <a:endParaRPr lang="en-GB" i="1"/>
          </a:p>
          <a:p>
            <a:pPr lvl="1">
              <a:lnSpc>
                <a:spcPct val="120000"/>
              </a:lnSpc>
            </a:pPr>
            <a:r>
              <a:rPr lang="en-GB" b="1">
                <a:solidFill>
                  <a:schemeClr val="bg2">
                    <a:lumMod val="50000"/>
                  </a:schemeClr>
                </a:solidFill>
              </a:rPr>
              <a:t>Mini-English: </a:t>
            </a:r>
            <a:r>
              <a:rPr lang="en-GB" b="1" i="1">
                <a:solidFill>
                  <a:schemeClr val="accent6">
                    <a:lumMod val="75000"/>
                  </a:schemeClr>
                </a:solidFill>
              </a:rPr>
              <a:t>	</a:t>
            </a:r>
            <a:r>
              <a:rPr lang="en-GB" b="1" i="1" err="1">
                <a:solidFill>
                  <a:schemeClr val="accent6">
                    <a:lumMod val="75000"/>
                  </a:schemeClr>
                </a:solidFill>
              </a:rPr>
              <a:t>Je</a:t>
            </a:r>
            <a:r>
              <a:rPr lang="en-GB" i="1" err="1"/>
              <a:t>r</a:t>
            </a:r>
            <a:r>
              <a:rPr lang="en-GB" i="1"/>
              <a:t> bag are </a:t>
            </a:r>
            <a:r>
              <a:rPr lang="en-GB" i="1" err="1"/>
              <a:t>expensive</a:t>
            </a:r>
            <a:r>
              <a:rPr lang="en-GB" b="1" i="1" err="1">
                <a:solidFill>
                  <a:schemeClr val="accent6">
                    <a:lumMod val="75000"/>
                  </a:schemeClr>
                </a:solidFill>
              </a:rPr>
              <a:t>ju</a:t>
            </a:r>
            <a:r>
              <a:rPr lang="en-GB" i="1" err="1"/>
              <a:t>r</a:t>
            </a:r>
            <a:r>
              <a:rPr lang="en-GB" i="1"/>
              <a:t>    </a:t>
            </a:r>
            <a:r>
              <a:rPr lang="en-GB">
                <a:solidFill>
                  <a:schemeClr val="bg2">
                    <a:lumMod val="75000"/>
                  </a:schemeClr>
                </a:solidFill>
              </a:rPr>
              <a:t>|</a:t>
            </a:r>
            <a:r>
              <a:rPr lang="en-GB" i="1"/>
              <a:t>    </a:t>
            </a:r>
            <a:r>
              <a:rPr lang="en-GB" b="1" i="1" err="1">
                <a:solidFill>
                  <a:schemeClr val="accent6">
                    <a:lumMod val="75000"/>
                  </a:schemeClr>
                </a:solidFill>
              </a:rPr>
              <a:t>Je</a:t>
            </a:r>
            <a:r>
              <a:rPr lang="en-GB" i="1" err="1"/>
              <a:t>r</a:t>
            </a:r>
            <a:r>
              <a:rPr lang="en-GB" i="1"/>
              <a:t> bag are </a:t>
            </a:r>
            <a:r>
              <a:rPr lang="en-GB" i="1" err="1"/>
              <a:t>cheape</a:t>
            </a:r>
            <a:r>
              <a:rPr lang="en-GB" b="1" i="1" err="1">
                <a:solidFill>
                  <a:schemeClr val="accent6">
                    <a:lumMod val="75000"/>
                  </a:schemeClr>
                </a:solidFill>
              </a:rPr>
              <a:t>ju</a:t>
            </a:r>
            <a:r>
              <a:rPr lang="en-GB" i="1" err="1"/>
              <a:t>r</a:t>
            </a:r>
            <a:endParaRPr lang="en-GB" i="1"/>
          </a:p>
          <a:p>
            <a:pPr lvl="1">
              <a:lnSpc>
                <a:spcPct val="120000"/>
              </a:lnSpc>
            </a:pPr>
            <a:r>
              <a:rPr lang="en-GB">
                <a:solidFill>
                  <a:schemeClr val="bg2">
                    <a:lumMod val="50000"/>
                  </a:schemeClr>
                </a:solidFill>
              </a:rPr>
              <a:t>Translation:	The bags are expensive</a:t>
            </a:r>
            <a:r>
              <a:rPr lang="en-GB" i="1">
                <a:solidFill>
                  <a:schemeClr val="bg2">
                    <a:lumMod val="50000"/>
                  </a:schemeClr>
                </a:solidFill>
              </a:rPr>
              <a:t>      </a:t>
            </a:r>
            <a:r>
              <a:rPr lang="en-GB">
                <a:solidFill>
                  <a:schemeClr val="bg1">
                    <a:lumMod val="65000"/>
                  </a:schemeClr>
                </a:solidFill>
              </a:rPr>
              <a:t>|</a:t>
            </a:r>
            <a:r>
              <a:rPr lang="en-GB" i="1">
                <a:solidFill>
                  <a:schemeClr val="bg2">
                    <a:lumMod val="50000"/>
                  </a:schemeClr>
                </a:solidFill>
              </a:rPr>
              <a:t>    </a:t>
            </a:r>
            <a:r>
              <a:rPr lang="en-GB">
                <a:solidFill>
                  <a:schemeClr val="bg2">
                    <a:lumMod val="50000"/>
                  </a:schemeClr>
                </a:solidFill>
              </a:rPr>
              <a:t>The bags are cheap</a:t>
            </a:r>
          </a:p>
          <a:p>
            <a:pPr>
              <a:lnSpc>
                <a:spcPct val="120000"/>
              </a:lnSpc>
            </a:pPr>
            <a:endParaRPr lang="en-GB" sz="100"/>
          </a:p>
          <a:p>
            <a:pPr>
              <a:lnSpc>
                <a:spcPct val="120000"/>
              </a:lnSpc>
            </a:pPr>
            <a:r>
              <a:rPr lang="en-GB" b="1"/>
              <a:t>Session phases: </a:t>
            </a:r>
            <a:r>
              <a:rPr lang="en-GB"/>
              <a:t>vocabulary pre-training </a:t>
            </a:r>
            <a:r>
              <a:rPr lang="en-GB">
                <a:sym typeface="Wingdings" panose="05000000000000000000" pitchFamily="2" charset="2"/>
              </a:rPr>
              <a:t></a:t>
            </a:r>
            <a:r>
              <a:rPr lang="en-GB"/>
              <a:t> grammatical training</a:t>
            </a:r>
            <a:r>
              <a:rPr lang="en-GB">
                <a:sym typeface="Wingdings" panose="05000000000000000000" pitchFamily="2" charset="2"/>
              </a:rPr>
              <a:t> </a:t>
            </a:r>
            <a:r>
              <a:rPr lang="en-GB"/>
              <a:t>                  test </a:t>
            </a:r>
            <a:r>
              <a:rPr lang="en-GB" sz="2200"/>
              <a:t>(min. 80%)</a:t>
            </a:r>
            <a:r>
              <a:rPr lang="en-GB" sz="2200">
                <a:sym typeface="Wingdings" panose="05000000000000000000" pitchFamily="2" charset="2"/>
              </a:rPr>
              <a:t> </a:t>
            </a:r>
            <a:r>
              <a:rPr lang="en-GB">
                <a:sym typeface="Wingdings" panose="05000000000000000000" pitchFamily="2" charset="2"/>
              </a:rPr>
              <a:t></a:t>
            </a:r>
            <a:r>
              <a:rPr lang="en-GB"/>
              <a:t> ERP experiment</a:t>
            </a:r>
            <a:r>
              <a:rPr lang="en-GB">
                <a:sym typeface="Wingdings" panose="05000000000000000000" pitchFamily="2" charset="2"/>
              </a:rPr>
              <a:t> </a:t>
            </a:r>
            <a:r>
              <a:rPr lang="en-GB"/>
              <a:t> gender assignment task in Spanish</a:t>
            </a:r>
          </a:p>
        </p:txBody>
      </p:sp>
      <p:sp>
        <p:nvSpPr>
          <p:cNvPr id="3" name="Slide Number Placeholder 2">
            <a:extLst>
              <a:ext uri="{FF2B5EF4-FFF2-40B4-BE49-F238E27FC236}">
                <a16:creationId xmlns:a16="http://schemas.microsoft.com/office/drawing/2014/main" id="{5902CC81-9C38-9E35-C7A9-28C823B9E3EE}"/>
              </a:ext>
            </a:extLst>
          </p:cNvPr>
          <p:cNvSpPr>
            <a:spLocks noGrp="1"/>
          </p:cNvSpPr>
          <p:nvPr>
            <p:ph type="sldNum" sz="quarter" idx="12"/>
          </p:nvPr>
        </p:nvSpPr>
        <p:spPr/>
        <p:txBody>
          <a:bodyPr/>
          <a:lstStyle/>
          <a:p>
            <a:fld id="{F120EC50-82ED-45BA-9B48-47FD87D12700}" type="slidenum">
              <a:rPr lang="en-GB" smtClean="0"/>
              <a:t>15</a:t>
            </a:fld>
            <a:endParaRPr lang="en-GB"/>
          </a:p>
        </p:txBody>
      </p:sp>
    </p:spTree>
    <p:extLst>
      <p:ext uri="{BB962C8B-B14F-4D97-AF65-F5344CB8AC3E}">
        <p14:creationId xmlns:p14="http://schemas.microsoft.com/office/powerpoint/2010/main" val="1768806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478684-6379-41B1-15D9-433791FE48F1}"/>
              </a:ext>
            </a:extLst>
          </p:cNvPr>
          <p:cNvPicPr>
            <a:picLocks noChangeAspect="1"/>
          </p:cNvPicPr>
          <p:nvPr/>
        </p:nvPicPr>
        <p:blipFill>
          <a:blip r:embed="rId2"/>
          <a:stretch>
            <a:fillRect/>
          </a:stretch>
        </p:blipFill>
        <p:spPr>
          <a:xfrm>
            <a:off x="5129927" y="-6178"/>
            <a:ext cx="4588855" cy="6858000"/>
          </a:xfrm>
          <a:prstGeom prst="rect">
            <a:avLst/>
          </a:prstGeom>
        </p:spPr>
      </p:pic>
      <p:sp>
        <p:nvSpPr>
          <p:cNvPr id="7" name="TextBox 6">
            <a:extLst>
              <a:ext uri="{FF2B5EF4-FFF2-40B4-BE49-F238E27FC236}">
                <a16:creationId xmlns:a16="http://schemas.microsoft.com/office/drawing/2014/main" id="{8399B7EF-EDA6-05F2-3146-792B97F2FE54}"/>
              </a:ext>
            </a:extLst>
          </p:cNvPr>
          <p:cNvSpPr txBox="1"/>
          <p:nvPr/>
        </p:nvSpPr>
        <p:spPr>
          <a:xfrm>
            <a:off x="7346094" y="6406981"/>
            <a:ext cx="1143001" cy="215444"/>
          </a:xfrm>
          <a:prstGeom prst="rect">
            <a:avLst/>
          </a:prstGeom>
          <a:solidFill>
            <a:schemeClr val="bg1"/>
          </a:solidFill>
        </p:spPr>
        <p:txBody>
          <a:bodyPr wrap="square" rtlCol="0">
            <a:spAutoFit/>
          </a:bodyPr>
          <a:lstStyle/>
          <a:p>
            <a:r>
              <a:rPr lang="es-ES" sz="800" i="1">
                <a:latin typeface="Times New Roman" panose="02020603050405020304" pitchFamily="18" charset="0"/>
                <a:cs typeface="Times New Roman" panose="02020603050405020304" pitchFamily="18" charset="0"/>
              </a:rPr>
              <a:t>Je bag </a:t>
            </a:r>
            <a:r>
              <a:rPr lang="es-ES" sz="800" i="1" err="1">
                <a:latin typeface="Times New Roman" panose="02020603050405020304" pitchFamily="18" charset="0"/>
                <a:cs typeface="Times New Roman" panose="02020603050405020304" pitchFamily="18" charset="0"/>
              </a:rPr>
              <a:t>is</a:t>
            </a:r>
            <a:r>
              <a:rPr lang="es-ES" sz="800" i="1">
                <a:latin typeface="Times New Roman" panose="02020603050405020304" pitchFamily="18" charset="0"/>
                <a:cs typeface="Times New Roman" panose="02020603050405020304" pitchFamily="18" charset="0"/>
              </a:rPr>
              <a:t> </a:t>
            </a:r>
            <a:r>
              <a:rPr lang="es-ES" sz="800" i="1" err="1">
                <a:latin typeface="Times New Roman" panose="02020603050405020304" pitchFamily="18" charset="0"/>
                <a:cs typeface="Times New Roman" panose="02020603050405020304" pitchFamily="18" charset="0"/>
              </a:rPr>
              <a:t>cheapeju</a:t>
            </a:r>
            <a:endParaRPr lang="en-GB" sz="800" i="1">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B818FFB-CCAC-4893-15FF-208DE432033A}"/>
              </a:ext>
            </a:extLst>
          </p:cNvPr>
          <p:cNvSpPr txBox="1"/>
          <p:nvPr/>
        </p:nvSpPr>
        <p:spPr>
          <a:xfrm>
            <a:off x="5078630" y="302739"/>
            <a:ext cx="562234" cy="230832"/>
          </a:xfrm>
          <a:prstGeom prst="rect">
            <a:avLst/>
          </a:prstGeom>
          <a:solidFill>
            <a:schemeClr val="bg1"/>
          </a:solidFill>
        </p:spPr>
        <p:txBody>
          <a:bodyPr wrap="square" rtlCol="0">
            <a:spAutoFit/>
          </a:bodyPr>
          <a:lstStyle/>
          <a:p>
            <a:r>
              <a:rPr lang="es-ES" sz="900" b="1" err="1">
                <a:latin typeface="Times New Roman" panose="02020603050405020304" pitchFamily="18" charset="0"/>
                <a:cs typeface="Times New Roman" panose="02020603050405020304" pitchFamily="18" charset="0"/>
              </a:rPr>
              <a:t>Nouns</a:t>
            </a:r>
            <a:endParaRPr lang="en-GB" sz="900" b="1">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967999F-E517-9B8C-7650-E77D176BB4E5}"/>
              </a:ext>
            </a:extLst>
          </p:cNvPr>
          <p:cNvSpPr txBox="1"/>
          <p:nvPr/>
        </p:nvSpPr>
        <p:spPr>
          <a:xfrm>
            <a:off x="7337856" y="302739"/>
            <a:ext cx="562234" cy="230832"/>
          </a:xfrm>
          <a:prstGeom prst="rect">
            <a:avLst/>
          </a:prstGeom>
          <a:solidFill>
            <a:schemeClr val="bg1"/>
          </a:solidFill>
        </p:spPr>
        <p:txBody>
          <a:bodyPr wrap="square" rtlCol="0">
            <a:spAutoFit/>
          </a:bodyPr>
          <a:lstStyle/>
          <a:p>
            <a:r>
              <a:rPr lang="es-ES" sz="900" b="1" err="1">
                <a:latin typeface="Times New Roman" panose="02020603050405020304" pitchFamily="18" charset="0"/>
                <a:cs typeface="Times New Roman" panose="02020603050405020304" pitchFamily="18" charset="0"/>
              </a:rPr>
              <a:t>Nouns</a:t>
            </a:r>
            <a:endParaRPr lang="en-GB" sz="900" b="1">
              <a:latin typeface="Times New Roman" panose="02020603050405020304" pitchFamily="18" charset="0"/>
              <a:cs typeface="Times New Roman" panose="02020603050405020304" pitchFamily="18" charset="0"/>
            </a:endParaRPr>
          </a:p>
        </p:txBody>
      </p:sp>
      <p:sp>
        <p:nvSpPr>
          <p:cNvPr id="10" name="Title 1">
            <a:extLst>
              <a:ext uri="{FF2B5EF4-FFF2-40B4-BE49-F238E27FC236}">
                <a16:creationId xmlns:a16="http://schemas.microsoft.com/office/drawing/2014/main" id="{7840C111-20E2-40AF-5E54-54C356338537}"/>
              </a:ext>
            </a:extLst>
          </p:cNvPr>
          <p:cNvSpPr>
            <a:spLocks noGrp="1"/>
          </p:cNvSpPr>
          <p:nvPr>
            <p:ph type="title"/>
          </p:nvPr>
        </p:nvSpPr>
        <p:spPr>
          <a:xfrm>
            <a:off x="568410" y="989141"/>
            <a:ext cx="4396945" cy="1325563"/>
          </a:xfrm>
        </p:spPr>
        <p:txBody>
          <a:bodyPr/>
          <a:lstStyle/>
          <a:p>
            <a:pPr algn="ctr"/>
            <a:r>
              <a:rPr lang="en-US"/>
              <a:t>González Alonso </a:t>
            </a:r>
            <a:br>
              <a:rPr lang="en-US"/>
            </a:br>
            <a:r>
              <a:rPr lang="en-US"/>
              <a:t>et al. (2020)</a:t>
            </a:r>
            <a:endParaRPr lang="en-GB"/>
          </a:p>
        </p:txBody>
      </p:sp>
      <p:cxnSp>
        <p:nvCxnSpPr>
          <p:cNvPr id="12" name="Straight Connector 11">
            <a:extLst>
              <a:ext uri="{FF2B5EF4-FFF2-40B4-BE49-F238E27FC236}">
                <a16:creationId xmlns:a16="http://schemas.microsoft.com/office/drawing/2014/main" id="{AC9486C7-D421-C594-E9E2-2C89D397D6B5}"/>
              </a:ext>
            </a:extLst>
          </p:cNvPr>
          <p:cNvCxnSpPr>
            <a:cxnSpLocks/>
          </p:cNvCxnSpPr>
          <p:nvPr/>
        </p:nvCxnSpPr>
        <p:spPr>
          <a:xfrm>
            <a:off x="7350216" y="-6178"/>
            <a:ext cx="0"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EE656CE7-C4EC-8628-5A65-AD47BCF6FECF}"/>
              </a:ext>
            </a:extLst>
          </p:cNvPr>
          <p:cNvSpPr>
            <a:spLocks noGrp="1"/>
          </p:cNvSpPr>
          <p:nvPr>
            <p:ph idx="1"/>
          </p:nvPr>
        </p:nvSpPr>
        <p:spPr>
          <a:xfrm>
            <a:off x="806450" y="2687595"/>
            <a:ext cx="3829050" cy="741405"/>
          </a:xfrm>
        </p:spPr>
        <p:txBody>
          <a:bodyPr>
            <a:normAutofit/>
          </a:bodyPr>
          <a:lstStyle/>
          <a:p>
            <a:pPr marL="0" indent="0" algn="ctr">
              <a:buNone/>
            </a:pPr>
            <a:r>
              <a:rPr lang="es-ES" sz="3600" b="1"/>
              <a:t>Artificial </a:t>
            </a:r>
            <a:r>
              <a:rPr lang="es-ES" sz="3600" b="1" err="1"/>
              <a:t>languages</a:t>
            </a:r>
            <a:endParaRPr lang="en-GB" b="1"/>
          </a:p>
        </p:txBody>
      </p:sp>
      <p:sp>
        <p:nvSpPr>
          <p:cNvPr id="3" name="Slide Number Placeholder 2">
            <a:extLst>
              <a:ext uri="{FF2B5EF4-FFF2-40B4-BE49-F238E27FC236}">
                <a16:creationId xmlns:a16="http://schemas.microsoft.com/office/drawing/2014/main" id="{259F8CD0-A574-482A-E661-998FFB33615A}"/>
              </a:ext>
            </a:extLst>
          </p:cNvPr>
          <p:cNvSpPr>
            <a:spLocks noGrp="1"/>
          </p:cNvSpPr>
          <p:nvPr>
            <p:ph type="sldNum" sz="quarter" idx="12"/>
          </p:nvPr>
        </p:nvSpPr>
        <p:spPr/>
        <p:txBody>
          <a:bodyPr/>
          <a:lstStyle/>
          <a:p>
            <a:fld id="{F120EC50-82ED-45BA-9B48-47FD87D12700}" type="slidenum">
              <a:rPr lang="en-GB" smtClean="0"/>
              <a:t>16</a:t>
            </a:fld>
            <a:endParaRPr lang="en-GB"/>
          </a:p>
        </p:txBody>
      </p:sp>
    </p:spTree>
    <p:extLst>
      <p:ext uri="{BB962C8B-B14F-4D97-AF65-F5344CB8AC3E}">
        <p14:creationId xmlns:p14="http://schemas.microsoft.com/office/powerpoint/2010/main" val="2750881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840C111-20E2-40AF-5E54-54C356338537}"/>
              </a:ext>
            </a:extLst>
          </p:cNvPr>
          <p:cNvSpPr>
            <a:spLocks noGrp="1"/>
          </p:cNvSpPr>
          <p:nvPr>
            <p:ph type="title"/>
          </p:nvPr>
        </p:nvSpPr>
        <p:spPr>
          <a:xfrm>
            <a:off x="568410" y="989141"/>
            <a:ext cx="4396945" cy="1325563"/>
          </a:xfrm>
        </p:spPr>
        <p:txBody>
          <a:bodyPr/>
          <a:lstStyle/>
          <a:p>
            <a:pPr algn="ctr"/>
            <a:r>
              <a:rPr lang="en-US"/>
              <a:t>González Alonso </a:t>
            </a:r>
            <a:br>
              <a:rPr lang="en-US"/>
            </a:br>
            <a:r>
              <a:rPr lang="en-US"/>
              <a:t>et al. (2020)</a:t>
            </a:r>
            <a:endParaRPr lang="en-GB"/>
          </a:p>
        </p:txBody>
      </p:sp>
      <p:sp>
        <p:nvSpPr>
          <p:cNvPr id="13" name="Content Placeholder 2">
            <a:extLst>
              <a:ext uri="{FF2B5EF4-FFF2-40B4-BE49-F238E27FC236}">
                <a16:creationId xmlns:a16="http://schemas.microsoft.com/office/drawing/2014/main" id="{EE656CE7-C4EC-8628-5A65-AD47BCF6FECF}"/>
              </a:ext>
            </a:extLst>
          </p:cNvPr>
          <p:cNvSpPr>
            <a:spLocks noGrp="1"/>
          </p:cNvSpPr>
          <p:nvPr>
            <p:ph idx="1"/>
          </p:nvPr>
        </p:nvSpPr>
        <p:spPr>
          <a:xfrm>
            <a:off x="992473" y="2687595"/>
            <a:ext cx="3282778" cy="735227"/>
          </a:xfrm>
        </p:spPr>
        <p:txBody>
          <a:bodyPr>
            <a:normAutofit/>
          </a:bodyPr>
          <a:lstStyle/>
          <a:p>
            <a:pPr marL="0" indent="0" algn="ctr">
              <a:buNone/>
            </a:pPr>
            <a:r>
              <a:rPr lang="es-ES" sz="3600" b="1" err="1"/>
              <a:t>Pre-training</a:t>
            </a:r>
            <a:endParaRPr lang="en-GB" b="1"/>
          </a:p>
        </p:txBody>
      </p:sp>
      <p:sp>
        <p:nvSpPr>
          <p:cNvPr id="5" name="Slide Number Placeholder 4">
            <a:extLst>
              <a:ext uri="{FF2B5EF4-FFF2-40B4-BE49-F238E27FC236}">
                <a16:creationId xmlns:a16="http://schemas.microsoft.com/office/drawing/2014/main" id="{A92FFC49-2747-B114-1409-9737D1257991}"/>
              </a:ext>
            </a:extLst>
          </p:cNvPr>
          <p:cNvSpPr>
            <a:spLocks noGrp="1"/>
          </p:cNvSpPr>
          <p:nvPr>
            <p:ph type="sldNum" sz="quarter" idx="12"/>
          </p:nvPr>
        </p:nvSpPr>
        <p:spPr/>
        <p:txBody>
          <a:bodyPr/>
          <a:lstStyle/>
          <a:p>
            <a:fld id="{F120EC50-82ED-45BA-9B48-47FD87D12700}" type="slidenum">
              <a:rPr lang="en-GB" smtClean="0"/>
              <a:t>17</a:t>
            </a:fld>
            <a:endParaRPr lang="en-GB"/>
          </a:p>
        </p:txBody>
      </p:sp>
    </p:spTree>
    <p:extLst>
      <p:ext uri="{BB962C8B-B14F-4D97-AF65-F5344CB8AC3E}">
        <p14:creationId xmlns:p14="http://schemas.microsoft.com/office/powerpoint/2010/main" val="2056890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840C111-20E2-40AF-5E54-54C356338537}"/>
              </a:ext>
            </a:extLst>
          </p:cNvPr>
          <p:cNvSpPr>
            <a:spLocks noGrp="1"/>
          </p:cNvSpPr>
          <p:nvPr>
            <p:ph type="title"/>
          </p:nvPr>
        </p:nvSpPr>
        <p:spPr>
          <a:xfrm>
            <a:off x="568410" y="989141"/>
            <a:ext cx="4396945" cy="1325563"/>
          </a:xfrm>
        </p:spPr>
        <p:txBody>
          <a:bodyPr/>
          <a:lstStyle/>
          <a:p>
            <a:pPr algn="ctr"/>
            <a:r>
              <a:rPr lang="en-US"/>
              <a:t>González Alonso </a:t>
            </a:r>
            <a:br>
              <a:rPr lang="en-US"/>
            </a:br>
            <a:r>
              <a:rPr lang="en-US"/>
              <a:t>et al. (2020)</a:t>
            </a:r>
            <a:endParaRPr lang="en-GB"/>
          </a:p>
        </p:txBody>
      </p:sp>
      <p:sp>
        <p:nvSpPr>
          <p:cNvPr id="13" name="Content Placeholder 2">
            <a:extLst>
              <a:ext uri="{FF2B5EF4-FFF2-40B4-BE49-F238E27FC236}">
                <a16:creationId xmlns:a16="http://schemas.microsoft.com/office/drawing/2014/main" id="{EE656CE7-C4EC-8628-5A65-AD47BCF6FECF}"/>
              </a:ext>
            </a:extLst>
          </p:cNvPr>
          <p:cNvSpPr>
            <a:spLocks noGrp="1"/>
          </p:cNvSpPr>
          <p:nvPr>
            <p:ph idx="1"/>
          </p:nvPr>
        </p:nvSpPr>
        <p:spPr>
          <a:xfrm>
            <a:off x="992473" y="2687595"/>
            <a:ext cx="3282778" cy="735227"/>
          </a:xfrm>
        </p:spPr>
        <p:txBody>
          <a:bodyPr>
            <a:normAutofit/>
          </a:bodyPr>
          <a:lstStyle/>
          <a:p>
            <a:pPr marL="0" indent="0" algn="ctr">
              <a:buNone/>
            </a:pPr>
            <a:r>
              <a:rPr lang="es-ES" sz="3600" b="1"/>
              <a:t>Training</a:t>
            </a:r>
            <a:endParaRPr lang="en-GB" b="1"/>
          </a:p>
        </p:txBody>
      </p:sp>
      <p:sp>
        <p:nvSpPr>
          <p:cNvPr id="3" name="Slide Number Placeholder 2">
            <a:extLst>
              <a:ext uri="{FF2B5EF4-FFF2-40B4-BE49-F238E27FC236}">
                <a16:creationId xmlns:a16="http://schemas.microsoft.com/office/drawing/2014/main" id="{4562A951-9E00-A6CB-7DBE-21DA678FE31B}"/>
              </a:ext>
            </a:extLst>
          </p:cNvPr>
          <p:cNvSpPr>
            <a:spLocks noGrp="1"/>
          </p:cNvSpPr>
          <p:nvPr>
            <p:ph type="sldNum" sz="quarter" idx="12"/>
          </p:nvPr>
        </p:nvSpPr>
        <p:spPr/>
        <p:txBody>
          <a:bodyPr/>
          <a:lstStyle/>
          <a:p>
            <a:fld id="{F120EC50-82ED-45BA-9B48-47FD87D12700}" type="slidenum">
              <a:rPr lang="en-GB" smtClean="0"/>
              <a:t>18</a:t>
            </a:fld>
            <a:endParaRPr lang="en-GB"/>
          </a:p>
        </p:txBody>
      </p:sp>
    </p:spTree>
    <p:extLst>
      <p:ext uri="{BB962C8B-B14F-4D97-AF65-F5344CB8AC3E}">
        <p14:creationId xmlns:p14="http://schemas.microsoft.com/office/powerpoint/2010/main" val="2164626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840C111-20E2-40AF-5E54-54C356338537}"/>
              </a:ext>
            </a:extLst>
          </p:cNvPr>
          <p:cNvSpPr>
            <a:spLocks noGrp="1"/>
          </p:cNvSpPr>
          <p:nvPr>
            <p:ph type="title"/>
          </p:nvPr>
        </p:nvSpPr>
        <p:spPr>
          <a:xfrm>
            <a:off x="568410" y="989141"/>
            <a:ext cx="4396945" cy="1325563"/>
          </a:xfrm>
        </p:spPr>
        <p:txBody>
          <a:bodyPr/>
          <a:lstStyle/>
          <a:p>
            <a:pPr algn="ctr"/>
            <a:r>
              <a:rPr lang="en-US"/>
              <a:t>González Alonso </a:t>
            </a:r>
            <a:br>
              <a:rPr lang="en-US"/>
            </a:br>
            <a:r>
              <a:rPr lang="en-US"/>
              <a:t>et al. (2020)</a:t>
            </a:r>
            <a:endParaRPr lang="en-GB"/>
          </a:p>
        </p:txBody>
      </p:sp>
      <p:sp>
        <p:nvSpPr>
          <p:cNvPr id="13" name="Content Placeholder 2">
            <a:extLst>
              <a:ext uri="{FF2B5EF4-FFF2-40B4-BE49-F238E27FC236}">
                <a16:creationId xmlns:a16="http://schemas.microsoft.com/office/drawing/2014/main" id="{EE656CE7-C4EC-8628-5A65-AD47BCF6FECF}"/>
              </a:ext>
            </a:extLst>
          </p:cNvPr>
          <p:cNvSpPr>
            <a:spLocks noGrp="1"/>
          </p:cNvSpPr>
          <p:nvPr>
            <p:ph idx="1"/>
          </p:nvPr>
        </p:nvSpPr>
        <p:spPr>
          <a:xfrm>
            <a:off x="992473" y="2687595"/>
            <a:ext cx="3282778" cy="735227"/>
          </a:xfrm>
        </p:spPr>
        <p:txBody>
          <a:bodyPr>
            <a:normAutofit/>
          </a:bodyPr>
          <a:lstStyle/>
          <a:p>
            <a:pPr marL="0" indent="0" algn="ctr">
              <a:buNone/>
            </a:pPr>
            <a:r>
              <a:rPr lang="es-ES" sz="3600" b="1"/>
              <a:t>Test</a:t>
            </a:r>
            <a:endParaRPr lang="en-GB" b="1"/>
          </a:p>
        </p:txBody>
      </p:sp>
      <p:sp>
        <p:nvSpPr>
          <p:cNvPr id="3" name="Slide Number Placeholder 2">
            <a:extLst>
              <a:ext uri="{FF2B5EF4-FFF2-40B4-BE49-F238E27FC236}">
                <a16:creationId xmlns:a16="http://schemas.microsoft.com/office/drawing/2014/main" id="{17F227DE-FA7B-F1AC-AE0C-573AD6BE0FE6}"/>
              </a:ext>
            </a:extLst>
          </p:cNvPr>
          <p:cNvSpPr>
            <a:spLocks noGrp="1"/>
          </p:cNvSpPr>
          <p:nvPr>
            <p:ph type="sldNum" sz="quarter" idx="12"/>
          </p:nvPr>
        </p:nvSpPr>
        <p:spPr/>
        <p:txBody>
          <a:bodyPr/>
          <a:lstStyle/>
          <a:p>
            <a:fld id="{F120EC50-82ED-45BA-9B48-47FD87D12700}" type="slidenum">
              <a:rPr lang="en-GB" smtClean="0"/>
              <a:t>19</a:t>
            </a:fld>
            <a:endParaRPr lang="en-GB"/>
          </a:p>
        </p:txBody>
      </p:sp>
    </p:spTree>
    <p:extLst>
      <p:ext uri="{BB962C8B-B14F-4D97-AF65-F5344CB8AC3E}">
        <p14:creationId xmlns:p14="http://schemas.microsoft.com/office/powerpoint/2010/main" val="3480578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840C111-20E2-40AF-5E54-54C356338537}"/>
              </a:ext>
            </a:extLst>
          </p:cNvPr>
          <p:cNvSpPr>
            <a:spLocks noGrp="1"/>
          </p:cNvSpPr>
          <p:nvPr>
            <p:ph type="title"/>
          </p:nvPr>
        </p:nvSpPr>
        <p:spPr>
          <a:xfrm>
            <a:off x="568410" y="989141"/>
            <a:ext cx="4396945" cy="1325563"/>
          </a:xfrm>
        </p:spPr>
        <p:txBody>
          <a:bodyPr/>
          <a:lstStyle/>
          <a:p>
            <a:pPr algn="ctr"/>
            <a:r>
              <a:rPr lang="en-US"/>
              <a:t>González Alonso </a:t>
            </a:r>
            <a:br>
              <a:rPr lang="en-US"/>
            </a:br>
            <a:r>
              <a:rPr lang="en-US"/>
              <a:t>et al. (2020)</a:t>
            </a:r>
            <a:endParaRPr lang="en-GB"/>
          </a:p>
        </p:txBody>
      </p:sp>
      <p:sp>
        <p:nvSpPr>
          <p:cNvPr id="13" name="Content Placeholder 2">
            <a:extLst>
              <a:ext uri="{FF2B5EF4-FFF2-40B4-BE49-F238E27FC236}">
                <a16:creationId xmlns:a16="http://schemas.microsoft.com/office/drawing/2014/main" id="{EE656CE7-C4EC-8628-5A65-AD47BCF6FECF}"/>
              </a:ext>
            </a:extLst>
          </p:cNvPr>
          <p:cNvSpPr>
            <a:spLocks noGrp="1"/>
          </p:cNvSpPr>
          <p:nvPr>
            <p:ph idx="1"/>
          </p:nvPr>
        </p:nvSpPr>
        <p:spPr>
          <a:xfrm>
            <a:off x="1035719" y="2687595"/>
            <a:ext cx="3282778" cy="735227"/>
          </a:xfrm>
        </p:spPr>
        <p:txBody>
          <a:bodyPr>
            <a:normAutofit/>
          </a:bodyPr>
          <a:lstStyle/>
          <a:p>
            <a:pPr marL="0" indent="0" algn="ctr">
              <a:buNone/>
            </a:pPr>
            <a:r>
              <a:rPr lang="es-ES" sz="3600" b="1" err="1"/>
              <a:t>Experiment</a:t>
            </a:r>
            <a:endParaRPr lang="en-GB" b="1"/>
          </a:p>
        </p:txBody>
      </p:sp>
      <p:sp>
        <p:nvSpPr>
          <p:cNvPr id="3" name="Slide Number Placeholder 2">
            <a:extLst>
              <a:ext uri="{FF2B5EF4-FFF2-40B4-BE49-F238E27FC236}">
                <a16:creationId xmlns:a16="http://schemas.microsoft.com/office/drawing/2014/main" id="{6D8645CE-7B2B-4AFE-DC70-6C06B53984EE}"/>
              </a:ext>
            </a:extLst>
          </p:cNvPr>
          <p:cNvSpPr>
            <a:spLocks noGrp="1"/>
          </p:cNvSpPr>
          <p:nvPr>
            <p:ph type="sldNum" sz="quarter" idx="12"/>
          </p:nvPr>
        </p:nvSpPr>
        <p:spPr/>
        <p:txBody>
          <a:bodyPr/>
          <a:lstStyle/>
          <a:p>
            <a:fld id="{F120EC50-82ED-45BA-9B48-47FD87D12700}" type="slidenum">
              <a:rPr lang="en-GB" smtClean="0"/>
              <a:t>20</a:t>
            </a:fld>
            <a:endParaRPr lang="en-GB"/>
          </a:p>
        </p:txBody>
      </p:sp>
    </p:spTree>
    <p:extLst>
      <p:ext uri="{BB962C8B-B14F-4D97-AF65-F5344CB8AC3E}">
        <p14:creationId xmlns:p14="http://schemas.microsoft.com/office/powerpoint/2010/main" val="1599160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840C111-20E2-40AF-5E54-54C356338537}"/>
              </a:ext>
            </a:extLst>
          </p:cNvPr>
          <p:cNvSpPr>
            <a:spLocks noGrp="1"/>
          </p:cNvSpPr>
          <p:nvPr>
            <p:ph type="title"/>
          </p:nvPr>
        </p:nvSpPr>
        <p:spPr>
          <a:xfrm>
            <a:off x="568410" y="989141"/>
            <a:ext cx="4396945" cy="1325563"/>
          </a:xfrm>
        </p:spPr>
        <p:txBody>
          <a:bodyPr/>
          <a:lstStyle/>
          <a:p>
            <a:pPr algn="ctr"/>
            <a:r>
              <a:rPr lang="en-US"/>
              <a:t>González Alonso </a:t>
            </a:r>
            <a:br>
              <a:rPr lang="en-US"/>
            </a:br>
            <a:r>
              <a:rPr lang="en-US"/>
              <a:t>et al. (2020)</a:t>
            </a:r>
            <a:endParaRPr lang="en-GB"/>
          </a:p>
        </p:txBody>
      </p:sp>
      <p:sp>
        <p:nvSpPr>
          <p:cNvPr id="13" name="Content Placeholder 2">
            <a:extLst>
              <a:ext uri="{FF2B5EF4-FFF2-40B4-BE49-F238E27FC236}">
                <a16:creationId xmlns:a16="http://schemas.microsoft.com/office/drawing/2014/main" id="{EE656CE7-C4EC-8628-5A65-AD47BCF6FECF}"/>
              </a:ext>
            </a:extLst>
          </p:cNvPr>
          <p:cNvSpPr>
            <a:spLocks noGrp="1"/>
          </p:cNvSpPr>
          <p:nvPr>
            <p:ph idx="1"/>
          </p:nvPr>
        </p:nvSpPr>
        <p:spPr>
          <a:xfrm>
            <a:off x="568410" y="2687595"/>
            <a:ext cx="4312509" cy="2100648"/>
          </a:xfrm>
        </p:spPr>
        <p:txBody>
          <a:bodyPr>
            <a:normAutofit/>
          </a:bodyPr>
          <a:lstStyle/>
          <a:p>
            <a:pPr marL="0" indent="0" algn="ctr">
              <a:buNone/>
            </a:pPr>
            <a:r>
              <a:rPr lang="es-ES" sz="3600" b="1" err="1"/>
              <a:t>Gender</a:t>
            </a:r>
            <a:r>
              <a:rPr lang="es-ES" sz="3600" b="1"/>
              <a:t> </a:t>
            </a:r>
            <a:r>
              <a:rPr lang="es-ES" sz="3600" b="1" err="1"/>
              <a:t>assignment</a:t>
            </a:r>
            <a:endParaRPr lang="es-ES" sz="3600" b="1"/>
          </a:p>
          <a:p>
            <a:pPr marL="0" indent="0" algn="ctr">
              <a:buNone/>
            </a:pPr>
            <a:r>
              <a:rPr lang="en-GB" sz="3600" b="1"/>
              <a:t>task in Spanish</a:t>
            </a:r>
          </a:p>
        </p:txBody>
      </p:sp>
      <p:sp>
        <p:nvSpPr>
          <p:cNvPr id="3" name="Slide Number Placeholder 2">
            <a:extLst>
              <a:ext uri="{FF2B5EF4-FFF2-40B4-BE49-F238E27FC236}">
                <a16:creationId xmlns:a16="http://schemas.microsoft.com/office/drawing/2014/main" id="{6D8645CE-7B2B-4AFE-DC70-6C06B53984EE}"/>
              </a:ext>
            </a:extLst>
          </p:cNvPr>
          <p:cNvSpPr>
            <a:spLocks noGrp="1"/>
          </p:cNvSpPr>
          <p:nvPr>
            <p:ph type="sldNum" sz="quarter" idx="12"/>
          </p:nvPr>
        </p:nvSpPr>
        <p:spPr/>
        <p:txBody>
          <a:bodyPr/>
          <a:lstStyle/>
          <a:p>
            <a:fld id="{F120EC50-82ED-45BA-9B48-47FD87D12700}" type="slidenum">
              <a:rPr lang="en-GB" smtClean="0"/>
              <a:t>21</a:t>
            </a:fld>
            <a:endParaRPr lang="en-GB"/>
          </a:p>
        </p:txBody>
      </p:sp>
    </p:spTree>
    <p:extLst>
      <p:ext uri="{BB962C8B-B14F-4D97-AF65-F5344CB8AC3E}">
        <p14:creationId xmlns:p14="http://schemas.microsoft.com/office/powerpoint/2010/main" val="797016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6DB1B-D9DF-624E-A4C5-E6E791D6AFD3}"/>
              </a:ext>
            </a:extLst>
          </p:cNvPr>
          <p:cNvSpPr>
            <a:spLocks noGrp="1"/>
          </p:cNvSpPr>
          <p:nvPr>
            <p:ph type="title"/>
          </p:nvPr>
        </p:nvSpPr>
        <p:spPr>
          <a:xfrm>
            <a:off x="838200" y="228600"/>
            <a:ext cx="10515600" cy="1134637"/>
          </a:xfrm>
        </p:spPr>
        <p:txBody>
          <a:bodyPr/>
          <a:lstStyle/>
          <a:p>
            <a:pPr algn="ctr"/>
            <a:r>
              <a:rPr lang="en-US"/>
              <a:t>González Alonso et al. (2020)</a:t>
            </a:r>
            <a:endParaRPr lang="en-GB"/>
          </a:p>
        </p:txBody>
      </p:sp>
      <p:sp>
        <p:nvSpPr>
          <p:cNvPr id="3" name="Content Placeholder 2">
            <a:extLst>
              <a:ext uri="{FF2B5EF4-FFF2-40B4-BE49-F238E27FC236}">
                <a16:creationId xmlns:a16="http://schemas.microsoft.com/office/drawing/2014/main" id="{7831B888-3064-E15C-1E44-A8CBF7037A0A}"/>
              </a:ext>
            </a:extLst>
          </p:cNvPr>
          <p:cNvSpPr>
            <a:spLocks noGrp="1"/>
          </p:cNvSpPr>
          <p:nvPr>
            <p:ph idx="1"/>
          </p:nvPr>
        </p:nvSpPr>
        <p:spPr>
          <a:xfrm>
            <a:off x="838200" y="1272750"/>
            <a:ext cx="10515600" cy="1327015"/>
          </a:xfrm>
        </p:spPr>
        <p:txBody>
          <a:bodyPr>
            <a:normAutofit/>
          </a:bodyPr>
          <a:lstStyle/>
          <a:p>
            <a:pPr marL="0" indent="0" algn="ctr">
              <a:lnSpc>
                <a:spcPct val="120000"/>
              </a:lnSpc>
              <a:buNone/>
            </a:pPr>
            <a:r>
              <a:rPr lang="es-ES" sz="3600" b="1" err="1"/>
              <a:t>Hypotheses</a:t>
            </a:r>
            <a:r>
              <a:rPr lang="es-ES" sz="3600"/>
              <a:t> </a:t>
            </a:r>
            <a:r>
              <a:rPr lang="es-ES" sz="2400"/>
              <a:t>(</a:t>
            </a:r>
            <a:r>
              <a:rPr lang="en-GB" sz="2400">
                <a:solidFill>
                  <a:srgbClr val="1F1F1F"/>
                </a:solidFill>
                <a:latin typeface="ElsevierGulliver"/>
              </a:rPr>
              <a:t>based on </a:t>
            </a:r>
            <a:r>
              <a:rPr lang="en-GB" sz="2400">
                <a:latin typeface="ElsevierGulliver"/>
              </a:rPr>
              <a:t>Rothman et al., 2015</a:t>
            </a:r>
            <a:r>
              <a:rPr lang="es-ES" sz="2400"/>
              <a:t>)</a:t>
            </a:r>
            <a:r>
              <a:rPr lang="en-GB" sz="2800" b="0" i="0">
                <a:solidFill>
                  <a:srgbClr val="1F1F1F"/>
                </a:solidFill>
                <a:effectLst/>
                <a:latin typeface="ElsevierGulliver"/>
              </a:rPr>
              <a:t> under the assumption that transfer would happen </a:t>
            </a:r>
            <a:r>
              <a:rPr lang="en-GB" sz="2800" b="0" i="1">
                <a:solidFill>
                  <a:srgbClr val="1F1F1F"/>
                </a:solidFill>
                <a:effectLst/>
                <a:latin typeface="ElsevierGulliver"/>
              </a:rPr>
              <a:t>before </a:t>
            </a:r>
            <a:r>
              <a:rPr lang="en-GB" sz="2800" b="0" i="0">
                <a:solidFill>
                  <a:srgbClr val="1F1F1F"/>
                </a:solidFill>
                <a:effectLst/>
                <a:latin typeface="ElsevierGulliver"/>
              </a:rPr>
              <a:t>the ERP measurement.</a:t>
            </a:r>
            <a:endParaRPr lang="en-GB" sz="2800"/>
          </a:p>
          <a:p>
            <a:pPr marL="0" indent="0" algn="ctr">
              <a:buNone/>
            </a:pPr>
            <a:endParaRPr lang="en-GB"/>
          </a:p>
        </p:txBody>
      </p:sp>
      <p:pic>
        <p:nvPicPr>
          <p:cNvPr id="7" name="Picture 6">
            <a:extLst>
              <a:ext uri="{FF2B5EF4-FFF2-40B4-BE49-F238E27FC236}">
                <a16:creationId xmlns:a16="http://schemas.microsoft.com/office/drawing/2014/main" id="{54E44335-7782-373E-5AC8-903F02A023D1}"/>
              </a:ext>
            </a:extLst>
          </p:cNvPr>
          <p:cNvPicPr>
            <a:picLocks noChangeAspect="1"/>
          </p:cNvPicPr>
          <p:nvPr/>
        </p:nvPicPr>
        <p:blipFill>
          <a:blip r:embed="rId2"/>
          <a:stretch>
            <a:fillRect/>
          </a:stretch>
        </p:blipFill>
        <p:spPr>
          <a:xfrm>
            <a:off x="458919" y="2886484"/>
            <a:ext cx="11274162" cy="3270292"/>
          </a:xfrm>
          <a:prstGeom prst="rect">
            <a:avLst/>
          </a:prstGeom>
        </p:spPr>
      </p:pic>
      <p:sp>
        <p:nvSpPr>
          <p:cNvPr id="5" name="Slide Number Placeholder 4">
            <a:extLst>
              <a:ext uri="{FF2B5EF4-FFF2-40B4-BE49-F238E27FC236}">
                <a16:creationId xmlns:a16="http://schemas.microsoft.com/office/drawing/2014/main" id="{6FB8D5E5-AE58-7353-C9BB-9E301E25212B}"/>
              </a:ext>
            </a:extLst>
          </p:cNvPr>
          <p:cNvSpPr>
            <a:spLocks noGrp="1"/>
          </p:cNvSpPr>
          <p:nvPr>
            <p:ph type="sldNum" sz="quarter" idx="12"/>
          </p:nvPr>
        </p:nvSpPr>
        <p:spPr/>
        <p:txBody>
          <a:bodyPr/>
          <a:lstStyle/>
          <a:p>
            <a:fld id="{F120EC50-82ED-45BA-9B48-47FD87D12700}" type="slidenum">
              <a:rPr lang="en-GB" smtClean="0"/>
              <a:t>22</a:t>
            </a:fld>
            <a:endParaRPr lang="en-GB"/>
          </a:p>
        </p:txBody>
      </p:sp>
    </p:spTree>
    <p:extLst>
      <p:ext uri="{BB962C8B-B14F-4D97-AF65-F5344CB8AC3E}">
        <p14:creationId xmlns:p14="http://schemas.microsoft.com/office/powerpoint/2010/main" val="3852611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6DB1B-D9DF-624E-A4C5-E6E791D6AFD3}"/>
              </a:ext>
            </a:extLst>
          </p:cNvPr>
          <p:cNvSpPr>
            <a:spLocks noGrp="1"/>
          </p:cNvSpPr>
          <p:nvPr>
            <p:ph type="title"/>
          </p:nvPr>
        </p:nvSpPr>
        <p:spPr/>
        <p:txBody>
          <a:bodyPr/>
          <a:lstStyle/>
          <a:p>
            <a:pPr algn="ctr"/>
            <a:r>
              <a:rPr lang="en-US"/>
              <a:t>González Alonso et al. (2020)</a:t>
            </a:r>
            <a:endParaRPr lang="en-GB"/>
          </a:p>
        </p:txBody>
      </p:sp>
      <p:sp>
        <p:nvSpPr>
          <p:cNvPr id="3" name="Content Placeholder 2">
            <a:extLst>
              <a:ext uri="{FF2B5EF4-FFF2-40B4-BE49-F238E27FC236}">
                <a16:creationId xmlns:a16="http://schemas.microsoft.com/office/drawing/2014/main" id="{7831B888-3064-E15C-1E44-A8CBF7037A0A}"/>
              </a:ext>
            </a:extLst>
          </p:cNvPr>
          <p:cNvSpPr>
            <a:spLocks noGrp="1"/>
          </p:cNvSpPr>
          <p:nvPr>
            <p:ph idx="1"/>
          </p:nvPr>
        </p:nvSpPr>
        <p:spPr>
          <a:xfrm>
            <a:off x="600635" y="1618734"/>
            <a:ext cx="10753165" cy="4392827"/>
          </a:xfrm>
        </p:spPr>
        <p:txBody>
          <a:bodyPr>
            <a:normAutofit/>
          </a:bodyPr>
          <a:lstStyle/>
          <a:p>
            <a:pPr marL="0" indent="0" algn="ctr">
              <a:lnSpc>
                <a:spcPct val="100000"/>
              </a:lnSpc>
              <a:buNone/>
            </a:pPr>
            <a:r>
              <a:rPr lang="es-ES" sz="3600" b="1" err="1"/>
              <a:t>Results</a:t>
            </a:r>
            <a:endParaRPr lang="es-ES" sz="3600" b="1"/>
          </a:p>
          <a:p>
            <a:pPr marL="0" indent="0" algn="ctr">
              <a:lnSpc>
                <a:spcPct val="100000"/>
              </a:lnSpc>
              <a:buNone/>
            </a:pPr>
            <a:endParaRPr lang="en-GB" sz="900" b="1"/>
          </a:p>
          <a:p>
            <a:pPr marL="627063">
              <a:lnSpc>
                <a:spcPct val="100000"/>
              </a:lnSpc>
            </a:pPr>
            <a:r>
              <a:rPr lang="en-GB" b="1"/>
              <a:t>Mini-Spanish group: </a:t>
            </a:r>
            <a:r>
              <a:rPr lang="en-GB"/>
              <a:t>broadly distributed 300–600 </a:t>
            </a:r>
            <a:r>
              <a:rPr lang="en-GB" err="1"/>
              <a:t>ms</a:t>
            </a:r>
            <a:r>
              <a:rPr lang="en-GB"/>
              <a:t> positivity,                                 most consistent with attention-related P300.</a:t>
            </a:r>
          </a:p>
          <a:p>
            <a:pPr marL="627063">
              <a:lnSpc>
                <a:spcPct val="100000"/>
              </a:lnSpc>
            </a:pPr>
            <a:endParaRPr lang="en-GB" sz="400"/>
          </a:p>
          <a:p>
            <a:pPr marL="627063">
              <a:lnSpc>
                <a:spcPct val="100000"/>
              </a:lnSpc>
            </a:pPr>
            <a:r>
              <a:rPr lang="en-GB" b="1"/>
              <a:t>No </a:t>
            </a:r>
            <a:r>
              <a:rPr lang="en-GB"/>
              <a:t>(N400)–P600</a:t>
            </a:r>
          </a:p>
          <a:p>
            <a:pPr marL="627063">
              <a:lnSpc>
                <a:spcPct val="100000"/>
              </a:lnSpc>
            </a:pPr>
            <a:endParaRPr lang="en-GB" sz="400"/>
          </a:p>
          <a:p>
            <a:pPr marL="627063">
              <a:lnSpc>
                <a:spcPct val="100000"/>
              </a:lnSpc>
            </a:pPr>
            <a:r>
              <a:rPr lang="en-GB" b="1"/>
              <a:t>Interpretation: </a:t>
            </a:r>
            <a:r>
              <a:rPr lang="en-GB"/>
              <a:t>allocation of attentional resources in preparation for the selection of transfer source(s). In Mini-Spanish, larger focus on word-final gender morphology</a:t>
            </a:r>
            <a:r>
              <a:rPr lang="es-ES"/>
              <a:t>, </a:t>
            </a:r>
            <a:r>
              <a:rPr lang="es-ES" err="1"/>
              <a:t>consistent</a:t>
            </a:r>
            <a:r>
              <a:rPr lang="es-ES"/>
              <a:t> </a:t>
            </a:r>
            <a:r>
              <a:rPr lang="es-ES" err="1"/>
              <a:t>with</a:t>
            </a:r>
            <a:r>
              <a:rPr lang="es-ES"/>
              <a:t> </a:t>
            </a:r>
            <a:r>
              <a:rPr lang="es-ES" err="1"/>
              <a:t>Spanish</a:t>
            </a:r>
            <a:r>
              <a:rPr lang="es-ES"/>
              <a:t>.</a:t>
            </a:r>
            <a:endParaRPr lang="en-GB"/>
          </a:p>
        </p:txBody>
      </p:sp>
      <p:sp>
        <p:nvSpPr>
          <p:cNvPr id="5" name="Slide Number Placeholder 4">
            <a:extLst>
              <a:ext uri="{FF2B5EF4-FFF2-40B4-BE49-F238E27FC236}">
                <a16:creationId xmlns:a16="http://schemas.microsoft.com/office/drawing/2014/main" id="{76B3F8CB-1573-AFC5-457E-A9508D344EFE}"/>
              </a:ext>
            </a:extLst>
          </p:cNvPr>
          <p:cNvSpPr>
            <a:spLocks noGrp="1"/>
          </p:cNvSpPr>
          <p:nvPr>
            <p:ph type="sldNum" sz="quarter" idx="12"/>
          </p:nvPr>
        </p:nvSpPr>
        <p:spPr/>
        <p:txBody>
          <a:bodyPr/>
          <a:lstStyle/>
          <a:p>
            <a:fld id="{F120EC50-82ED-45BA-9B48-47FD87D12700}" type="slidenum">
              <a:rPr lang="en-GB" smtClean="0"/>
              <a:t>23</a:t>
            </a:fld>
            <a:endParaRPr lang="en-GB"/>
          </a:p>
        </p:txBody>
      </p:sp>
    </p:spTree>
    <p:extLst>
      <p:ext uri="{BB962C8B-B14F-4D97-AF65-F5344CB8AC3E}">
        <p14:creationId xmlns:p14="http://schemas.microsoft.com/office/powerpoint/2010/main" val="4038942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32003-C504-8E57-B490-4D6F5D0A2F3C}"/>
              </a:ext>
            </a:extLst>
          </p:cNvPr>
          <p:cNvSpPr>
            <a:spLocks noGrp="1"/>
          </p:cNvSpPr>
          <p:nvPr>
            <p:ph type="title"/>
          </p:nvPr>
        </p:nvSpPr>
        <p:spPr/>
        <p:txBody>
          <a:bodyPr/>
          <a:lstStyle/>
          <a:p>
            <a:pPr algn="ctr"/>
            <a:r>
              <a:rPr lang="es-ES"/>
              <a:t>Pereira Soares et al. (2022)</a:t>
            </a:r>
            <a:endParaRPr lang="en-GB"/>
          </a:p>
        </p:txBody>
      </p:sp>
      <p:pic>
        <p:nvPicPr>
          <p:cNvPr id="1026" name="Picture 2" descr="Brainsci 12 00669 i001">
            <a:extLst>
              <a:ext uri="{FF2B5EF4-FFF2-40B4-BE49-F238E27FC236}">
                <a16:creationId xmlns:a16="http://schemas.microsoft.com/office/drawing/2014/main" id="{B4827866-1323-BBAE-09B3-582973824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3429" y="2608393"/>
            <a:ext cx="7645141" cy="3376139"/>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C84238A9-ABD0-EDF6-7857-2842114596A4}"/>
              </a:ext>
            </a:extLst>
          </p:cNvPr>
          <p:cNvSpPr>
            <a:spLocks noGrp="1"/>
          </p:cNvSpPr>
          <p:nvPr>
            <p:ph idx="1"/>
          </p:nvPr>
        </p:nvSpPr>
        <p:spPr>
          <a:xfrm>
            <a:off x="838200" y="1550773"/>
            <a:ext cx="10515600" cy="735227"/>
          </a:xfrm>
        </p:spPr>
        <p:txBody>
          <a:bodyPr/>
          <a:lstStyle/>
          <a:p>
            <a:pPr marL="0" indent="0" algn="ctr">
              <a:buNone/>
            </a:pPr>
            <a:r>
              <a:rPr lang="es-ES" sz="3600" b="1" err="1"/>
              <a:t>Materials</a:t>
            </a:r>
            <a:endParaRPr lang="en-GB" b="1"/>
          </a:p>
        </p:txBody>
      </p:sp>
      <p:sp>
        <p:nvSpPr>
          <p:cNvPr id="4" name="Slide Number Placeholder 3">
            <a:extLst>
              <a:ext uri="{FF2B5EF4-FFF2-40B4-BE49-F238E27FC236}">
                <a16:creationId xmlns:a16="http://schemas.microsoft.com/office/drawing/2014/main" id="{15B696A4-0195-51AD-8049-5CFB6F5AFFCA}"/>
              </a:ext>
            </a:extLst>
          </p:cNvPr>
          <p:cNvSpPr>
            <a:spLocks noGrp="1"/>
          </p:cNvSpPr>
          <p:nvPr>
            <p:ph type="sldNum" sz="quarter" idx="12"/>
          </p:nvPr>
        </p:nvSpPr>
        <p:spPr/>
        <p:txBody>
          <a:bodyPr/>
          <a:lstStyle/>
          <a:p>
            <a:fld id="{F120EC50-82ED-45BA-9B48-47FD87D12700}" type="slidenum">
              <a:rPr lang="en-GB" smtClean="0"/>
              <a:t>24</a:t>
            </a:fld>
            <a:endParaRPr lang="en-GB"/>
          </a:p>
        </p:txBody>
      </p:sp>
    </p:spTree>
    <p:extLst>
      <p:ext uri="{BB962C8B-B14F-4D97-AF65-F5344CB8AC3E}">
        <p14:creationId xmlns:p14="http://schemas.microsoft.com/office/powerpoint/2010/main" val="2929140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32003-C504-8E57-B490-4D6F5D0A2F3C}"/>
              </a:ext>
            </a:extLst>
          </p:cNvPr>
          <p:cNvSpPr>
            <a:spLocks noGrp="1"/>
          </p:cNvSpPr>
          <p:nvPr>
            <p:ph type="title"/>
          </p:nvPr>
        </p:nvSpPr>
        <p:spPr/>
        <p:txBody>
          <a:bodyPr/>
          <a:lstStyle/>
          <a:p>
            <a:pPr algn="ctr"/>
            <a:r>
              <a:rPr lang="es-ES"/>
              <a:t>Pereira Soares et al. (2022)</a:t>
            </a:r>
            <a:endParaRPr lang="en-GB"/>
          </a:p>
        </p:txBody>
      </p:sp>
      <p:sp>
        <p:nvSpPr>
          <p:cNvPr id="4" name="Slide Number Placeholder 3">
            <a:extLst>
              <a:ext uri="{FF2B5EF4-FFF2-40B4-BE49-F238E27FC236}">
                <a16:creationId xmlns:a16="http://schemas.microsoft.com/office/drawing/2014/main" id="{D0C743EB-BD18-8B90-1D38-F7EBBDA45EE2}"/>
              </a:ext>
            </a:extLst>
          </p:cNvPr>
          <p:cNvSpPr>
            <a:spLocks noGrp="1"/>
          </p:cNvSpPr>
          <p:nvPr>
            <p:ph type="sldNum" sz="quarter" idx="12"/>
          </p:nvPr>
        </p:nvSpPr>
        <p:spPr/>
        <p:txBody>
          <a:bodyPr/>
          <a:lstStyle/>
          <a:p>
            <a:fld id="{F120EC50-82ED-45BA-9B48-47FD87D12700}" type="slidenum">
              <a:rPr lang="en-GB" smtClean="0"/>
              <a:t>25</a:t>
            </a:fld>
            <a:endParaRPr lang="en-GB"/>
          </a:p>
        </p:txBody>
      </p:sp>
      <p:graphicFrame>
        <p:nvGraphicFramePr>
          <p:cNvPr id="7" name="Table 6">
            <a:extLst>
              <a:ext uri="{FF2B5EF4-FFF2-40B4-BE49-F238E27FC236}">
                <a16:creationId xmlns:a16="http://schemas.microsoft.com/office/drawing/2014/main" id="{9F98CF1F-DC33-7DF8-2838-4EBEE1FEEE2B}"/>
              </a:ext>
            </a:extLst>
          </p:cNvPr>
          <p:cNvGraphicFramePr>
            <a:graphicFrameLocks noGrp="1"/>
          </p:cNvGraphicFramePr>
          <p:nvPr>
            <p:extLst>
              <p:ext uri="{D42A27DB-BD31-4B8C-83A1-F6EECF244321}">
                <p14:modId xmlns:p14="http://schemas.microsoft.com/office/powerpoint/2010/main" val="3632783519"/>
              </p:ext>
            </p:extLst>
          </p:nvPr>
        </p:nvGraphicFramePr>
        <p:xfrm>
          <a:off x="1029727" y="3278744"/>
          <a:ext cx="10184033" cy="2461085"/>
        </p:xfrm>
        <a:graphic>
          <a:graphicData uri="http://schemas.openxmlformats.org/drawingml/2006/table">
            <a:tbl>
              <a:tblPr>
                <a:tableStyleId>{5C22544A-7EE6-4342-B048-85BDC9FD1C3A}</a:tableStyleId>
              </a:tblPr>
              <a:tblGrid>
                <a:gridCol w="4982234">
                  <a:extLst>
                    <a:ext uri="{9D8B030D-6E8A-4147-A177-3AD203B41FA5}">
                      <a16:colId xmlns:a16="http://schemas.microsoft.com/office/drawing/2014/main" val="1636195750"/>
                    </a:ext>
                  </a:extLst>
                </a:gridCol>
                <a:gridCol w="1058174">
                  <a:extLst>
                    <a:ext uri="{9D8B030D-6E8A-4147-A177-3AD203B41FA5}">
                      <a16:colId xmlns:a16="http://schemas.microsoft.com/office/drawing/2014/main" val="515020826"/>
                    </a:ext>
                  </a:extLst>
                </a:gridCol>
                <a:gridCol w="1431314">
                  <a:extLst>
                    <a:ext uri="{9D8B030D-6E8A-4147-A177-3AD203B41FA5}">
                      <a16:colId xmlns:a16="http://schemas.microsoft.com/office/drawing/2014/main" val="2895830633"/>
                    </a:ext>
                  </a:extLst>
                </a:gridCol>
                <a:gridCol w="1371603">
                  <a:extLst>
                    <a:ext uri="{9D8B030D-6E8A-4147-A177-3AD203B41FA5}">
                      <a16:colId xmlns:a16="http://schemas.microsoft.com/office/drawing/2014/main" val="543061890"/>
                    </a:ext>
                  </a:extLst>
                </a:gridCol>
                <a:gridCol w="1340708">
                  <a:extLst>
                    <a:ext uri="{9D8B030D-6E8A-4147-A177-3AD203B41FA5}">
                      <a16:colId xmlns:a16="http://schemas.microsoft.com/office/drawing/2014/main" val="1725391551"/>
                    </a:ext>
                  </a:extLst>
                </a:gridCol>
              </a:tblGrid>
              <a:tr h="622095">
                <a:tc>
                  <a:txBody>
                    <a:bodyPr/>
                    <a:lstStyle/>
                    <a:p>
                      <a:pPr algn="ctr" fontAlgn="ctr"/>
                      <a:r>
                        <a:rPr lang="en-GB" sz="2000" u="none" strike="noStrike">
                          <a:effectLst/>
                        </a:rPr>
                        <a:t> </a:t>
                      </a:r>
                      <a:endParaRPr lang="en-GB" sz="2000" b="1" i="0" u="none" strike="noStrike">
                        <a:solidFill>
                          <a:srgbClr val="222222"/>
                        </a:solidFill>
                        <a:effectLst/>
                        <a:latin typeface="Arial" panose="020B0604020202020204" pitchFamily="34" charset="0"/>
                      </a:endParaRPr>
                    </a:p>
                  </a:txBody>
                  <a:tcPr marL="9525" marR="9525" marT="9525" marB="0" anchor="ctr">
                    <a:solidFill>
                      <a:srgbClr val="F1F2F9"/>
                    </a:solidFill>
                  </a:tcPr>
                </a:tc>
                <a:tc gridSpan="2">
                  <a:txBody>
                    <a:bodyPr/>
                    <a:lstStyle/>
                    <a:p>
                      <a:pPr algn="ctr" fontAlgn="ctr"/>
                      <a:r>
                        <a:rPr lang="en-GB" sz="2100" b="1" u="none" strike="noStrike">
                          <a:effectLst/>
                        </a:rPr>
                        <a:t>Case morphology</a:t>
                      </a:r>
                      <a:endParaRPr lang="en-GB" sz="2100" b="1" i="1" u="none" strike="noStrike">
                        <a:solidFill>
                          <a:srgbClr val="222222"/>
                        </a:solidFill>
                        <a:effectLst/>
                        <a:latin typeface="Arial" panose="020B0604020202020204" pitchFamily="34" charset="0"/>
                      </a:endParaRPr>
                    </a:p>
                  </a:txBody>
                  <a:tcPr marL="9525" marR="9525" marT="9525" marB="0" anchor="ctr">
                    <a:solidFill>
                      <a:srgbClr val="F1F2F9"/>
                    </a:solidFill>
                  </a:tcPr>
                </a:tc>
                <a:tc hMerge="1">
                  <a:txBody>
                    <a:bodyPr/>
                    <a:lstStyle/>
                    <a:p>
                      <a:endParaRPr lang="en-GB"/>
                    </a:p>
                  </a:txBody>
                  <a:tcPr/>
                </a:tc>
                <a:tc gridSpan="2">
                  <a:txBody>
                    <a:bodyPr/>
                    <a:lstStyle/>
                    <a:p>
                      <a:pPr algn="ctr" fontAlgn="ctr"/>
                      <a:r>
                        <a:rPr lang="en-GB" sz="2100" b="1" u="none" strike="noStrike">
                          <a:effectLst/>
                        </a:rPr>
                        <a:t>Adjective position</a:t>
                      </a:r>
                      <a:endParaRPr lang="en-GB" sz="2100" b="1" i="1" u="none" strike="noStrike">
                        <a:solidFill>
                          <a:srgbClr val="222222"/>
                        </a:solidFill>
                        <a:effectLst/>
                        <a:latin typeface="Arial" panose="020B0604020202020204" pitchFamily="34" charset="0"/>
                      </a:endParaRPr>
                    </a:p>
                  </a:txBody>
                  <a:tcPr marL="9525" marR="9525" marT="9525" marB="0" anchor="ctr">
                    <a:solidFill>
                      <a:srgbClr val="F1F2F9"/>
                    </a:solidFill>
                  </a:tcPr>
                </a:tc>
                <a:tc hMerge="1">
                  <a:txBody>
                    <a:bodyPr/>
                    <a:lstStyle/>
                    <a:p>
                      <a:endParaRPr lang="en-GB"/>
                    </a:p>
                  </a:txBody>
                  <a:tcPr/>
                </a:tc>
                <a:extLst>
                  <a:ext uri="{0D108BD9-81ED-4DB2-BD59-A6C34878D82A}">
                    <a16:rowId xmlns:a16="http://schemas.microsoft.com/office/drawing/2014/main" val="1429500383"/>
                  </a:ext>
                </a:extLst>
              </a:tr>
              <a:tr h="463257">
                <a:tc>
                  <a:txBody>
                    <a:bodyPr/>
                    <a:lstStyle/>
                    <a:p>
                      <a:pPr algn="ctr" fontAlgn="ctr"/>
                      <a:r>
                        <a:rPr lang="en-GB" sz="1900" b="1" u="none" strike="noStrike">
                          <a:effectLst/>
                        </a:rPr>
                        <a:t>Language combination</a:t>
                      </a:r>
                      <a:endParaRPr lang="en-GB" sz="1900" b="1"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ctr" fontAlgn="ctr"/>
                      <a:r>
                        <a:rPr lang="en-GB" sz="1900" b="1" u="none" strike="noStrike">
                          <a:effectLst/>
                        </a:rPr>
                        <a:t>TPM</a:t>
                      </a:r>
                      <a:endParaRPr lang="en-GB" sz="1900" b="1"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ctr" fontAlgn="ctr"/>
                      <a:r>
                        <a:rPr lang="en-GB" sz="1900" b="1" u="none" strike="noStrike">
                          <a:effectLst/>
                        </a:rPr>
                        <a:t>LPM/SM</a:t>
                      </a:r>
                      <a:endParaRPr lang="en-GB" sz="1900" b="1"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ctr" fontAlgn="ctr"/>
                      <a:r>
                        <a:rPr lang="en-GB" sz="1900" b="1" u="none" strike="noStrike">
                          <a:effectLst/>
                        </a:rPr>
                        <a:t>TPM</a:t>
                      </a:r>
                      <a:endParaRPr lang="en-GB" sz="1900" b="1"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ctr" fontAlgn="ctr"/>
                      <a:r>
                        <a:rPr lang="en-GB" sz="1900" b="1" u="none" strike="noStrike">
                          <a:effectLst/>
                        </a:rPr>
                        <a:t>LPM/SM</a:t>
                      </a:r>
                      <a:endParaRPr lang="en-GB" sz="1900" b="1" i="0" u="none" strike="noStrike">
                        <a:solidFill>
                          <a:srgbClr val="222222"/>
                        </a:solidFill>
                        <a:effectLst/>
                        <a:latin typeface="Arial" panose="020B0604020202020204" pitchFamily="34" charset="0"/>
                      </a:endParaRPr>
                    </a:p>
                  </a:txBody>
                  <a:tcPr marL="9525" marR="9525" marT="9525" marB="0" anchor="ctr">
                    <a:solidFill>
                      <a:srgbClr val="F1F2F9"/>
                    </a:solidFill>
                  </a:tcPr>
                </a:tc>
                <a:extLst>
                  <a:ext uri="{0D108BD9-81ED-4DB2-BD59-A6C34878D82A}">
                    <a16:rowId xmlns:a16="http://schemas.microsoft.com/office/drawing/2014/main" val="1937083731"/>
                  </a:ext>
                </a:extLst>
              </a:tr>
              <a:tr h="912476">
                <a:tc>
                  <a:txBody>
                    <a:bodyPr/>
                    <a:lstStyle/>
                    <a:p>
                      <a:pPr algn="l" fontAlgn="ctr"/>
                      <a:r>
                        <a:rPr lang="en-GB" sz="1900" u="none" strike="noStrike">
                          <a:effectLst/>
                        </a:rPr>
                        <a:t>L1 Italian—L1 German (L2 English)—L3 Mini-Latin</a:t>
                      </a:r>
                      <a:endParaRPr lang="en-GB" sz="1900" b="0"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l" fontAlgn="ctr"/>
                      <a:r>
                        <a:rPr lang="en-GB" sz="1900" u="none" strike="noStrike">
                          <a:effectLst/>
                        </a:rPr>
                        <a:t>No effect</a:t>
                      </a:r>
                      <a:endParaRPr lang="en-GB" sz="1900" b="0"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l" fontAlgn="ctr"/>
                      <a:r>
                        <a:rPr lang="en-GB" sz="1900" u="none" strike="noStrike">
                          <a:effectLst/>
                        </a:rPr>
                        <a:t>(N400)-P600</a:t>
                      </a:r>
                      <a:endParaRPr lang="en-GB" sz="1900" b="0"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l" fontAlgn="ctr"/>
                      <a:r>
                        <a:rPr lang="en-GB" sz="1900" u="none" strike="noStrike">
                          <a:effectLst/>
                        </a:rPr>
                        <a:t>(N400)-P600</a:t>
                      </a:r>
                      <a:endParaRPr lang="en-GB" sz="1900" b="0"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l" fontAlgn="ctr"/>
                      <a:r>
                        <a:rPr lang="en-GB" sz="1900" u="none" strike="noStrike">
                          <a:effectLst/>
                        </a:rPr>
                        <a:t>(N400)-P600</a:t>
                      </a:r>
                      <a:endParaRPr lang="en-GB" sz="1900" b="0" i="0" u="none" strike="noStrike">
                        <a:solidFill>
                          <a:srgbClr val="222222"/>
                        </a:solidFill>
                        <a:effectLst/>
                        <a:latin typeface="Arial" panose="020B0604020202020204" pitchFamily="34" charset="0"/>
                      </a:endParaRPr>
                    </a:p>
                  </a:txBody>
                  <a:tcPr marL="9525" marR="9525" marT="9525" marB="0" anchor="ctr">
                    <a:solidFill>
                      <a:srgbClr val="F1F2F9"/>
                    </a:solidFill>
                  </a:tcPr>
                </a:tc>
                <a:extLst>
                  <a:ext uri="{0D108BD9-81ED-4DB2-BD59-A6C34878D82A}">
                    <a16:rowId xmlns:a16="http://schemas.microsoft.com/office/drawing/2014/main" val="4279622083"/>
                  </a:ext>
                </a:extLst>
              </a:tr>
              <a:tr h="463257">
                <a:tc>
                  <a:txBody>
                    <a:bodyPr/>
                    <a:lstStyle/>
                    <a:p>
                      <a:pPr algn="l" fontAlgn="ctr"/>
                      <a:r>
                        <a:rPr lang="en-GB" sz="1900" u="none" strike="noStrike">
                          <a:effectLst/>
                        </a:rPr>
                        <a:t>L1 German—L2 English—L3 Mini-Latin</a:t>
                      </a:r>
                      <a:endParaRPr lang="en-GB" sz="1900" b="0"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l" fontAlgn="ctr"/>
                      <a:r>
                        <a:rPr lang="en-GB" sz="1900" u="none" strike="noStrike">
                          <a:effectLst/>
                        </a:rPr>
                        <a:t>No effect</a:t>
                      </a:r>
                      <a:endParaRPr lang="en-GB" sz="1900" b="0"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l" fontAlgn="ctr"/>
                      <a:r>
                        <a:rPr lang="en-GB" sz="1900" u="none" strike="noStrike">
                          <a:effectLst/>
                        </a:rPr>
                        <a:t>(N400)-P600</a:t>
                      </a:r>
                      <a:endParaRPr lang="en-GB" sz="1900" b="0"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l" fontAlgn="ctr"/>
                      <a:r>
                        <a:rPr lang="en-GB" sz="1900" u="none" strike="noStrike">
                          <a:effectLst/>
                        </a:rPr>
                        <a:t>No effect</a:t>
                      </a:r>
                      <a:endParaRPr lang="en-GB" sz="1900" b="0" i="0" u="none" strike="noStrike">
                        <a:solidFill>
                          <a:srgbClr val="222222"/>
                        </a:solidFill>
                        <a:effectLst/>
                        <a:latin typeface="Arial" panose="020B0604020202020204" pitchFamily="34" charset="0"/>
                      </a:endParaRPr>
                    </a:p>
                  </a:txBody>
                  <a:tcPr marL="9525" marR="9525" marT="9525" marB="0" anchor="ctr">
                    <a:solidFill>
                      <a:srgbClr val="F1F2F9"/>
                    </a:solidFill>
                  </a:tcPr>
                </a:tc>
                <a:tc>
                  <a:txBody>
                    <a:bodyPr/>
                    <a:lstStyle/>
                    <a:p>
                      <a:pPr algn="l" fontAlgn="ctr"/>
                      <a:r>
                        <a:rPr lang="en-GB" sz="1900" u="none" strike="noStrike">
                          <a:effectLst/>
                        </a:rPr>
                        <a:t>No effect</a:t>
                      </a:r>
                      <a:endParaRPr lang="en-GB" sz="1900" b="0" i="0" u="none" strike="noStrike">
                        <a:solidFill>
                          <a:srgbClr val="222222"/>
                        </a:solidFill>
                        <a:effectLst/>
                        <a:latin typeface="Arial" panose="020B0604020202020204" pitchFamily="34" charset="0"/>
                      </a:endParaRPr>
                    </a:p>
                  </a:txBody>
                  <a:tcPr marL="9525" marR="9525" marT="9525" marB="0" anchor="ctr">
                    <a:solidFill>
                      <a:srgbClr val="F1F2F9"/>
                    </a:solidFill>
                  </a:tcPr>
                </a:tc>
                <a:extLst>
                  <a:ext uri="{0D108BD9-81ED-4DB2-BD59-A6C34878D82A}">
                    <a16:rowId xmlns:a16="http://schemas.microsoft.com/office/drawing/2014/main" val="2836844051"/>
                  </a:ext>
                </a:extLst>
              </a:tr>
            </a:tbl>
          </a:graphicData>
        </a:graphic>
      </p:graphicFrame>
      <p:sp>
        <p:nvSpPr>
          <p:cNvPr id="9" name="Content Placeholder 2">
            <a:extLst>
              <a:ext uri="{FF2B5EF4-FFF2-40B4-BE49-F238E27FC236}">
                <a16:creationId xmlns:a16="http://schemas.microsoft.com/office/drawing/2014/main" id="{ED6E8618-F285-DF9F-738D-A611F18F30AF}"/>
              </a:ext>
            </a:extLst>
          </p:cNvPr>
          <p:cNvSpPr>
            <a:spLocks noGrp="1"/>
          </p:cNvSpPr>
          <p:nvPr>
            <p:ph idx="1"/>
          </p:nvPr>
        </p:nvSpPr>
        <p:spPr>
          <a:xfrm>
            <a:off x="838200" y="1541400"/>
            <a:ext cx="10515600" cy="1327015"/>
          </a:xfrm>
        </p:spPr>
        <p:txBody>
          <a:bodyPr>
            <a:normAutofit/>
          </a:bodyPr>
          <a:lstStyle/>
          <a:p>
            <a:pPr marL="0" indent="0" algn="ctr">
              <a:lnSpc>
                <a:spcPct val="120000"/>
              </a:lnSpc>
              <a:buNone/>
            </a:pPr>
            <a:r>
              <a:rPr lang="es-ES" sz="3600" b="1" err="1"/>
              <a:t>Hypotheses</a:t>
            </a:r>
            <a:r>
              <a:rPr lang="es-ES" sz="3600"/>
              <a:t> </a:t>
            </a:r>
            <a:r>
              <a:rPr lang="es-ES" sz="2400"/>
              <a:t>(</a:t>
            </a:r>
            <a:r>
              <a:rPr lang="en-GB" sz="2400">
                <a:solidFill>
                  <a:srgbClr val="1F1F1F"/>
                </a:solidFill>
                <a:latin typeface="ElsevierGulliver"/>
              </a:rPr>
              <a:t>based on </a:t>
            </a:r>
            <a:r>
              <a:rPr lang="en-GB" sz="2400">
                <a:latin typeface="ElsevierGulliver"/>
              </a:rPr>
              <a:t>Rothman et al., 2015</a:t>
            </a:r>
            <a:r>
              <a:rPr lang="es-ES" sz="2400"/>
              <a:t>)</a:t>
            </a:r>
            <a:r>
              <a:rPr lang="en-GB" sz="2800" b="0" i="0">
                <a:solidFill>
                  <a:srgbClr val="1F1F1F"/>
                </a:solidFill>
                <a:effectLst/>
                <a:latin typeface="ElsevierGulliver"/>
              </a:rPr>
              <a:t> under the assumption that transfer would happen </a:t>
            </a:r>
            <a:r>
              <a:rPr lang="en-GB" sz="2800" b="0" i="1">
                <a:solidFill>
                  <a:srgbClr val="1F1F1F"/>
                </a:solidFill>
                <a:effectLst/>
                <a:latin typeface="ElsevierGulliver"/>
              </a:rPr>
              <a:t>before </a:t>
            </a:r>
            <a:r>
              <a:rPr lang="en-GB" sz="2800" b="0" i="0">
                <a:solidFill>
                  <a:srgbClr val="1F1F1F"/>
                </a:solidFill>
                <a:effectLst/>
                <a:latin typeface="ElsevierGulliver"/>
              </a:rPr>
              <a:t>the ERP measurement.</a:t>
            </a:r>
            <a:endParaRPr lang="en-GB" sz="2800"/>
          </a:p>
          <a:p>
            <a:pPr marL="0" indent="0" algn="ctr">
              <a:buNone/>
            </a:pPr>
            <a:endParaRPr lang="en-GB"/>
          </a:p>
        </p:txBody>
      </p:sp>
    </p:spTree>
    <p:extLst>
      <p:ext uri="{BB962C8B-B14F-4D97-AF65-F5344CB8AC3E}">
        <p14:creationId xmlns:p14="http://schemas.microsoft.com/office/powerpoint/2010/main" val="3994173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32003-C504-8E57-B490-4D6F5D0A2F3C}"/>
              </a:ext>
            </a:extLst>
          </p:cNvPr>
          <p:cNvSpPr>
            <a:spLocks noGrp="1"/>
          </p:cNvSpPr>
          <p:nvPr>
            <p:ph type="title"/>
          </p:nvPr>
        </p:nvSpPr>
        <p:spPr/>
        <p:txBody>
          <a:bodyPr/>
          <a:lstStyle/>
          <a:p>
            <a:pPr algn="ctr"/>
            <a:r>
              <a:rPr lang="es-ES"/>
              <a:t>Pereira Soares et al. (2022)</a:t>
            </a:r>
            <a:endParaRPr lang="en-GB"/>
          </a:p>
        </p:txBody>
      </p:sp>
      <p:sp>
        <p:nvSpPr>
          <p:cNvPr id="6" name="Content Placeholder 2">
            <a:extLst>
              <a:ext uri="{FF2B5EF4-FFF2-40B4-BE49-F238E27FC236}">
                <a16:creationId xmlns:a16="http://schemas.microsoft.com/office/drawing/2014/main" id="{E0A8561C-8145-E779-4BCC-08576A51BBC4}"/>
              </a:ext>
            </a:extLst>
          </p:cNvPr>
          <p:cNvSpPr>
            <a:spLocks noGrp="1"/>
          </p:cNvSpPr>
          <p:nvPr>
            <p:ph idx="1"/>
          </p:nvPr>
        </p:nvSpPr>
        <p:spPr>
          <a:xfrm>
            <a:off x="838200" y="1594023"/>
            <a:ext cx="10515600" cy="4233036"/>
          </a:xfrm>
        </p:spPr>
        <p:txBody>
          <a:bodyPr>
            <a:normAutofit/>
          </a:bodyPr>
          <a:lstStyle/>
          <a:p>
            <a:pPr marL="0" indent="0" algn="ctr">
              <a:buNone/>
            </a:pPr>
            <a:r>
              <a:rPr lang="es-ES" sz="3600" b="1" err="1"/>
              <a:t>Results</a:t>
            </a:r>
            <a:endParaRPr lang="es-ES" sz="3600" b="1"/>
          </a:p>
          <a:p>
            <a:pPr marL="0" indent="0">
              <a:buNone/>
            </a:pPr>
            <a:endParaRPr lang="en-GB" sz="3600" b="1"/>
          </a:p>
          <a:p>
            <a:pPr>
              <a:lnSpc>
                <a:spcPct val="150000"/>
              </a:lnSpc>
            </a:pPr>
            <a:r>
              <a:rPr lang="en-GB" sz="2400" b="0">
                <a:solidFill>
                  <a:srgbClr val="222222"/>
                </a:solidFill>
                <a:effectLst/>
                <a:latin typeface="Arial" panose="020B0604020202020204" pitchFamily="34" charset="0"/>
              </a:rPr>
              <a:t>From the abstract: […] “N200/N400 deflection for the HSs in case morphology and a P600 effect for the German L2 group in adjectival position. None of the current L3/L</a:t>
            </a:r>
            <a:r>
              <a:rPr lang="en-GB" sz="2400" b="0" i="1">
                <a:solidFill>
                  <a:srgbClr val="222222"/>
                </a:solidFill>
                <a:effectLst/>
                <a:latin typeface="Arial" panose="020B0604020202020204" pitchFamily="34" charset="0"/>
              </a:rPr>
              <a:t>n</a:t>
            </a:r>
            <a:r>
              <a:rPr lang="en-GB" sz="2400" b="0">
                <a:solidFill>
                  <a:srgbClr val="222222"/>
                </a:solidFill>
                <a:effectLst/>
                <a:latin typeface="Arial" panose="020B0604020202020204" pitchFamily="34" charset="0"/>
              </a:rPr>
              <a:t> models predict the observed results, which questions the appropriateness of this methodology.”</a:t>
            </a:r>
            <a:endParaRPr lang="es-ES" sz="4800"/>
          </a:p>
        </p:txBody>
      </p:sp>
      <p:sp>
        <p:nvSpPr>
          <p:cNvPr id="4" name="Slide Number Placeholder 3">
            <a:extLst>
              <a:ext uri="{FF2B5EF4-FFF2-40B4-BE49-F238E27FC236}">
                <a16:creationId xmlns:a16="http://schemas.microsoft.com/office/drawing/2014/main" id="{851C0829-66E1-091C-7853-20AC7A134BDD}"/>
              </a:ext>
            </a:extLst>
          </p:cNvPr>
          <p:cNvSpPr>
            <a:spLocks noGrp="1"/>
          </p:cNvSpPr>
          <p:nvPr>
            <p:ph type="sldNum" sz="quarter" idx="12"/>
          </p:nvPr>
        </p:nvSpPr>
        <p:spPr/>
        <p:txBody>
          <a:bodyPr/>
          <a:lstStyle/>
          <a:p>
            <a:fld id="{F120EC50-82ED-45BA-9B48-47FD87D12700}" type="slidenum">
              <a:rPr lang="en-GB" smtClean="0"/>
              <a:t>26</a:t>
            </a:fld>
            <a:endParaRPr lang="en-GB"/>
          </a:p>
        </p:txBody>
      </p:sp>
    </p:spTree>
    <p:extLst>
      <p:ext uri="{BB962C8B-B14F-4D97-AF65-F5344CB8AC3E}">
        <p14:creationId xmlns:p14="http://schemas.microsoft.com/office/powerpoint/2010/main" val="3364931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3275-2AD3-2999-EB02-7A7A18C42328}"/>
              </a:ext>
            </a:extLst>
          </p:cNvPr>
          <p:cNvSpPr>
            <a:spLocks noGrp="1"/>
          </p:cNvSpPr>
          <p:nvPr>
            <p:ph type="title"/>
          </p:nvPr>
        </p:nvSpPr>
        <p:spPr>
          <a:xfrm>
            <a:off x="838200" y="393700"/>
            <a:ext cx="10515600" cy="1325563"/>
          </a:xfrm>
        </p:spPr>
        <p:txBody>
          <a:bodyPr/>
          <a:lstStyle/>
          <a:p>
            <a:pPr algn="ctr"/>
            <a:r>
              <a:rPr lang="en-US"/>
              <a:t>Our study</a:t>
            </a:r>
            <a:endParaRPr lang="en-GB"/>
          </a:p>
        </p:txBody>
      </p:sp>
      <p:sp>
        <p:nvSpPr>
          <p:cNvPr id="3" name="Content Placeholder 2">
            <a:extLst>
              <a:ext uri="{FF2B5EF4-FFF2-40B4-BE49-F238E27FC236}">
                <a16:creationId xmlns:a16="http://schemas.microsoft.com/office/drawing/2014/main" id="{CBAF6B97-7D53-6964-6996-C7D727DED791}"/>
              </a:ext>
            </a:extLst>
          </p:cNvPr>
          <p:cNvSpPr>
            <a:spLocks noGrp="1"/>
          </p:cNvSpPr>
          <p:nvPr>
            <p:ph idx="1"/>
          </p:nvPr>
        </p:nvSpPr>
        <p:spPr>
          <a:xfrm>
            <a:off x="3619500" y="1984559"/>
            <a:ext cx="7734300" cy="3935787"/>
          </a:xfrm>
        </p:spPr>
        <p:txBody>
          <a:bodyPr>
            <a:normAutofit/>
          </a:bodyPr>
          <a:lstStyle/>
          <a:p>
            <a:pPr>
              <a:lnSpc>
                <a:spcPct val="100000"/>
              </a:lnSpc>
            </a:pPr>
            <a:r>
              <a:rPr lang="en-US" sz="3200"/>
              <a:t>Sites: Tromsø and Madrid</a:t>
            </a:r>
          </a:p>
          <a:p>
            <a:pPr>
              <a:lnSpc>
                <a:spcPct val="100000"/>
              </a:lnSpc>
            </a:pPr>
            <a:r>
              <a:rPr lang="en-US" sz="3200"/>
              <a:t>Several groups per site</a:t>
            </a:r>
          </a:p>
          <a:p>
            <a:pPr>
              <a:lnSpc>
                <a:spcPct val="100000"/>
              </a:lnSpc>
            </a:pPr>
            <a:r>
              <a:rPr lang="en-US" sz="3200"/>
              <a:t>Six sessions</a:t>
            </a:r>
          </a:p>
          <a:p>
            <a:pPr>
              <a:lnSpc>
                <a:spcPct val="100000"/>
              </a:lnSpc>
            </a:pPr>
            <a:r>
              <a:rPr lang="en-US" sz="3200"/>
              <a:t>Three executive functions</a:t>
            </a:r>
          </a:p>
          <a:p>
            <a:pPr>
              <a:lnSpc>
                <a:spcPct val="100000"/>
              </a:lnSpc>
            </a:pPr>
            <a:r>
              <a:rPr lang="en-US" sz="3200"/>
              <a:t>Three grammatical properties</a:t>
            </a:r>
          </a:p>
          <a:p>
            <a:pPr>
              <a:lnSpc>
                <a:spcPct val="100000"/>
              </a:lnSpc>
            </a:pPr>
            <a:r>
              <a:rPr lang="en-US" sz="3200"/>
              <a:t>Several parts per session</a:t>
            </a:r>
            <a:endParaRPr lang="en-GB" sz="3200"/>
          </a:p>
        </p:txBody>
      </p:sp>
      <p:sp>
        <p:nvSpPr>
          <p:cNvPr id="4" name="Slide Number Placeholder 3">
            <a:extLst>
              <a:ext uri="{FF2B5EF4-FFF2-40B4-BE49-F238E27FC236}">
                <a16:creationId xmlns:a16="http://schemas.microsoft.com/office/drawing/2014/main" id="{AE499E13-199E-4ACA-C165-345D066F9F97}"/>
              </a:ext>
            </a:extLst>
          </p:cNvPr>
          <p:cNvSpPr>
            <a:spLocks noGrp="1"/>
          </p:cNvSpPr>
          <p:nvPr>
            <p:ph type="sldNum" sz="quarter" idx="12"/>
          </p:nvPr>
        </p:nvSpPr>
        <p:spPr/>
        <p:txBody>
          <a:bodyPr/>
          <a:lstStyle/>
          <a:p>
            <a:fld id="{F120EC50-82ED-45BA-9B48-47FD87D12700}" type="slidenum">
              <a:rPr lang="en-GB" smtClean="0"/>
              <a:pPr/>
              <a:t>27</a:t>
            </a:fld>
            <a:endParaRPr lang="en-GB"/>
          </a:p>
        </p:txBody>
      </p:sp>
    </p:spTree>
    <p:extLst>
      <p:ext uri="{BB962C8B-B14F-4D97-AF65-F5344CB8AC3E}">
        <p14:creationId xmlns:p14="http://schemas.microsoft.com/office/powerpoint/2010/main" val="1547486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8118-F970-5690-067F-D7E46FD8ACB2}"/>
              </a:ext>
            </a:extLst>
          </p:cNvPr>
          <p:cNvSpPr>
            <a:spLocks noGrp="1"/>
          </p:cNvSpPr>
          <p:nvPr>
            <p:ph type="title"/>
          </p:nvPr>
        </p:nvSpPr>
        <p:spPr>
          <a:xfrm>
            <a:off x="744069" y="280378"/>
            <a:ext cx="10703859" cy="754153"/>
          </a:xfrm>
        </p:spPr>
        <p:txBody>
          <a:bodyPr vert="horz" lIns="91440" tIns="45720" rIns="91440" bIns="45720" rtlCol="0" anchor="ctr">
            <a:normAutofit fontScale="90000"/>
          </a:bodyPr>
          <a:lstStyle/>
          <a:p>
            <a:pPr algn="ctr"/>
            <a:r>
              <a:rPr lang="en-US" sz="3200"/>
              <a:t>Grammatical p</a:t>
            </a:r>
            <a:r>
              <a:rPr lang="en-US" sz="3200" kern="1200">
                <a:latin typeface="+mj-lt"/>
                <a:ea typeface="+mj-ea"/>
                <a:cs typeface="+mj-cs"/>
              </a:rPr>
              <a:t>roperties, examples, and presence in natural languages</a:t>
            </a:r>
          </a:p>
        </p:txBody>
      </p:sp>
      <p:sp>
        <p:nvSpPr>
          <p:cNvPr id="4" name="Slide Number Placeholder 3">
            <a:extLst>
              <a:ext uri="{FF2B5EF4-FFF2-40B4-BE49-F238E27FC236}">
                <a16:creationId xmlns:a16="http://schemas.microsoft.com/office/drawing/2014/main" id="{FB39F9C9-8087-C939-E8C6-D1478C52D833}"/>
              </a:ext>
            </a:extLst>
          </p:cNvPr>
          <p:cNvSpPr>
            <a:spLocks noGrp="1"/>
          </p:cNvSpPr>
          <p:nvPr>
            <p:ph type="sldNum" sz="quarter" idx="12"/>
          </p:nvPr>
        </p:nvSpPr>
        <p:spPr>
          <a:xfrm>
            <a:off x="9103661" y="6356350"/>
            <a:ext cx="2743200" cy="365125"/>
          </a:xfrm>
        </p:spPr>
        <p:txBody>
          <a:bodyPr vert="horz" lIns="91440" tIns="45720" rIns="91440" bIns="45720" rtlCol="0">
            <a:normAutofit/>
          </a:bodyPr>
          <a:lstStyle/>
          <a:p>
            <a:pPr>
              <a:spcAft>
                <a:spcPts val="600"/>
              </a:spcAft>
            </a:pPr>
            <a:fld id="{F120EC50-82ED-45BA-9B48-47FD87D12700}" type="slidenum">
              <a:rPr lang="en-US" smtClean="0"/>
              <a:pPr>
                <a:spcAft>
                  <a:spcPts val="600"/>
                </a:spcAft>
              </a:pPr>
              <a:t>28</a:t>
            </a:fld>
            <a:endParaRPr lang="en-US"/>
          </a:p>
        </p:txBody>
      </p:sp>
      <p:graphicFrame>
        <p:nvGraphicFramePr>
          <p:cNvPr id="5" name="Content Placeholder 4">
            <a:extLst>
              <a:ext uri="{FF2B5EF4-FFF2-40B4-BE49-F238E27FC236}">
                <a16:creationId xmlns:a16="http://schemas.microsoft.com/office/drawing/2014/main" id="{B9EF8B59-A141-CF38-CBED-B10617922639}"/>
              </a:ext>
            </a:extLst>
          </p:cNvPr>
          <p:cNvGraphicFramePr>
            <a:graphicFrameLocks noGrp="1"/>
          </p:cNvGraphicFramePr>
          <p:nvPr>
            <p:ph idx="1"/>
            <p:extLst>
              <p:ext uri="{D42A27DB-BD31-4B8C-83A1-F6EECF244321}">
                <p14:modId xmlns:p14="http://schemas.microsoft.com/office/powerpoint/2010/main" val="2938586844"/>
              </p:ext>
            </p:extLst>
          </p:nvPr>
        </p:nvGraphicFramePr>
        <p:xfrm>
          <a:off x="620805" y="1088321"/>
          <a:ext cx="10950388" cy="5162459"/>
        </p:xfrm>
        <a:graphic>
          <a:graphicData uri="http://schemas.openxmlformats.org/drawingml/2006/table">
            <a:tbl>
              <a:tblPr firstRow="1" bandRow="1">
                <a:noFill/>
                <a:tableStyleId>{7DF18680-E054-41AD-8BC1-D1AEF772440D}</a:tableStyleId>
              </a:tblPr>
              <a:tblGrid>
                <a:gridCol w="5421407">
                  <a:extLst>
                    <a:ext uri="{9D8B030D-6E8A-4147-A177-3AD203B41FA5}">
                      <a16:colId xmlns:a16="http://schemas.microsoft.com/office/drawing/2014/main" val="2566363199"/>
                    </a:ext>
                  </a:extLst>
                </a:gridCol>
                <a:gridCol w="5528981">
                  <a:extLst>
                    <a:ext uri="{9D8B030D-6E8A-4147-A177-3AD203B41FA5}">
                      <a16:colId xmlns:a16="http://schemas.microsoft.com/office/drawing/2014/main" val="3995715682"/>
                    </a:ext>
                  </a:extLst>
                </a:gridCol>
              </a:tblGrid>
              <a:tr h="870403">
                <a:tc>
                  <a:txBody>
                    <a:bodyPr/>
                    <a:lstStyle/>
                    <a:p>
                      <a:r>
                        <a:rPr lang="en-US" sz="3200" b="1" cap="none" spc="0" dirty="0">
                          <a:solidFill>
                            <a:schemeClr val="tx1"/>
                          </a:solidFill>
                        </a:rPr>
                        <a:t>Gender agreement</a:t>
                      </a:r>
                      <a:endParaRPr lang="en-GB" sz="3200" b="1" cap="none" spc="0" dirty="0">
                        <a:solidFill>
                          <a:schemeClr val="tx1"/>
                        </a:solidFill>
                      </a:endParaRPr>
                    </a:p>
                  </a:txBody>
                  <a:tcPr marL="356908" marR="356908" marT="147407" marB="147407" anchor="ctr">
                    <a:lnL w="28575" cap="flat" cmpd="sng" algn="ctr">
                      <a:noFill/>
                      <a:prstDash val="solid"/>
                    </a:lnL>
                    <a:lnR w="28575" cap="flat" cmpd="sng" algn="ctr">
                      <a:noFill/>
                      <a:prstDash val="solid"/>
                    </a:lnR>
                    <a:lnT w="28575" cap="flat" cmpd="sng" algn="ctr">
                      <a:solidFill>
                        <a:schemeClr val="tx1"/>
                      </a:solidFill>
                      <a:prstDash val="solid"/>
                    </a:lnT>
                    <a:lnB w="12700" cmpd="sng">
                      <a:noFill/>
                      <a:prstDash val="solid"/>
                    </a:lnB>
                    <a:solidFill>
                      <a:schemeClr val="bg1">
                        <a:lumMod val="95000"/>
                      </a:schemeClr>
                    </a:solidFill>
                  </a:tcPr>
                </a:tc>
                <a:tc>
                  <a:txBody>
                    <a:bodyPr/>
                    <a:lstStyle/>
                    <a:p>
                      <a:r>
                        <a:rPr lang="en-GB" sz="2800" b="1" i="1" u="none" strike="noStrike" err="1">
                          <a:solidFill>
                            <a:srgbClr val="000000"/>
                          </a:solidFill>
                          <a:effectLst/>
                          <a:latin typeface="Calibri" panose="020F0502020204030204" pitchFamily="34" charset="0"/>
                        </a:rPr>
                        <a:t>Z</a:t>
                      </a:r>
                      <a:r>
                        <a:rPr lang="en-GB" sz="2800" b="0" i="1" u="none" strike="noStrike" err="1">
                          <a:solidFill>
                            <a:srgbClr val="000000"/>
                          </a:solidFill>
                          <a:effectLst/>
                          <a:latin typeface="Calibri" panose="020F0502020204030204" pitchFamily="34" charset="0"/>
                        </a:rPr>
                        <a:t>er</a:t>
                      </a:r>
                      <a:r>
                        <a:rPr lang="en-GB" sz="2800" b="0" i="1" u="none" strike="noStrike">
                          <a:solidFill>
                            <a:srgbClr val="000000"/>
                          </a:solidFill>
                          <a:effectLst/>
                          <a:latin typeface="Calibri" panose="020F0502020204030204" pitchFamily="34" charset="0"/>
                        </a:rPr>
                        <a:t> watch are </a:t>
                      </a:r>
                      <a:r>
                        <a:rPr lang="en-GB" sz="2800" b="0" i="1" u="none" strike="noStrike" err="1">
                          <a:solidFill>
                            <a:srgbClr val="000000"/>
                          </a:solidFill>
                          <a:effectLst/>
                          <a:latin typeface="Calibri" panose="020F0502020204030204" pitchFamily="34" charset="0"/>
                        </a:rPr>
                        <a:t>yellowe</a:t>
                      </a:r>
                      <a:r>
                        <a:rPr lang="en-GB" sz="2800" b="1" i="1" u="sng" strike="noStrike" err="1">
                          <a:solidFill>
                            <a:srgbClr val="000000"/>
                          </a:solidFill>
                          <a:effectLst/>
                          <a:latin typeface="Calibri" panose="020F0502020204030204" pitchFamily="34" charset="0"/>
                        </a:rPr>
                        <a:t>z</a:t>
                      </a:r>
                      <a:r>
                        <a:rPr lang="en-GB" sz="2800" b="0" i="1" u="none" strike="noStrike" err="1">
                          <a:solidFill>
                            <a:srgbClr val="000000"/>
                          </a:solidFill>
                          <a:effectLst/>
                          <a:latin typeface="Calibri" panose="020F0502020204030204" pitchFamily="34" charset="0"/>
                        </a:rPr>
                        <a:t>ur</a:t>
                      </a:r>
                      <a:r>
                        <a:rPr lang="en-GB" sz="2800" b="0" i="1" u="none" strike="noStrike">
                          <a:solidFill>
                            <a:srgbClr val="000000"/>
                          </a:solidFill>
                          <a:effectLst/>
                          <a:latin typeface="Calibri" panose="020F0502020204030204" pitchFamily="34" charset="0"/>
                        </a:rPr>
                        <a:t> and …</a:t>
                      </a:r>
                      <a:endParaRPr lang="en-GB" sz="2800" b="1" cap="none" spc="0">
                        <a:solidFill>
                          <a:schemeClr val="tx1"/>
                        </a:solidFill>
                      </a:endParaRPr>
                    </a:p>
                  </a:txBody>
                  <a:tcPr marL="356908" marR="356908" marT="147407" marB="147407" anchor="ctr">
                    <a:lnL w="28575" cap="flat" cmpd="sng" algn="ctr">
                      <a:noFill/>
                      <a:prstDash val="solid"/>
                    </a:lnL>
                    <a:lnR w="28575" cap="flat" cmpd="sng" algn="ctr">
                      <a:noFill/>
                      <a:prstDash val="solid"/>
                    </a:lnR>
                    <a:lnT w="2857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258924432"/>
                  </a:ext>
                </a:extLst>
              </a:tr>
              <a:tr h="870403">
                <a:tc>
                  <a:txBody>
                    <a:bodyPr/>
                    <a:lstStyle/>
                    <a:p>
                      <a:pPr marL="358775" indent="0"/>
                      <a:r>
                        <a:rPr lang="en-US" sz="2800" cap="none" spc="0">
                          <a:solidFill>
                            <a:schemeClr val="bg1"/>
                          </a:solidFill>
                        </a:rPr>
                        <a:t>in Spanish and Norwegian</a:t>
                      </a:r>
                      <a:endParaRPr lang="en-GB" sz="2800" cap="none" spc="0">
                        <a:solidFill>
                          <a:schemeClr val="bg1"/>
                        </a:solidFill>
                      </a:endParaRPr>
                    </a:p>
                  </a:txBody>
                  <a:tcPr marL="356908" marR="356908" marT="147407" marB="147407">
                    <a:lnL w="28575" cap="flat" cmpd="sng" algn="ctr">
                      <a:noFill/>
                      <a:prstDash val="solid"/>
                    </a:lnL>
                    <a:lnR w="28575" cap="flat" cmpd="sng" algn="ctr">
                      <a:noFill/>
                      <a:prstDash val="solid"/>
                    </a:lnR>
                    <a:lnT w="12700" cmpd="sng">
                      <a:noFill/>
                      <a:prstDash val="solid"/>
                    </a:lnT>
                    <a:lnB w="12700" cap="flat" cmpd="sng" algn="ctr">
                      <a:noFill/>
                      <a:prstDash val="solid"/>
                    </a:lnB>
                    <a:solidFill>
                      <a:schemeClr val="tx1"/>
                    </a:solidFill>
                  </a:tcPr>
                </a:tc>
                <a:tc>
                  <a:txBody>
                    <a:bodyPr/>
                    <a:lstStyle/>
                    <a:p>
                      <a:pPr marL="358775" indent="0"/>
                      <a:endParaRPr lang="en-GB" sz="2800" cap="none" spc="0">
                        <a:solidFill>
                          <a:schemeClr val="bg1"/>
                        </a:solidFill>
                      </a:endParaRPr>
                    </a:p>
                  </a:txBody>
                  <a:tcPr marL="356908" marR="356908" marT="147407" marB="147407">
                    <a:lnL w="28575" cap="flat" cmpd="sng" algn="ctr">
                      <a:noFill/>
                      <a:prstDash val="solid"/>
                    </a:lnL>
                    <a:lnR w="28575" cap="flat" cmpd="sng" algn="ctr">
                      <a:noFill/>
                      <a:prstDash val="solid"/>
                    </a:lnR>
                    <a:lnT w="12700" cmpd="sng">
                      <a:noFill/>
                      <a:prstDash val="solid"/>
                    </a:lnT>
                    <a:lnB w="12700" cap="flat" cmpd="sng" algn="ctr">
                      <a:noFill/>
                      <a:prstDash val="solid"/>
                    </a:lnB>
                    <a:solidFill>
                      <a:schemeClr val="tx1"/>
                    </a:solidFill>
                  </a:tcPr>
                </a:tc>
                <a:extLst>
                  <a:ext uri="{0D108BD9-81ED-4DB2-BD59-A6C34878D82A}">
                    <a16:rowId xmlns:a16="http://schemas.microsoft.com/office/drawing/2014/main" val="570270699"/>
                  </a:ext>
                </a:extLst>
              </a:tr>
              <a:tr h="449948">
                <a:tc>
                  <a:txBody>
                    <a:bodyPr/>
                    <a:lstStyle/>
                    <a:p>
                      <a:r>
                        <a:rPr lang="en-US" sz="2800" b="1" kern="1200" cap="none" spc="0">
                          <a:solidFill>
                            <a:schemeClr val="tx1"/>
                          </a:solidFill>
                          <a:latin typeface="+mn-lt"/>
                          <a:ea typeface="+mn-ea"/>
                          <a:cs typeface="+mn-cs"/>
                        </a:rPr>
                        <a:t>Differential object marking</a:t>
                      </a:r>
                      <a:endParaRPr lang="en-GB" sz="2800" b="1" kern="1200" cap="none" spc="0">
                        <a:solidFill>
                          <a:schemeClr val="tx1"/>
                        </a:solidFill>
                        <a:latin typeface="+mn-lt"/>
                        <a:ea typeface="+mn-ea"/>
                        <a:cs typeface="+mn-cs"/>
                      </a:endParaRPr>
                    </a:p>
                  </a:txBody>
                  <a:tcPr marL="356908" marR="356908" marT="147407" marB="147407">
                    <a:lnL w="28575" cap="flat" cmpd="sng" algn="ctr">
                      <a:noFill/>
                      <a:prstDash val="solid"/>
                    </a:lnL>
                    <a:lnR w="28575" cap="flat" cmpd="sng" algn="ctr">
                      <a:noFill/>
                      <a:prstDash val="solid"/>
                    </a:lnR>
                    <a:lnT w="12700" cap="flat" cmpd="sng" algn="ctr">
                      <a:noFill/>
                      <a:prstDash val="solid"/>
                    </a:lnT>
                    <a:lnB w="12700" cmpd="sng">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b="0" i="1" u="none" strike="noStrike" kern="1200">
                          <a:solidFill>
                            <a:srgbClr val="000000"/>
                          </a:solidFill>
                          <a:effectLst/>
                          <a:latin typeface="Calibri" panose="020F0502020204030204" pitchFamily="34" charset="0"/>
                          <a:ea typeface="+mn-ea"/>
                          <a:cs typeface="+mn-cs"/>
                        </a:rPr>
                        <a:t>Jessica provided ze </a:t>
                      </a:r>
                      <a:r>
                        <a:rPr lang="en-GB" sz="2800" b="1" i="1" u="sng" strike="noStrike" kern="1200" err="1">
                          <a:solidFill>
                            <a:srgbClr val="000000"/>
                          </a:solidFill>
                          <a:effectLst/>
                          <a:latin typeface="Calibri" panose="020F0502020204030204" pitchFamily="34" charset="0"/>
                          <a:ea typeface="+mn-ea"/>
                          <a:cs typeface="+mn-cs"/>
                        </a:rPr>
                        <a:t>fi</a:t>
                      </a:r>
                      <a:r>
                        <a:rPr lang="en-GB" sz="2800" b="0" i="1" u="none" strike="noStrike" kern="1200" err="1">
                          <a:solidFill>
                            <a:srgbClr val="000000"/>
                          </a:solidFill>
                          <a:effectLst/>
                          <a:latin typeface="Calibri" panose="020F0502020204030204" pitchFamily="34" charset="0"/>
                          <a:ea typeface="+mn-ea"/>
                          <a:cs typeface="+mn-cs"/>
                        </a:rPr>
                        <a:t>hat</a:t>
                      </a:r>
                      <a:r>
                        <a:rPr lang="en-GB" sz="2800" b="0" i="1" u="none" strike="noStrike" kern="1200">
                          <a:solidFill>
                            <a:srgbClr val="000000"/>
                          </a:solidFill>
                          <a:effectLst/>
                          <a:latin typeface="Calibri" panose="020F0502020204030204" pitchFamily="34" charset="0"/>
                          <a:ea typeface="+mn-ea"/>
                          <a:cs typeface="+mn-cs"/>
                        </a:rPr>
                        <a:t> </a:t>
                      </a:r>
                      <a:r>
                        <a:rPr lang="en-GB" sz="2800" b="0" i="1" u="none" strike="noStrike">
                          <a:solidFill>
                            <a:srgbClr val="000000"/>
                          </a:solidFill>
                          <a:effectLst/>
                          <a:latin typeface="Calibri" panose="020F0502020204030204" pitchFamily="34" charset="0"/>
                        </a:rPr>
                        <a:t>and …</a:t>
                      </a:r>
                      <a:endParaRPr lang="en-GB" sz="2800" b="0" i="1" u="none" strike="noStrike" kern="1200">
                        <a:solidFill>
                          <a:srgbClr val="000000"/>
                        </a:solidFill>
                        <a:effectLst/>
                        <a:latin typeface="Calibri" panose="020F0502020204030204" pitchFamily="34" charset="0"/>
                        <a:ea typeface="+mn-ea"/>
                        <a:cs typeface="+mn-cs"/>
                      </a:endParaRPr>
                    </a:p>
                  </a:txBody>
                  <a:tcPr marL="356908" marR="356908" marT="147407" marB="147407">
                    <a:lnL w="28575" cap="flat" cmpd="sng" algn="ctr">
                      <a:noFill/>
                      <a:prstDash val="solid"/>
                    </a:lnL>
                    <a:lnR w="28575" cap="flat" cmpd="sng" algn="ctr">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46642365"/>
                  </a:ext>
                </a:extLst>
              </a:tr>
              <a:tr h="949955">
                <a:tc>
                  <a:txBody>
                    <a:bodyPr/>
                    <a:lstStyle/>
                    <a:p>
                      <a:pPr marL="358775" indent="0"/>
                      <a:r>
                        <a:rPr lang="en-US" sz="2800" kern="1200" cap="none" spc="0">
                          <a:solidFill>
                            <a:schemeClr val="bg1"/>
                          </a:solidFill>
                          <a:latin typeface="+mn-lt"/>
                          <a:ea typeface="+mn-ea"/>
                          <a:cs typeface="+mn-cs"/>
                        </a:rPr>
                        <a:t>in Spanish</a:t>
                      </a:r>
                      <a:endParaRPr lang="en-GB" sz="2800" kern="1200" cap="none" spc="0">
                        <a:solidFill>
                          <a:schemeClr val="bg1"/>
                        </a:solidFill>
                        <a:latin typeface="+mn-lt"/>
                        <a:ea typeface="+mn-ea"/>
                        <a:cs typeface="+mn-cs"/>
                      </a:endParaRPr>
                    </a:p>
                  </a:txBody>
                  <a:tcPr marL="356908" marR="356908" marT="147407" marB="147407">
                    <a:lnL w="28575" cap="flat" cmpd="sng" algn="ctr">
                      <a:noFill/>
                      <a:prstDash val="solid"/>
                    </a:lnL>
                    <a:lnR w="28575" cap="flat" cmpd="sng" algn="ctr">
                      <a:noFill/>
                      <a:prstDash val="solid"/>
                    </a:lnR>
                    <a:lnT w="12700" cmpd="sng">
                      <a:noFill/>
                      <a:prstDash val="solid"/>
                    </a:lnT>
                    <a:lnB w="12700" cap="flat" cmpd="sng" algn="ctr">
                      <a:noFill/>
                      <a:prstDash val="solid"/>
                    </a:lnB>
                    <a:solidFill>
                      <a:schemeClr val="tx1"/>
                    </a:solidFill>
                  </a:tcPr>
                </a:tc>
                <a:tc>
                  <a:txBody>
                    <a:bodyPr/>
                    <a:lstStyle/>
                    <a:p>
                      <a:pPr marL="358775" indent="0"/>
                      <a:endParaRPr lang="en-GB" sz="2800" kern="1200" cap="none" spc="0">
                        <a:solidFill>
                          <a:schemeClr val="bg1"/>
                        </a:solidFill>
                        <a:latin typeface="+mn-lt"/>
                        <a:ea typeface="+mn-ea"/>
                        <a:cs typeface="+mn-cs"/>
                      </a:endParaRPr>
                    </a:p>
                  </a:txBody>
                  <a:tcPr marL="356908" marR="356908" marT="147407" marB="147407">
                    <a:lnL w="28575" cap="flat" cmpd="sng" algn="ctr">
                      <a:noFill/>
                      <a:prstDash val="solid"/>
                    </a:lnL>
                    <a:lnR w="28575" cap="flat" cmpd="sng" algn="ctr">
                      <a:noFill/>
                      <a:prstDash val="solid"/>
                    </a:lnR>
                    <a:lnT w="12700" cmpd="sng">
                      <a:noFill/>
                      <a:prstDash val="solid"/>
                    </a:lnT>
                    <a:lnB w="12700" cap="flat" cmpd="sng" algn="ctr">
                      <a:noFill/>
                      <a:prstDash val="solid"/>
                    </a:lnB>
                    <a:solidFill>
                      <a:schemeClr val="tx1"/>
                    </a:solidFill>
                  </a:tcPr>
                </a:tc>
                <a:extLst>
                  <a:ext uri="{0D108BD9-81ED-4DB2-BD59-A6C34878D82A}">
                    <a16:rowId xmlns:a16="http://schemas.microsoft.com/office/drawing/2014/main" val="3723450033"/>
                  </a:ext>
                </a:extLst>
              </a:tr>
              <a:tr h="800209">
                <a:tc>
                  <a:txBody>
                    <a:bodyPr/>
                    <a:lstStyle/>
                    <a:p>
                      <a:r>
                        <a:rPr lang="en-US" sz="2800" b="1" cap="none" spc="0">
                          <a:solidFill>
                            <a:schemeClr val="tx1"/>
                          </a:solidFill>
                        </a:rPr>
                        <a:t>Verb-object number agreement</a:t>
                      </a:r>
                      <a:endParaRPr lang="en-GB" sz="2800" b="1" cap="none" spc="0">
                        <a:solidFill>
                          <a:schemeClr val="tx1"/>
                        </a:solidFill>
                      </a:endParaRPr>
                    </a:p>
                  </a:txBody>
                  <a:tcPr marL="356908" marR="356908" marT="147407" marB="147407">
                    <a:lnL w="28575" cap="flat" cmpd="sng" algn="ctr">
                      <a:noFill/>
                      <a:prstDash val="solid"/>
                    </a:lnL>
                    <a:lnR w="28575" cap="flat" cmpd="sng" algn="ctr">
                      <a:noFill/>
                      <a:prstDash val="solid"/>
                    </a:lnR>
                    <a:lnT w="12700" cap="flat" cmpd="sng" algn="ctr">
                      <a:noFill/>
                      <a:prstDash val="solid"/>
                    </a:lnT>
                    <a:lnB w="12700" cmpd="sng">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b="0" i="1" u="none" strike="noStrike" kern="1200" dirty="0">
                          <a:solidFill>
                            <a:srgbClr val="000000"/>
                          </a:solidFill>
                          <a:effectLst/>
                          <a:latin typeface="Calibri" panose="020F0502020204030204" pitchFamily="34" charset="0"/>
                          <a:ea typeface="+mn-ea"/>
                          <a:cs typeface="+mn-cs"/>
                        </a:rPr>
                        <a:t>John </a:t>
                      </a:r>
                      <a:r>
                        <a:rPr lang="en-GB" sz="2800" b="0" i="1" u="none" strike="noStrike" kern="1200" dirty="0" err="1">
                          <a:solidFill>
                            <a:srgbClr val="000000"/>
                          </a:solidFill>
                          <a:effectLst/>
                          <a:latin typeface="Calibri" panose="020F0502020204030204" pitchFamily="34" charset="0"/>
                          <a:ea typeface="+mn-ea"/>
                          <a:cs typeface="+mn-cs"/>
                        </a:rPr>
                        <a:t>cleaned</a:t>
                      </a:r>
                      <a:r>
                        <a:rPr lang="en-GB" sz="2800" b="1" i="1" u="sng" strike="noStrike" kern="1200" dirty="0" err="1">
                          <a:solidFill>
                            <a:srgbClr val="000000"/>
                          </a:solidFill>
                          <a:effectLst/>
                          <a:latin typeface="Calibri" panose="020F0502020204030204" pitchFamily="34" charset="0"/>
                          <a:ea typeface="+mn-ea"/>
                          <a:cs typeface="+mn-cs"/>
                        </a:rPr>
                        <a:t>ud</a:t>
                      </a:r>
                      <a:r>
                        <a:rPr lang="en-GB" sz="2800" b="0" i="1" u="none" strike="noStrike" kern="1200" dirty="0">
                          <a:solidFill>
                            <a:srgbClr val="000000"/>
                          </a:solidFill>
                          <a:effectLst/>
                          <a:latin typeface="Calibri" panose="020F0502020204030204" pitchFamily="34" charset="0"/>
                          <a:ea typeface="+mn-ea"/>
                          <a:cs typeface="+mn-cs"/>
                        </a:rPr>
                        <a:t> </a:t>
                      </a:r>
                      <a:r>
                        <a:rPr lang="en-GB" sz="2800" b="0" i="1" u="none" strike="noStrike" kern="1200" dirty="0" err="1">
                          <a:solidFill>
                            <a:srgbClr val="000000"/>
                          </a:solidFill>
                          <a:effectLst/>
                          <a:latin typeface="Calibri" panose="020F0502020204030204" pitchFamily="34" charset="0"/>
                          <a:ea typeface="+mn-ea"/>
                          <a:cs typeface="+mn-cs"/>
                        </a:rPr>
                        <a:t>ze</a:t>
                      </a:r>
                      <a:r>
                        <a:rPr lang="en-GB" sz="2800" b="1" i="1" u="none" strike="noStrike" kern="1200" dirty="0" err="1">
                          <a:solidFill>
                            <a:srgbClr val="000000"/>
                          </a:solidFill>
                          <a:effectLst/>
                          <a:latin typeface="Calibri" panose="020F0502020204030204" pitchFamily="34" charset="0"/>
                          <a:ea typeface="+mn-ea"/>
                          <a:cs typeface="+mn-cs"/>
                        </a:rPr>
                        <a:t>r</a:t>
                      </a:r>
                      <a:r>
                        <a:rPr lang="en-GB" sz="2800" b="0" i="1" u="none" strike="noStrike" kern="1200" dirty="0">
                          <a:solidFill>
                            <a:srgbClr val="000000"/>
                          </a:solidFill>
                          <a:effectLst/>
                          <a:latin typeface="Calibri" panose="020F0502020204030204" pitchFamily="34" charset="0"/>
                          <a:ea typeface="+mn-ea"/>
                          <a:cs typeface="+mn-cs"/>
                        </a:rPr>
                        <a:t> </a:t>
                      </a:r>
                      <a:r>
                        <a:rPr lang="en-GB" sz="2800" b="0" i="1" u="none" strike="noStrike" kern="1200" dirty="0" err="1">
                          <a:solidFill>
                            <a:srgbClr val="000000"/>
                          </a:solidFill>
                          <a:effectLst/>
                          <a:latin typeface="Calibri" panose="020F0502020204030204" pitchFamily="34" charset="0"/>
                          <a:ea typeface="+mn-ea"/>
                          <a:cs typeface="+mn-cs"/>
                        </a:rPr>
                        <a:t>fiwatch</a:t>
                      </a:r>
                      <a:r>
                        <a:rPr lang="en-GB" sz="2800" b="0" i="1" u="none" strike="noStrike" kern="1200" dirty="0">
                          <a:solidFill>
                            <a:srgbClr val="000000"/>
                          </a:solidFill>
                          <a:effectLst/>
                          <a:latin typeface="Calibri" panose="020F0502020204030204" pitchFamily="34" charset="0"/>
                          <a:ea typeface="+mn-ea"/>
                          <a:cs typeface="+mn-cs"/>
                        </a:rPr>
                        <a:t> </a:t>
                      </a:r>
                      <a:r>
                        <a:rPr lang="en-GB" sz="2800" b="0" i="1" u="none" strike="noStrike" dirty="0">
                          <a:solidFill>
                            <a:srgbClr val="000000"/>
                          </a:solidFill>
                          <a:effectLst/>
                          <a:latin typeface="Calibri" panose="020F0502020204030204" pitchFamily="34" charset="0"/>
                        </a:rPr>
                        <a:t>and…</a:t>
                      </a:r>
                      <a:endParaRPr lang="en-GB" sz="2800" b="0" i="1" u="none" strike="noStrike" kern="1200" dirty="0">
                        <a:solidFill>
                          <a:srgbClr val="000000"/>
                        </a:solidFill>
                        <a:effectLst/>
                        <a:latin typeface="Calibri" panose="020F0502020204030204" pitchFamily="34" charset="0"/>
                        <a:ea typeface="+mn-ea"/>
                        <a:cs typeface="+mn-cs"/>
                      </a:endParaRPr>
                    </a:p>
                  </a:txBody>
                  <a:tcPr marL="356908" marR="356908" marT="147407" marB="147407">
                    <a:lnL w="28575" cap="flat" cmpd="sng" algn="ctr">
                      <a:noFill/>
                      <a:prstDash val="solid"/>
                    </a:lnL>
                    <a:lnR w="28575" cap="flat" cmpd="sng" algn="ctr">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309059129"/>
                  </a:ext>
                </a:extLst>
              </a:tr>
              <a:tr h="949955">
                <a:tc>
                  <a:txBody>
                    <a:bodyPr/>
                    <a:lstStyle/>
                    <a:p>
                      <a:pPr marL="358775" indent="0"/>
                      <a:r>
                        <a:rPr lang="en-US" sz="2800" kern="1200" cap="none" spc="0">
                          <a:solidFill>
                            <a:schemeClr val="bg1"/>
                          </a:solidFill>
                          <a:latin typeface="+mn-lt"/>
                          <a:ea typeface="+mn-ea"/>
                          <a:cs typeface="+mn-cs"/>
                        </a:rPr>
                        <a:t>in none of these languages </a:t>
                      </a:r>
                      <a:endParaRPr lang="en-GB" sz="2800" kern="1200" cap="none" spc="0">
                        <a:solidFill>
                          <a:schemeClr val="bg1"/>
                        </a:solidFill>
                        <a:latin typeface="+mn-lt"/>
                        <a:ea typeface="+mn-ea"/>
                        <a:cs typeface="+mn-cs"/>
                      </a:endParaRPr>
                    </a:p>
                  </a:txBody>
                  <a:tcPr marL="356908" marR="356908" marT="147407" marB="147407">
                    <a:lnL w="28575" cap="flat" cmpd="sng" algn="ctr">
                      <a:noFill/>
                      <a:prstDash val="solid"/>
                    </a:lnL>
                    <a:lnR w="28575" cap="flat" cmpd="sng" algn="ctr">
                      <a:noFill/>
                      <a:prstDash val="solid"/>
                    </a:lnR>
                    <a:lnT w="12700" cmpd="sng">
                      <a:noFill/>
                      <a:prstDash val="solid"/>
                    </a:lnT>
                    <a:lnB w="28575" cap="flat" cmpd="sng" algn="ctr">
                      <a:noFill/>
                      <a:prstDash val="solid"/>
                    </a:lnB>
                    <a:solidFill>
                      <a:schemeClr val="tx1"/>
                    </a:solidFill>
                  </a:tcPr>
                </a:tc>
                <a:tc>
                  <a:txBody>
                    <a:bodyPr/>
                    <a:lstStyle/>
                    <a:p>
                      <a:pPr marL="358775" indent="0"/>
                      <a:endParaRPr lang="en-GB" sz="2800" kern="1200" cap="none" spc="0" dirty="0">
                        <a:solidFill>
                          <a:schemeClr val="bg1"/>
                        </a:solidFill>
                        <a:latin typeface="+mn-lt"/>
                        <a:ea typeface="+mn-ea"/>
                        <a:cs typeface="+mn-cs"/>
                      </a:endParaRPr>
                    </a:p>
                  </a:txBody>
                  <a:tcPr marL="356908" marR="356908" marT="147407" marB="147407">
                    <a:lnL w="28575" cap="flat" cmpd="sng" algn="ctr">
                      <a:noFill/>
                      <a:prstDash val="solid"/>
                    </a:lnL>
                    <a:lnR w="28575" cap="flat" cmpd="sng" algn="ctr">
                      <a:noFill/>
                      <a:prstDash val="solid"/>
                    </a:lnR>
                    <a:lnT w="12700" cmpd="sng">
                      <a:noFill/>
                      <a:prstDash val="solid"/>
                    </a:lnT>
                    <a:lnB w="28575" cap="flat" cmpd="sng" algn="ctr">
                      <a:noFill/>
                      <a:prstDash val="solid"/>
                    </a:lnB>
                    <a:solidFill>
                      <a:schemeClr val="tx1"/>
                    </a:solidFill>
                  </a:tcPr>
                </a:tc>
                <a:extLst>
                  <a:ext uri="{0D108BD9-81ED-4DB2-BD59-A6C34878D82A}">
                    <a16:rowId xmlns:a16="http://schemas.microsoft.com/office/drawing/2014/main" val="1262006408"/>
                  </a:ext>
                </a:extLst>
              </a:tr>
            </a:tbl>
          </a:graphicData>
        </a:graphic>
      </p:graphicFrame>
      <p:pic>
        <p:nvPicPr>
          <p:cNvPr id="9" name="Picture 8">
            <a:extLst>
              <a:ext uri="{FF2B5EF4-FFF2-40B4-BE49-F238E27FC236}">
                <a16:creationId xmlns:a16="http://schemas.microsoft.com/office/drawing/2014/main" id="{B48D77CF-5168-7349-C5D7-F45054B786DB}"/>
              </a:ext>
            </a:extLst>
          </p:cNvPr>
          <p:cNvPicPr>
            <a:picLocks noChangeAspect="1"/>
          </p:cNvPicPr>
          <p:nvPr/>
        </p:nvPicPr>
        <p:blipFill>
          <a:blip r:embed="rId2">
            <a:clrChange>
              <a:clrFrom>
                <a:srgbClr val="FFFFFF"/>
              </a:clrFrom>
              <a:clrTo>
                <a:srgbClr val="FFFFFF">
                  <a:alpha val="0"/>
                </a:srgbClr>
              </a:clrTo>
            </a:clrChange>
            <a:duotone>
              <a:prstClr val="black"/>
              <a:schemeClr val="accent2">
                <a:tint val="45000"/>
                <a:satMod val="400000"/>
              </a:schemeClr>
            </a:duotone>
          </a:blip>
          <a:stretch>
            <a:fillRect/>
          </a:stretch>
        </p:blipFill>
        <p:spPr>
          <a:xfrm>
            <a:off x="8482652" y="1687606"/>
            <a:ext cx="1530924" cy="338766"/>
          </a:xfrm>
          <a:prstGeom prst="rect">
            <a:avLst/>
          </a:prstGeom>
        </p:spPr>
      </p:pic>
      <p:pic>
        <p:nvPicPr>
          <p:cNvPr id="11" name="Picture 10">
            <a:extLst>
              <a:ext uri="{FF2B5EF4-FFF2-40B4-BE49-F238E27FC236}">
                <a16:creationId xmlns:a16="http://schemas.microsoft.com/office/drawing/2014/main" id="{8742AF31-1BCE-4F4D-6E0A-1665A8CDC078}"/>
              </a:ext>
            </a:extLst>
          </p:cNvPr>
          <p:cNvPicPr>
            <a:picLocks noChangeAspect="1"/>
          </p:cNvPicPr>
          <p:nvPr/>
        </p:nvPicPr>
        <p:blipFill>
          <a:blip r:embed="rId2">
            <a:clrChange>
              <a:clrFrom>
                <a:srgbClr val="FFFFFF"/>
              </a:clrFrom>
              <a:clrTo>
                <a:srgbClr val="FFFFFF">
                  <a:alpha val="0"/>
                </a:srgbClr>
              </a:clrTo>
            </a:clrChange>
            <a:duotone>
              <a:prstClr val="black"/>
              <a:schemeClr val="accent2">
                <a:tint val="45000"/>
                <a:satMod val="400000"/>
              </a:schemeClr>
            </a:duotone>
          </a:blip>
          <a:stretch>
            <a:fillRect/>
          </a:stretch>
        </p:blipFill>
        <p:spPr>
          <a:xfrm>
            <a:off x="9162365" y="3353686"/>
            <a:ext cx="707215" cy="225707"/>
          </a:xfrm>
          <a:prstGeom prst="rect">
            <a:avLst/>
          </a:prstGeom>
        </p:spPr>
      </p:pic>
      <p:pic>
        <p:nvPicPr>
          <p:cNvPr id="18" name="Picture 17">
            <a:extLst>
              <a:ext uri="{FF2B5EF4-FFF2-40B4-BE49-F238E27FC236}">
                <a16:creationId xmlns:a16="http://schemas.microsoft.com/office/drawing/2014/main" id="{774CD6D8-CD2D-ABBE-1A82-4389A4DCAC58}"/>
              </a:ext>
            </a:extLst>
          </p:cNvPr>
          <p:cNvPicPr>
            <a:picLocks noChangeAspect="1"/>
          </p:cNvPicPr>
          <p:nvPr/>
        </p:nvPicPr>
        <p:blipFill>
          <a:blip r:embed="rId2">
            <a:clrChange>
              <a:clrFrom>
                <a:srgbClr val="FFFFFF"/>
              </a:clrFrom>
              <a:clrTo>
                <a:srgbClr val="FFFFFF">
                  <a:alpha val="0"/>
                </a:srgbClr>
              </a:clrTo>
            </a:clrChange>
            <a:duotone>
              <a:prstClr val="black"/>
              <a:schemeClr val="accent2">
                <a:tint val="45000"/>
                <a:satMod val="400000"/>
              </a:schemeClr>
            </a:duotone>
          </a:blip>
          <a:stretch>
            <a:fillRect/>
          </a:stretch>
        </p:blipFill>
        <p:spPr>
          <a:xfrm>
            <a:off x="8694955" y="5048015"/>
            <a:ext cx="468095" cy="225707"/>
          </a:xfrm>
          <a:prstGeom prst="rect">
            <a:avLst/>
          </a:prstGeom>
        </p:spPr>
      </p:pic>
    </p:spTree>
    <p:extLst>
      <p:ext uri="{BB962C8B-B14F-4D97-AF65-F5344CB8AC3E}">
        <p14:creationId xmlns:p14="http://schemas.microsoft.com/office/powerpoint/2010/main" val="1809670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26AF5-5FCC-E182-3FF6-B5BCA7949B69}"/>
              </a:ext>
            </a:extLst>
          </p:cNvPr>
          <p:cNvSpPr>
            <a:spLocks noGrp="1"/>
          </p:cNvSpPr>
          <p:nvPr>
            <p:ph type="title"/>
          </p:nvPr>
        </p:nvSpPr>
        <p:spPr/>
        <p:txBody>
          <a:bodyPr/>
          <a:lstStyle/>
          <a:p>
            <a:pPr algn="ctr"/>
            <a:r>
              <a:rPr lang="en-US"/>
              <a:t>Wrap-up buffer: </a:t>
            </a:r>
            <a:r>
              <a:rPr lang="en-US" sz="3600">
                <a:solidFill>
                  <a:schemeClr val="tx1">
                    <a:lumMod val="50000"/>
                    <a:lumOff val="50000"/>
                  </a:schemeClr>
                </a:solidFill>
              </a:rPr>
              <a:t>… </a:t>
            </a:r>
            <a:r>
              <a:rPr lang="en-US" sz="4000" i="1">
                <a:solidFill>
                  <a:schemeClr val="tx1">
                    <a:lumMod val="50000"/>
                    <a:lumOff val="50000"/>
                  </a:schemeClr>
                </a:solidFill>
              </a:rPr>
              <a:t>and ze watch too</a:t>
            </a:r>
            <a:endParaRPr lang="en-GB" i="1">
              <a:solidFill>
                <a:schemeClr val="tx1">
                  <a:lumMod val="50000"/>
                  <a:lumOff val="50000"/>
                </a:schemeClr>
              </a:solidFill>
            </a:endParaRPr>
          </a:p>
        </p:txBody>
      </p:sp>
      <p:pic>
        <p:nvPicPr>
          <p:cNvPr id="6" name="Content Placeholder 5">
            <a:extLst>
              <a:ext uri="{FF2B5EF4-FFF2-40B4-BE49-F238E27FC236}">
                <a16:creationId xmlns:a16="http://schemas.microsoft.com/office/drawing/2014/main" id="{F0D8E6CE-B907-2B86-FAD9-B2A4B725D6C6}"/>
              </a:ext>
            </a:extLst>
          </p:cNvPr>
          <p:cNvPicPr>
            <a:picLocks noGrp="1" noChangeAspect="1"/>
          </p:cNvPicPr>
          <p:nvPr>
            <p:ph idx="1"/>
          </p:nvPr>
        </p:nvPicPr>
        <p:blipFill>
          <a:blip r:embed="rId2">
            <a:clrChange>
              <a:clrFrom>
                <a:srgbClr val="000000"/>
              </a:clrFrom>
              <a:clrTo>
                <a:srgbClr val="000000">
                  <a:alpha val="0"/>
                </a:srgbClr>
              </a:clrTo>
            </a:clrChange>
          </a:blip>
          <a:stretch>
            <a:fillRect/>
          </a:stretch>
        </p:blipFill>
        <p:spPr>
          <a:xfrm>
            <a:off x="8385270" y="3445804"/>
            <a:ext cx="2641226" cy="2641226"/>
          </a:xfrm>
        </p:spPr>
      </p:pic>
      <p:sp>
        <p:nvSpPr>
          <p:cNvPr id="4" name="Slide Number Placeholder 3">
            <a:extLst>
              <a:ext uri="{FF2B5EF4-FFF2-40B4-BE49-F238E27FC236}">
                <a16:creationId xmlns:a16="http://schemas.microsoft.com/office/drawing/2014/main" id="{19B3E655-ABD8-DC92-8A9E-F5E7FECC1D9C}"/>
              </a:ext>
            </a:extLst>
          </p:cNvPr>
          <p:cNvSpPr>
            <a:spLocks noGrp="1"/>
          </p:cNvSpPr>
          <p:nvPr>
            <p:ph type="sldNum" sz="quarter" idx="12"/>
          </p:nvPr>
        </p:nvSpPr>
        <p:spPr/>
        <p:txBody>
          <a:bodyPr/>
          <a:lstStyle/>
          <a:p>
            <a:fld id="{F120EC50-82ED-45BA-9B48-47FD87D12700}" type="slidenum">
              <a:rPr lang="en-GB" smtClean="0"/>
              <a:pPr/>
              <a:t>29</a:t>
            </a:fld>
            <a:endParaRPr lang="en-GB"/>
          </a:p>
        </p:txBody>
      </p:sp>
      <p:sp>
        <p:nvSpPr>
          <p:cNvPr id="7" name="TextBox 6">
            <a:extLst>
              <a:ext uri="{FF2B5EF4-FFF2-40B4-BE49-F238E27FC236}">
                <a16:creationId xmlns:a16="http://schemas.microsoft.com/office/drawing/2014/main" id="{C5906724-14FF-5CEF-B139-35A80C256B4E}"/>
              </a:ext>
            </a:extLst>
          </p:cNvPr>
          <p:cNvSpPr txBox="1"/>
          <p:nvPr/>
        </p:nvSpPr>
        <p:spPr>
          <a:xfrm>
            <a:off x="785812" y="1781176"/>
            <a:ext cx="10620375" cy="4031873"/>
          </a:xfrm>
          <a:prstGeom prst="rect">
            <a:avLst/>
          </a:prstGeom>
          <a:noFill/>
        </p:spPr>
        <p:txBody>
          <a:bodyPr wrap="square" rtlCol="0">
            <a:spAutoFit/>
          </a:bodyPr>
          <a:lstStyle/>
          <a:p>
            <a:r>
              <a:rPr lang="en-GB" sz="3200"/>
              <a:t>Sentence wrap-up effects: Real? Dogma? Real?</a:t>
            </a:r>
          </a:p>
          <a:p>
            <a:endParaRPr lang="en-GB" sz="3200"/>
          </a:p>
          <a:p>
            <a:pPr marL="457200" indent="-457200">
              <a:buFont typeface="Arial" panose="020B0604020202020204" pitchFamily="34" charset="0"/>
              <a:buChar char="•"/>
            </a:pPr>
            <a:r>
              <a:rPr lang="en-GB" sz="3200"/>
              <a:t>Just and Carpenter (1980)</a:t>
            </a:r>
          </a:p>
          <a:p>
            <a:pPr marL="457200" indent="-457200">
              <a:buFont typeface="Arial" panose="020B0604020202020204" pitchFamily="34" charset="0"/>
              <a:buChar char="•"/>
            </a:pPr>
            <a:endParaRPr lang="en-GB" sz="3200"/>
          </a:p>
          <a:p>
            <a:pPr marL="457200" indent="-457200">
              <a:buFont typeface="Arial" panose="020B0604020202020204" pitchFamily="34" charset="0"/>
              <a:buChar char="•"/>
            </a:pPr>
            <a:r>
              <a:rPr lang="en-GB" sz="3200"/>
              <a:t>Stowe et al. (2018)</a:t>
            </a:r>
          </a:p>
          <a:p>
            <a:pPr marL="457200" indent="-457200">
              <a:buFont typeface="Arial" panose="020B0604020202020204" pitchFamily="34" charset="0"/>
              <a:buChar char="•"/>
            </a:pPr>
            <a:endParaRPr lang="en-GB" sz="3200"/>
          </a:p>
          <a:p>
            <a:pPr marL="457200" indent="-457200">
              <a:buFont typeface="Arial" panose="020B0604020202020204" pitchFamily="34" charset="0"/>
              <a:buChar char="•"/>
            </a:pPr>
            <a:r>
              <a:rPr lang="en-GB" sz="3200"/>
              <a:t>Desbordes et al. (2023)</a:t>
            </a:r>
          </a:p>
          <a:p>
            <a:pPr marL="457200" indent="-457200">
              <a:buFont typeface="Arial" panose="020B0604020202020204" pitchFamily="34" charset="0"/>
              <a:buChar char="•"/>
            </a:pPr>
            <a:r>
              <a:rPr lang="en-GB" sz="3200"/>
              <a:t>Meister et al. (2022)</a:t>
            </a:r>
          </a:p>
        </p:txBody>
      </p:sp>
    </p:spTree>
    <p:extLst>
      <p:ext uri="{BB962C8B-B14F-4D97-AF65-F5344CB8AC3E}">
        <p14:creationId xmlns:p14="http://schemas.microsoft.com/office/powerpoint/2010/main" val="10695257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D6BDCC7D-3530-9A26-D407-4C541A5B0523}"/>
              </a:ext>
            </a:extLst>
          </p:cNvPr>
          <p:cNvGraphicFramePr>
            <a:graphicFrameLocks noGrp="1"/>
          </p:cNvGraphicFramePr>
          <p:nvPr>
            <p:ph idx="1"/>
            <p:extLst>
              <p:ext uri="{D42A27DB-BD31-4B8C-83A1-F6EECF244321}">
                <p14:modId xmlns:p14="http://schemas.microsoft.com/office/powerpoint/2010/main" val="3803663158"/>
              </p:ext>
            </p:extLst>
          </p:nvPr>
        </p:nvGraphicFramePr>
        <p:xfrm>
          <a:off x="1603310" y="929886"/>
          <a:ext cx="3505200" cy="2595880"/>
        </p:xfrm>
        <a:graphic>
          <a:graphicData uri="http://schemas.openxmlformats.org/drawingml/2006/table">
            <a:tbl>
              <a:tblPr firstRow="1" bandRow="1">
                <a:tableStyleId>{7DF18680-E054-41AD-8BC1-D1AEF772440D}</a:tableStyleId>
              </a:tblPr>
              <a:tblGrid>
                <a:gridCol w="1752600">
                  <a:extLst>
                    <a:ext uri="{9D8B030D-6E8A-4147-A177-3AD203B41FA5}">
                      <a16:colId xmlns:a16="http://schemas.microsoft.com/office/drawing/2014/main" val="712433941"/>
                    </a:ext>
                  </a:extLst>
                </a:gridCol>
                <a:gridCol w="1752600">
                  <a:extLst>
                    <a:ext uri="{9D8B030D-6E8A-4147-A177-3AD203B41FA5}">
                      <a16:colId xmlns:a16="http://schemas.microsoft.com/office/drawing/2014/main" val="2309204159"/>
                    </a:ext>
                  </a:extLst>
                </a:gridCol>
              </a:tblGrid>
              <a:tr h="370840">
                <a:tc>
                  <a:txBody>
                    <a:bodyPr/>
                    <a:lstStyle/>
                    <a:p>
                      <a:pPr algn="ctr"/>
                      <a:r>
                        <a:rPr lang="en-US"/>
                        <a:t>Property</a:t>
                      </a:r>
                      <a:endParaRPr lang="en-GB"/>
                    </a:p>
                  </a:txBody>
                  <a:tcPr/>
                </a:tc>
                <a:tc>
                  <a:txBody>
                    <a:bodyPr/>
                    <a:lstStyle/>
                    <a:p>
                      <a:pPr algn="ctr"/>
                      <a:r>
                        <a:rPr lang="en-US"/>
                        <a:t>Artificial lang.</a:t>
                      </a:r>
                      <a:endParaRPr lang="en-GB"/>
                    </a:p>
                  </a:txBody>
                  <a:tcPr/>
                </a:tc>
                <a:extLst>
                  <a:ext uri="{0D108BD9-81ED-4DB2-BD59-A6C34878D82A}">
                    <a16:rowId xmlns:a16="http://schemas.microsoft.com/office/drawing/2014/main" val="2586370930"/>
                  </a:ext>
                </a:extLst>
              </a:tr>
              <a:tr h="370840">
                <a:tc rowSpan="2">
                  <a:txBody>
                    <a:bodyPr/>
                    <a:lstStyle/>
                    <a:p>
                      <a:r>
                        <a:rPr lang="en-US"/>
                        <a:t>Gender agreement</a:t>
                      </a:r>
                      <a:endParaRPr lang="en-GB"/>
                    </a:p>
                  </a:txBody>
                  <a:tcPr/>
                </a:tc>
                <a:tc>
                  <a:txBody>
                    <a:bodyPr/>
                    <a:lstStyle/>
                    <a:p>
                      <a:r>
                        <a:rPr lang="en-US" dirty="0"/>
                        <a:t>Mini-Norwegian</a:t>
                      </a:r>
                      <a:endParaRPr lang="en-GB" dirty="0"/>
                    </a:p>
                  </a:txBody>
                  <a:tcPr/>
                </a:tc>
                <a:extLst>
                  <a:ext uri="{0D108BD9-81ED-4DB2-BD59-A6C34878D82A}">
                    <a16:rowId xmlns:a16="http://schemas.microsoft.com/office/drawing/2014/main" val="779917205"/>
                  </a:ext>
                </a:extLst>
              </a:tr>
              <a:tr h="370840">
                <a:tc vMerge="1">
                  <a:txBody>
                    <a:bodyPr/>
                    <a:lstStyle/>
                    <a:p>
                      <a:endParaRPr lang="en-GB"/>
                    </a:p>
                  </a:txBody>
                  <a:tcPr/>
                </a:tc>
                <a:tc>
                  <a:txBody>
                    <a:bodyPr/>
                    <a:lstStyle/>
                    <a:p>
                      <a:r>
                        <a:rPr lang="en-US"/>
                        <a:t>Mini-English</a:t>
                      </a:r>
                      <a:endParaRPr lang="en-GB"/>
                    </a:p>
                  </a:txBody>
                  <a:tcPr/>
                </a:tc>
                <a:extLst>
                  <a:ext uri="{0D108BD9-81ED-4DB2-BD59-A6C34878D82A}">
                    <a16:rowId xmlns:a16="http://schemas.microsoft.com/office/drawing/2014/main" val="444185531"/>
                  </a:ext>
                </a:extLst>
              </a:tr>
              <a:tr h="370840">
                <a:tc rowSpan="2">
                  <a:txBody>
                    <a:bodyPr/>
                    <a:lstStyle/>
                    <a:p>
                      <a:r>
                        <a:rPr lang="en-US"/>
                        <a:t>Differential object marking</a:t>
                      </a:r>
                      <a:endParaRPr lang="en-GB"/>
                    </a:p>
                  </a:txBody>
                  <a:tcPr/>
                </a:tc>
                <a:tc>
                  <a:txBody>
                    <a:bodyPr/>
                    <a:lstStyle/>
                    <a:p>
                      <a:r>
                        <a:rPr lang="en-US"/>
                        <a:t>Mini-Norwegian</a:t>
                      </a:r>
                      <a:endParaRPr lang="en-GB"/>
                    </a:p>
                  </a:txBody>
                  <a:tcPr/>
                </a:tc>
                <a:extLst>
                  <a:ext uri="{0D108BD9-81ED-4DB2-BD59-A6C34878D82A}">
                    <a16:rowId xmlns:a16="http://schemas.microsoft.com/office/drawing/2014/main" val="4107363714"/>
                  </a:ext>
                </a:extLst>
              </a:tr>
              <a:tr h="370840">
                <a:tc vMerge="1">
                  <a:txBody>
                    <a:bodyPr/>
                    <a:lstStyle/>
                    <a:p>
                      <a:endParaRPr lang="en-GB"/>
                    </a:p>
                  </a:txBody>
                  <a:tcPr/>
                </a:tc>
                <a:tc>
                  <a:txBody>
                    <a:bodyPr/>
                    <a:lstStyle/>
                    <a:p>
                      <a:r>
                        <a:rPr lang="en-US"/>
                        <a:t>Mini-English</a:t>
                      </a:r>
                      <a:endParaRPr lang="en-GB"/>
                    </a:p>
                  </a:txBody>
                  <a:tcPr/>
                </a:tc>
                <a:extLst>
                  <a:ext uri="{0D108BD9-81ED-4DB2-BD59-A6C34878D82A}">
                    <a16:rowId xmlns:a16="http://schemas.microsoft.com/office/drawing/2014/main" val="1612796103"/>
                  </a:ext>
                </a:extLst>
              </a:tr>
              <a:tr h="370840">
                <a:tc rowSpan="2">
                  <a:txBody>
                    <a:bodyPr/>
                    <a:lstStyle/>
                    <a:p>
                      <a:r>
                        <a:rPr lang="en-US"/>
                        <a:t>Verb-object number </a:t>
                      </a:r>
                      <a:r>
                        <a:rPr lang="en-US" err="1"/>
                        <a:t>agreem</a:t>
                      </a:r>
                      <a:r>
                        <a:rPr lang="en-US"/>
                        <a:t>.</a:t>
                      </a:r>
                      <a:endParaRPr lang="en-GB"/>
                    </a:p>
                  </a:txBody>
                  <a:tcPr/>
                </a:tc>
                <a:tc>
                  <a:txBody>
                    <a:bodyPr/>
                    <a:lstStyle/>
                    <a:p>
                      <a:r>
                        <a:rPr lang="en-US"/>
                        <a:t>Mini-Norwegian</a:t>
                      </a:r>
                      <a:endParaRPr lang="en-GB"/>
                    </a:p>
                  </a:txBody>
                  <a:tcPr/>
                </a:tc>
                <a:extLst>
                  <a:ext uri="{0D108BD9-81ED-4DB2-BD59-A6C34878D82A}">
                    <a16:rowId xmlns:a16="http://schemas.microsoft.com/office/drawing/2014/main" val="1659171426"/>
                  </a:ext>
                </a:extLst>
              </a:tr>
              <a:tr h="370840">
                <a:tc vMerge="1">
                  <a:txBody>
                    <a:bodyPr/>
                    <a:lstStyle/>
                    <a:p>
                      <a:endParaRPr lang="en-GB"/>
                    </a:p>
                  </a:txBody>
                  <a:tcPr/>
                </a:tc>
                <a:tc>
                  <a:txBody>
                    <a:bodyPr/>
                    <a:lstStyle/>
                    <a:p>
                      <a:r>
                        <a:rPr lang="en-US" dirty="0"/>
                        <a:t>Mini-English</a:t>
                      </a:r>
                      <a:endParaRPr lang="en-GB" dirty="0"/>
                    </a:p>
                  </a:txBody>
                  <a:tcPr/>
                </a:tc>
                <a:extLst>
                  <a:ext uri="{0D108BD9-81ED-4DB2-BD59-A6C34878D82A}">
                    <a16:rowId xmlns:a16="http://schemas.microsoft.com/office/drawing/2014/main" val="146455788"/>
                  </a:ext>
                </a:extLst>
              </a:tr>
            </a:tbl>
          </a:graphicData>
        </a:graphic>
      </p:graphicFrame>
      <p:sp>
        <p:nvSpPr>
          <p:cNvPr id="4" name="Slide Number Placeholder 3">
            <a:extLst>
              <a:ext uri="{FF2B5EF4-FFF2-40B4-BE49-F238E27FC236}">
                <a16:creationId xmlns:a16="http://schemas.microsoft.com/office/drawing/2014/main" id="{02C293BD-E6B8-47E1-F824-81630C4D3D39}"/>
              </a:ext>
            </a:extLst>
          </p:cNvPr>
          <p:cNvSpPr>
            <a:spLocks noGrp="1"/>
          </p:cNvSpPr>
          <p:nvPr>
            <p:ph type="sldNum" sz="quarter" idx="12"/>
          </p:nvPr>
        </p:nvSpPr>
        <p:spPr/>
        <p:txBody>
          <a:bodyPr/>
          <a:lstStyle/>
          <a:p>
            <a:fld id="{F120EC50-82ED-45BA-9B48-47FD87D12700}" type="slidenum">
              <a:rPr lang="en-GB" smtClean="0"/>
              <a:pPr/>
              <a:t>30</a:t>
            </a:fld>
            <a:endParaRPr lang="en-GB"/>
          </a:p>
        </p:txBody>
      </p:sp>
      <p:graphicFrame>
        <p:nvGraphicFramePr>
          <p:cNvPr id="6" name="Table 5">
            <a:extLst>
              <a:ext uri="{FF2B5EF4-FFF2-40B4-BE49-F238E27FC236}">
                <a16:creationId xmlns:a16="http://schemas.microsoft.com/office/drawing/2014/main" id="{58E7D09F-A372-762E-5CDF-80C148506EEF}"/>
              </a:ext>
            </a:extLst>
          </p:cNvPr>
          <p:cNvGraphicFramePr>
            <a:graphicFrameLocks noGrp="1"/>
          </p:cNvGraphicFramePr>
          <p:nvPr>
            <p:extLst>
              <p:ext uri="{D42A27DB-BD31-4B8C-83A1-F6EECF244321}">
                <p14:modId xmlns:p14="http://schemas.microsoft.com/office/powerpoint/2010/main" val="4030204348"/>
              </p:ext>
            </p:extLst>
          </p:nvPr>
        </p:nvGraphicFramePr>
        <p:xfrm>
          <a:off x="6343261" y="929886"/>
          <a:ext cx="4506687" cy="4820920"/>
        </p:xfrm>
        <a:graphic>
          <a:graphicData uri="http://schemas.openxmlformats.org/drawingml/2006/table">
            <a:tbl>
              <a:tblPr firstRow="1" bandRow="1">
                <a:tableStyleId>{00A15C55-8517-42AA-B614-E9B94910E393}</a:tableStyleId>
              </a:tblPr>
              <a:tblGrid>
                <a:gridCol w="1502229">
                  <a:extLst>
                    <a:ext uri="{9D8B030D-6E8A-4147-A177-3AD203B41FA5}">
                      <a16:colId xmlns:a16="http://schemas.microsoft.com/office/drawing/2014/main" val="1282557322"/>
                    </a:ext>
                  </a:extLst>
                </a:gridCol>
                <a:gridCol w="1502229">
                  <a:extLst>
                    <a:ext uri="{9D8B030D-6E8A-4147-A177-3AD203B41FA5}">
                      <a16:colId xmlns:a16="http://schemas.microsoft.com/office/drawing/2014/main" val="3654008157"/>
                    </a:ext>
                  </a:extLst>
                </a:gridCol>
                <a:gridCol w="1502229">
                  <a:extLst>
                    <a:ext uri="{9D8B030D-6E8A-4147-A177-3AD203B41FA5}">
                      <a16:colId xmlns:a16="http://schemas.microsoft.com/office/drawing/2014/main" val="2828543868"/>
                    </a:ext>
                  </a:extLst>
                </a:gridCol>
              </a:tblGrid>
              <a:tr h="370840">
                <a:tc>
                  <a:txBody>
                    <a:bodyPr/>
                    <a:lstStyle/>
                    <a:p>
                      <a:pPr algn="ctr"/>
                      <a:r>
                        <a:rPr lang="en-US">
                          <a:solidFill>
                            <a:schemeClr val="tx1"/>
                          </a:solidFill>
                        </a:rPr>
                        <a:t>Property</a:t>
                      </a:r>
                      <a:endParaRPr lang="en-GB">
                        <a:solidFill>
                          <a:schemeClr val="tx1"/>
                        </a:solidFill>
                      </a:endParaRPr>
                    </a:p>
                  </a:txBody>
                  <a:tcPr/>
                </a:tc>
                <a:tc>
                  <a:txBody>
                    <a:bodyPr/>
                    <a:lstStyle/>
                    <a:p>
                      <a:pPr algn="ctr"/>
                      <a:r>
                        <a:rPr lang="en-GB">
                          <a:solidFill>
                            <a:schemeClr val="tx1"/>
                          </a:solidFill>
                        </a:rPr>
                        <a:t>Group</a:t>
                      </a:r>
                    </a:p>
                  </a:txBody>
                  <a:tcPr/>
                </a:tc>
                <a:tc>
                  <a:txBody>
                    <a:bodyPr/>
                    <a:lstStyle/>
                    <a:p>
                      <a:pPr algn="ctr"/>
                      <a:r>
                        <a:rPr lang="en-US">
                          <a:solidFill>
                            <a:schemeClr val="tx1"/>
                          </a:solidFill>
                        </a:rPr>
                        <a:t>Artificial lang.</a:t>
                      </a:r>
                      <a:endParaRPr lang="en-GB">
                        <a:solidFill>
                          <a:schemeClr val="tx1"/>
                        </a:solidFill>
                      </a:endParaRPr>
                    </a:p>
                  </a:txBody>
                  <a:tcPr/>
                </a:tc>
                <a:extLst>
                  <a:ext uri="{0D108BD9-81ED-4DB2-BD59-A6C34878D82A}">
                    <a16:rowId xmlns:a16="http://schemas.microsoft.com/office/drawing/2014/main" val="1295406419"/>
                  </a:ext>
                </a:extLst>
              </a:tr>
              <a:tr h="370840">
                <a:tc rowSpan="4">
                  <a:txBody>
                    <a:bodyPr/>
                    <a:lstStyle/>
                    <a:p>
                      <a:r>
                        <a:rPr lang="en-US"/>
                        <a:t>Gender agreement</a:t>
                      </a:r>
                      <a:endParaRPr lang="en-GB"/>
                    </a:p>
                  </a:txBody>
                  <a:tcPr anchor="ctr"/>
                </a:tc>
                <a:tc rowSpan="2">
                  <a:txBody>
                    <a:bodyPr/>
                    <a:lstStyle/>
                    <a:p>
                      <a:r>
                        <a:rPr lang="en-US" dirty="0"/>
                        <a:t>L1 Eng, L2 Spa</a:t>
                      </a:r>
                    </a:p>
                  </a:txBody>
                  <a:tcPr anchor="ctr">
                    <a:solidFill>
                      <a:schemeClr val="accent2">
                        <a:lumMod val="40000"/>
                        <a:lumOff val="60000"/>
                      </a:schemeClr>
                    </a:solidFill>
                  </a:tcPr>
                </a:tc>
                <a:tc>
                  <a:txBody>
                    <a:bodyPr/>
                    <a:lstStyle/>
                    <a:p>
                      <a:r>
                        <a:rPr lang="en-US" dirty="0"/>
                        <a:t>Mini-Spanish</a:t>
                      </a:r>
                    </a:p>
                  </a:txBody>
                  <a:tcPr/>
                </a:tc>
                <a:extLst>
                  <a:ext uri="{0D108BD9-81ED-4DB2-BD59-A6C34878D82A}">
                    <a16:rowId xmlns:a16="http://schemas.microsoft.com/office/drawing/2014/main" val="618016311"/>
                  </a:ext>
                </a:extLst>
              </a:tr>
              <a:tr h="370840">
                <a:tc vMerge="1">
                  <a:txBody>
                    <a:bodyPr/>
                    <a:lstStyle/>
                    <a:p>
                      <a:endParaRPr lang="es-ES_tradnl"/>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L1 </a:t>
                      </a:r>
                      <a:r>
                        <a:rPr lang="en-US" err="1"/>
                        <a:t>Eng</a:t>
                      </a:r>
                      <a:r>
                        <a:rPr lang="en-US"/>
                        <a:t> L2 </a:t>
                      </a:r>
                      <a:r>
                        <a:rPr lang="en-US" err="1"/>
                        <a:t>Sp</a:t>
                      </a:r>
                      <a:endParaRPr lang="en-US"/>
                    </a:p>
                  </a:txBody>
                  <a:tcPr>
                    <a:solidFill>
                      <a:schemeClr val="accent2">
                        <a:lumMod val="40000"/>
                        <a:lumOff val="60000"/>
                      </a:schemeClr>
                    </a:solidFill>
                  </a:tcPr>
                </a:tc>
                <a:tc>
                  <a:txBody>
                    <a:bodyPr/>
                    <a:lstStyle/>
                    <a:p>
                      <a:r>
                        <a:rPr lang="en-US"/>
                        <a:t>Mini-English</a:t>
                      </a:r>
                    </a:p>
                  </a:txBody>
                  <a:tcPr/>
                </a:tc>
                <a:extLst>
                  <a:ext uri="{0D108BD9-81ED-4DB2-BD59-A6C34878D82A}">
                    <a16:rowId xmlns:a16="http://schemas.microsoft.com/office/drawing/2014/main" val="1906002336"/>
                  </a:ext>
                </a:extLst>
              </a:tr>
              <a:tr h="370840">
                <a:tc vMerge="1">
                  <a:txBody>
                    <a:bodyPr/>
                    <a:lstStyle/>
                    <a:p>
                      <a:endParaRPr lang="en-GB"/>
                    </a:p>
                  </a:txBody>
                  <a:tcPr/>
                </a:tc>
                <a:tc rowSpan="2">
                  <a:txBody>
                    <a:bodyPr/>
                    <a:lstStyle/>
                    <a:p>
                      <a:r>
                        <a:rPr lang="en-GB"/>
                        <a:t>L1 </a:t>
                      </a:r>
                      <a:r>
                        <a:rPr lang="en-US"/>
                        <a:t>Spa,</a:t>
                      </a:r>
                      <a:r>
                        <a:rPr lang="en-GB"/>
                        <a:t> L2 Eng</a:t>
                      </a:r>
                    </a:p>
                  </a:txBody>
                  <a:tcPr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Mini-Spanish</a:t>
                      </a:r>
                    </a:p>
                  </a:txBody>
                  <a:tcPr/>
                </a:tc>
                <a:extLst>
                  <a:ext uri="{0D108BD9-81ED-4DB2-BD59-A6C34878D82A}">
                    <a16:rowId xmlns:a16="http://schemas.microsoft.com/office/drawing/2014/main" val="909561572"/>
                  </a:ext>
                </a:extLst>
              </a:tr>
              <a:tr h="370840">
                <a:tc vMerge="1">
                  <a:txBody>
                    <a:bodyPr/>
                    <a:lstStyle/>
                    <a:p>
                      <a:endParaRPr lang="en-GB"/>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L1 </a:t>
                      </a:r>
                      <a:r>
                        <a:rPr lang="en-GB" err="1"/>
                        <a:t>Sp</a:t>
                      </a:r>
                      <a:r>
                        <a:rPr lang="en-GB"/>
                        <a:t> L2 </a:t>
                      </a:r>
                      <a:r>
                        <a:rPr lang="en-GB" err="1"/>
                        <a:t>Eng</a:t>
                      </a:r>
                      <a:endParaRPr lang="en-GB"/>
                    </a:p>
                  </a:txBody>
                  <a:tcPr>
                    <a:solidFill>
                      <a:schemeClr val="accent2">
                        <a:lumMod val="20000"/>
                        <a:lumOff val="80000"/>
                      </a:schemeClr>
                    </a:solidFill>
                  </a:tcPr>
                </a:tc>
                <a:tc>
                  <a:txBody>
                    <a:bodyPr/>
                    <a:lstStyle/>
                    <a:p>
                      <a:r>
                        <a:rPr lang="en-US" dirty="0"/>
                        <a:t>Mini-English</a:t>
                      </a:r>
                      <a:endParaRPr lang="en-GB" dirty="0"/>
                    </a:p>
                  </a:txBody>
                  <a:tcPr/>
                </a:tc>
                <a:extLst>
                  <a:ext uri="{0D108BD9-81ED-4DB2-BD59-A6C34878D82A}">
                    <a16:rowId xmlns:a16="http://schemas.microsoft.com/office/drawing/2014/main" val="3199514957"/>
                  </a:ext>
                </a:extLst>
              </a:tr>
              <a:tr h="370840">
                <a:tc rowSpan="4">
                  <a:txBody>
                    <a:bodyPr/>
                    <a:lstStyle/>
                    <a:p>
                      <a:r>
                        <a:rPr lang="en-US"/>
                        <a:t>Differential</a:t>
                      </a:r>
                    </a:p>
                    <a:p>
                      <a:r>
                        <a:rPr lang="en-US"/>
                        <a:t>object</a:t>
                      </a:r>
                    </a:p>
                    <a:p>
                      <a:r>
                        <a:rPr lang="en-US"/>
                        <a:t>marking</a:t>
                      </a:r>
                      <a:endParaRPr lang="en-GB"/>
                    </a:p>
                  </a:txBody>
                  <a:tcPr anchor="ctr"/>
                </a:tc>
                <a:tc rowSpan="2">
                  <a:txBody>
                    <a:bodyPr/>
                    <a:lstStyle/>
                    <a:p>
                      <a:r>
                        <a:rPr lang="en-US"/>
                        <a:t>L1 Eng, L2 Spa</a:t>
                      </a:r>
                    </a:p>
                  </a:txBody>
                  <a:tcPr anchor="ctr">
                    <a:solidFill>
                      <a:schemeClr val="accent2">
                        <a:lumMod val="60000"/>
                        <a:lumOff val="40000"/>
                      </a:schemeClr>
                    </a:solidFill>
                  </a:tcPr>
                </a:tc>
                <a:tc>
                  <a:txBody>
                    <a:bodyPr/>
                    <a:lstStyle/>
                    <a:p>
                      <a:r>
                        <a:rPr lang="en-US"/>
                        <a:t>Mini-Spanish</a:t>
                      </a:r>
                      <a:endParaRPr lang="en-GB"/>
                    </a:p>
                  </a:txBody>
                  <a:tcPr/>
                </a:tc>
                <a:extLst>
                  <a:ext uri="{0D108BD9-81ED-4DB2-BD59-A6C34878D82A}">
                    <a16:rowId xmlns:a16="http://schemas.microsoft.com/office/drawing/2014/main" val="2639149065"/>
                  </a:ext>
                </a:extLst>
              </a:tr>
              <a:tr h="370840">
                <a:tc vMerge="1">
                  <a:txBody>
                    <a:bodyPr/>
                    <a:lstStyle/>
                    <a:p>
                      <a:endParaRPr lang="es-ES_tradnl"/>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L1 </a:t>
                      </a:r>
                      <a:r>
                        <a:rPr lang="en-US" err="1"/>
                        <a:t>Eng</a:t>
                      </a:r>
                      <a:r>
                        <a:rPr lang="en-US"/>
                        <a:t> L2 </a:t>
                      </a:r>
                      <a:r>
                        <a:rPr lang="en-US" err="1"/>
                        <a:t>Sp</a:t>
                      </a:r>
                      <a:endParaRPr lang="en-US"/>
                    </a:p>
                  </a:txBody>
                  <a:tcPr anchor="ctr">
                    <a:solidFill>
                      <a:schemeClr val="accent2">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Mini-English</a:t>
                      </a:r>
                    </a:p>
                  </a:txBody>
                  <a:tcPr/>
                </a:tc>
                <a:extLst>
                  <a:ext uri="{0D108BD9-81ED-4DB2-BD59-A6C34878D82A}">
                    <a16:rowId xmlns:a16="http://schemas.microsoft.com/office/drawing/2014/main" val="3449946480"/>
                  </a:ext>
                </a:extLst>
              </a:tr>
              <a:tr h="370840">
                <a:tc vMerge="1">
                  <a:txBody>
                    <a:bodyPr/>
                    <a:lstStyle/>
                    <a:p>
                      <a:endParaRPr lang="en-GB"/>
                    </a:p>
                  </a:txBody>
                  <a:tcPr/>
                </a:tc>
                <a:tc rowSpan="2">
                  <a:txBody>
                    <a:bodyPr/>
                    <a:lstStyle/>
                    <a:p>
                      <a:r>
                        <a:rPr lang="en-GB"/>
                        <a:t>L1 </a:t>
                      </a:r>
                      <a:r>
                        <a:rPr lang="en-US"/>
                        <a:t>Spa,</a:t>
                      </a:r>
                      <a:r>
                        <a:rPr lang="en-GB"/>
                        <a:t> L2 Eng</a:t>
                      </a:r>
                    </a:p>
                  </a:txBody>
                  <a:tcPr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Mini-Spanish</a:t>
                      </a:r>
                    </a:p>
                  </a:txBody>
                  <a:tcPr/>
                </a:tc>
                <a:extLst>
                  <a:ext uri="{0D108BD9-81ED-4DB2-BD59-A6C34878D82A}">
                    <a16:rowId xmlns:a16="http://schemas.microsoft.com/office/drawing/2014/main" val="1445424097"/>
                  </a:ext>
                </a:extLst>
              </a:tr>
              <a:tr h="370840">
                <a:tc vMerge="1">
                  <a:txBody>
                    <a:bodyPr/>
                    <a:lstStyle/>
                    <a:p>
                      <a:endParaRPr lang="en-GB"/>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L1 </a:t>
                      </a:r>
                      <a:r>
                        <a:rPr lang="en-GB" err="1"/>
                        <a:t>Sp</a:t>
                      </a:r>
                      <a:r>
                        <a:rPr lang="en-GB"/>
                        <a:t> L2 </a:t>
                      </a:r>
                      <a:r>
                        <a:rPr lang="en-GB" err="1"/>
                        <a:t>Eng</a:t>
                      </a:r>
                      <a:endParaRPr lang="en-GB"/>
                    </a:p>
                  </a:txBody>
                  <a:tcPr anchor="ctr">
                    <a:solidFill>
                      <a:schemeClr val="accent2">
                        <a:lumMod val="20000"/>
                        <a:lumOff val="80000"/>
                      </a:schemeClr>
                    </a:solidFill>
                  </a:tcPr>
                </a:tc>
                <a:tc>
                  <a:txBody>
                    <a:bodyPr/>
                    <a:lstStyle/>
                    <a:p>
                      <a:r>
                        <a:rPr lang="en-US"/>
                        <a:t>Mini-English</a:t>
                      </a:r>
                      <a:endParaRPr lang="en-GB"/>
                    </a:p>
                  </a:txBody>
                  <a:tcPr/>
                </a:tc>
                <a:extLst>
                  <a:ext uri="{0D108BD9-81ED-4DB2-BD59-A6C34878D82A}">
                    <a16:rowId xmlns:a16="http://schemas.microsoft.com/office/drawing/2014/main" val="879076899"/>
                  </a:ext>
                </a:extLst>
              </a:tr>
              <a:tr h="370840">
                <a:tc rowSpan="4">
                  <a:txBody>
                    <a:bodyPr/>
                    <a:lstStyle/>
                    <a:p>
                      <a:r>
                        <a:rPr lang="en-US"/>
                        <a:t>Verb-object number agreement</a:t>
                      </a:r>
                      <a:endParaRPr lang="en-GB"/>
                    </a:p>
                  </a:txBody>
                  <a:tcPr anchor="ctr"/>
                </a:tc>
                <a:tc rowSpan="2">
                  <a:txBody>
                    <a:bodyPr/>
                    <a:lstStyle/>
                    <a:p>
                      <a:r>
                        <a:rPr lang="en-US"/>
                        <a:t>L1 Eng, L2 Spa</a:t>
                      </a:r>
                    </a:p>
                  </a:txBody>
                  <a:tcPr anchor="ctr">
                    <a:solidFill>
                      <a:schemeClr val="accent2">
                        <a:lumMod val="60000"/>
                        <a:lumOff val="40000"/>
                      </a:schemeClr>
                    </a:solidFill>
                  </a:tcPr>
                </a:tc>
                <a:tc>
                  <a:txBody>
                    <a:bodyPr/>
                    <a:lstStyle/>
                    <a:p>
                      <a:r>
                        <a:rPr lang="en-US"/>
                        <a:t>Mini-Spanish</a:t>
                      </a:r>
                      <a:endParaRPr lang="en-GB"/>
                    </a:p>
                  </a:txBody>
                  <a:tcPr/>
                </a:tc>
                <a:extLst>
                  <a:ext uri="{0D108BD9-81ED-4DB2-BD59-A6C34878D82A}">
                    <a16:rowId xmlns:a16="http://schemas.microsoft.com/office/drawing/2014/main" val="3137426370"/>
                  </a:ext>
                </a:extLst>
              </a:tr>
              <a:tr h="370840">
                <a:tc vMerge="1">
                  <a:txBody>
                    <a:bodyPr/>
                    <a:lstStyle/>
                    <a:p>
                      <a:endParaRPr lang="es-ES_tradnl"/>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L1 </a:t>
                      </a:r>
                      <a:r>
                        <a:rPr lang="en-US" err="1"/>
                        <a:t>Eng</a:t>
                      </a:r>
                      <a:r>
                        <a:rPr lang="en-US"/>
                        <a:t> L2 </a:t>
                      </a:r>
                      <a:r>
                        <a:rPr lang="en-US" err="1"/>
                        <a:t>Sp</a:t>
                      </a:r>
                      <a:endParaRPr lang="en-US"/>
                    </a:p>
                  </a:txBody>
                  <a:tcPr anchor="ctr">
                    <a:solidFill>
                      <a:schemeClr val="accent2">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Mini-English</a:t>
                      </a:r>
                    </a:p>
                  </a:txBody>
                  <a:tcPr/>
                </a:tc>
                <a:extLst>
                  <a:ext uri="{0D108BD9-81ED-4DB2-BD59-A6C34878D82A}">
                    <a16:rowId xmlns:a16="http://schemas.microsoft.com/office/drawing/2014/main" val="3261067839"/>
                  </a:ext>
                </a:extLst>
              </a:tr>
              <a:tr h="370840">
                <a:tc vMerge="1">
                  <a:txBody>
                    <a:bodyPr/>
                    <a:lstStyle/>
                    <a:p>
                      <a:endParaRPr lang="en-GB"/>
                    </a:p>
                  </a:txBody>
                  <a:tcPr/>
                </a:tc>
                <a:tc rowSpan="2">
                  <a:txBody>
                    <a:bodyPr/>
                    <a:lstStyle/>
                    <a:p>
                      <a:r>
                        <a:rPr lang="en-GB"/>
                        <a:t>L1 </a:t>
                      </a:r>
                      <a:r>
                        <a:rPr lang="en-US"/>
                        <a:t>Spa,</a:t>
                      </a:r>
                      <a:r>
                        <a:rPr lang="en-GB"/>
                        <a:t> L2 Eng</a:t>
                      </a:r>
                    </a:p>
                  </a:txBody>
                  <a:tcPr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Mini-Spanish</a:t>
                      </a:r>
                    </a:p>
                  </a:txBody>
                  <a:tcPr/>
                </a:tc>
                <a:extLst>
                  <a:ext uri="{0D108BD9-81ED-4DB2-BD59-A6C34878D82A}">
                    <a16:rowId xmlns:a16="http://schemas.microsoft.com/office/drawing/2014/main" val="2353452668"/>
                  </a:ext>
                </a:extLst>
              </a:tr>
              <a:tr h="370840">
                <a:tc vMerge="1">
                  <a:txBody>
                    <a:bodyPr/>
                    <a:lstStyle/>
                    <a:p>
                      <a:endParaRPr lang="en-GB"/>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L1 </a:t>
                      </a:r>
                      <a:r>
                        <a:rPr lang="en-GB" err="1"/>
                        <a:t>Sp</a:t>
                      </a:r>
                      <a:r>
                        <a:rPr lang="en-GB"/>
                        <a:t> L2 </a:t>
                      </a:r>
                      <a:r>
                        <a:rPr lang="en-GB" err="1"/>
                        <a:t>Eng</a:t>
                      </a:r>
                      <a:endParaRPr lang="en-GB"/>
                    </a:p>
                  </a:txBody>
                  <a:tcPr anchor="ctr">
                    <a:solidFill>
                      <a:schemeClr val="accent2">
                        <a:lumMod val="20000"/>
                        <a:lumOff val="80000"/>
                      </a:schemeClr>
                    </a:solidFill>
                  </a:tcPr>
                </a:tc>
                <a:tc>
                  <a:txBody>
                    <a:bodyPr/>
                    <a:lstStyle/>
                    <a:p>
                      <a:r>
                        <a:rPr lang="en-US" dirty="0"/>
                        <a:t>Mini-English</a:t>
                      </a:r>
                      <a:endParaRPr lang="en-GB" dirty="0"/>
                    </a:p>
                  </a:txBody>
                  <a:tcPr/>
                </a:tc>
                <a:extLst>
                  <a:ext uri="{0D108BD9-81ED-4DB2-BD59-A6C34878D82A}">
                    <a16:rowId xmlns:a16="http://schemas.microsoft.com/office/drawing/2014/main" val="1153083631"/>
                  </a:ext>
                </a:extLst>
              </a:tr>
            </a:tbl>
          </a:graphicData>
        </a:graphic>
      </p:graphicFrame>
    </p:spTree>
    <p:extLst>
      <p:ext uri="{BB962C8B-B14F-4D97-AF65-F5344CB8AC3E}">
        <p14:creationId xmlns:p14="http://schemas.microsoft.com/office/powerpoint/2010/main" val="2629422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a:solidFill>
                <a:schemeClr val="accent2">
                  <a:lumMod val="75000"/>
                </a:schemeClr>
              </a:solidFill>
              <a:latin typeface="Calibri" panose="020F0502020204030204" pitchFamily="34" charset="0"/>
              <a:ea typeface="Calibri" panose="020F0502020204030204" pitchFamily="34" charset="0"/>
            </a:endParaRPr>
          </a:p>
          <a:p>
            <a:pPr lvl="1"/>
            <a:r>
              <a:rPr lang="en-GB" sz="1800">
                <a:latin typeface="Calibri" panose="020F0502020204030204" pitchFamily="34" charset="0"/>
                <a:ea typeface="Calibri" panose="020F0502020204030204" pitchFamily="34" charset="0"/>
              </a:rPr>
              <a:t>W</a:t>
            </a:r>
            <a:r>
              <a:rPr lang="en-GB" sz="1800">
                <a:effectLst/>
                <a:latin typeface="Calibri" panose="020F0502020204030204" pitchFamily="34" charset="0"/>
                <a:ea typeface="Calibri" panose="020F0502020204030204" pitchFamily="34" charset="0"/>
              </a:rPr>
              <a:t>orking memory (digit span), selective attention (Stroop) and implicit learning (serial reaction time)</a:t>
            </a:r>
          </a:p>
          <a:p>
            <a:pPr lvl="1"/>
            <a:r>
              <a:rPr lang="en-GB" sz="1800">
                <a:effectLst/>
                <a:latin typeface="Calibri" panose="020F0502020204030204" pitchFamily="34" charset="0"/>
                <a:ea typeface="Calibri" panose="020F0502020204030204" pitchFamily="34" charset="0"/>
              </a:rPr>
              <a:t>Language History Questionnaire (LHQ3; Li et al., 2020)</a:t>
            </a: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31</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3434226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a:solidFill>
                <a:schemeClr val="accent2">
                  <a:lumMod val="75000"/>
                </a:schemeClr>
              </a:solidFill>
              <a:latin typeface="Calibri" panose="020F0502020204030204" pitchFamily="34" charset="0"/>
              <a:ea typeface="Calibri" panose="020F0502020204030204" pitchFamily="34" charset="0"/>
            </a:endParaRPr>
          </a:p>
          <a:p>
            <a:pPr lvl="1"/>
            <a:r>
              <a:rPr lang="en-GB" sz="1800">
                <a:latin typeface="Calibri" panose="020F0502020204030204" pitchFamily="34" charset="0"/>
                <a:ea typeface="Calibri" panose="020F0502020204030204" pitchFamily="34" charset="0"/>
              </a:rPr>
              <a:t>W</a:t>
            </a:r>
            <a:r>
              <a:rPr lang="en-GB" sz="1800">
                <a:effectLst/>
                <a:latin typeface="Calibri" panose="020F0502020204030204" pitchFamily="34" charset="0"/>
                <a:ea typeface="Calibri" panose="020F0502020204030204" pitchFamily="34" charset="0"/>
              </a:rPr>
              <a:t>orking memory (digit span), selective attention (Stroop) and implicit learning (serial reaction time)</a:t>
            </a:r>
          </a:p>
          <a:p>
            <a:pPr lvl="1"/>
            <a:r>
              <a:rPr lang="en-GB" sz="180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2. </a:t>
            </a:r>
            <a:r>
              <a:rPr lang="en-GB" sz="2000" b="1">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a:latin typeface="Calibri" panose="020F0502020204030204" pitchFamily="34" charset="0"/>
                <a:ea typeface="Calibri" panose="020F0502020204030204" pitchFamily="34" charset="0"/>
              </a:rPr>
              <a:t>Session begins with resting-state EEG (eyes-open, eyes-closed counterbalanced across participants)</a:t>
            </a: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32</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3977916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a:solidFill>
                <a:schemeClr val="accent2">
                  <a:lumMod val="75000"/>
                </a:schemeClr>
              </a:solidFill>
              <a:latin typeface="Calibri" panose="020F0502020204030204" pitchFamily="34" charset="0"/>
              <a:ea typeface="Calibri" panose="020F0502020204030204" pitchFamily="34" charset="0"/>
            </a:endParaRPr>
          </a:p>
          <a:p>
            <a:pPr lvl="1"/>
            <a:r>
              <a:rPr lang="en-GB" sz="1800">
                <a:latin typeface="Calibri" panose="020F0502020204030204" pitchFamily="34" charset="0"/>
                <a:ea typeface="Calibri" panose="020F0502020204030204" pitchFamily="34" charset="0"/>
              </a:rPr>
              <a:t>W</a:t>
            </a:r>
            <a:r>
              <a:rPr lang="en-GB" sz="1800">
                <a:effectLst/>
                <a:latin typeface="Calibri" panose="020F0502020204030204" pitchFamily="34" charset="0"/>
                <a:ea typeface="Calibri" panose="020F0502020204030204" pitchFamily="34" charset="0"/>
              </a:rPr>
              <a:t>orking memory (digit span), selective attention (Stroop) and implicit learning (serial reaction time)</a:t>
            </a:r>
          </a:p>
          <a:p>
            <a:pPr lvl="1"/>
            <a:r>
              <a:rPr lang="en-GB" sz="180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2. </a:t>
            </a:r>
            <a:r>
              <a:rPr lang="en-GB" sz="2000" b="1">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a:latin typeface="Calibri" panose="020F0502020204030204" pitchFamily="34" charset="0"/>
                <a:ea typeface="Calibri" panose="020F0502020204030204" pitchFamily="34" charset="0"/>
              </a:rPr>
              <a:t>Session begins with resting-state EEG (eyes-open, eyes-closed counterbalanced across participants)</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3. Differential object marking </a:t>
            </a:r>
            <a:r>
              <a:rPr lang="en-GB" sz="2000" b="1">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a:latin typeface="Calibri" panose="020F0502020204030204" pitchFamily="34" charset="0"/>
                <a:ea typeface="Calibri" panose="020F0502020204030204" pitchFamily="34" charset="0"/>
              </a:rPr>
              <a:t>Training only in the new property</a:t>
            </a:r>
          </a:p>
          <a:p>
            <a:pPr lvl="1"/>
            <a:r>
              <a:rPr lang="en-GB" sz="1800">
                <a:latin typeface="Calibri" panose="020F0502020204030204" pitchFamily="34" charset="0"/>
                <a:ea typeface="Calibri" panose="020F0502020204030204" pitchFamily="34" charset="0"/>
              </a:rPr>
              <a:t>Experiment part contains both properties intermixed</a:t>
            </a:r>
            <a:endParaRPr lang="en-GB" sz="2000">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33</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6439365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a:solidFill>
                <a:schemeClr val="accent2">
                  <a:lumMod val="75000"/>
                </a:schemeClr>
              </a:solidFill>
              <a:latin typeface="Calibri" panose="020F0502020204030204" pitchFamily="34" charset="0"/>
              <a:ea typeface="Calibri" panose="020F0502020204030204" pitchFamily="34" charset="0"/>
            </a:endParaRPr>
          </a:p>
          <a:p>
            <a:pPr lvl="1"/>
            <a:r>
              <a:rPr lang="en-GB" sz="1800">
                <a:latin typeface="Calibri" panose="020F0502020204030204" pitchFamily="34" charset="0"/>
                <a:ea typeface="Calibri" panose="020F0502020204030204" pitchFamily="34" charset="0"/>
              </a:rPr>
              <a:t>W</a:t>
            </a:r>
            <a:r>
              <a:rPr lang="en-GB" sz="1800">
                <a:effectLst/>
                <a:latin typeface="Calibri" panose="020F0502020204030204" pitchFamily="34" charset="0"/>
                <a:ea typeface="Calibri" panose="020F0502020204030204" pitchFamily="34" charset="0"/>
              </a:rPr>
              <a:t>orking memory (digit span), selective attention (Stroop) and implicit learning (serial reaction time)</a:t>
            </a:r>
          </a:p>
          <a:p>
            <a:pPr lvl="1"/>
            <a:r>
              <a:rPr lang="en-GB" sz="180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2. </a:t>
            </a:r>
            <a:r>
              <a:rPr lang="en-GB" sz="2000" b="1">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a:latin typeface="Calibri" panose="020F0502020204030204" pitchFamily="34" charset="0"/>
                <a:ea typeface="Calibri" panose="020F0502020204030204" pitchFamily="34" charset="0"/>
              </a:rPr>
              <a:t>Session begins with resting-state EEG (eyes-open, eyes-closed counterbalanced across participants)</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3. Differential object marking </a:t>
            </a:r>
            <a:r>
              <a:rPr lang="en-GB" sz="2000" b="1">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a:latin typeface="Calibri" panose="020F0502020204030204" pitchFamily="34" charset="0"/>
                <a:ea typeface="Calibri" panose="020F0502020204030204" pitchFamily="34" charset="0"/>
              </a:rPr>
              <a:t>Training only in the new property</a:t>
            </a:r>
          </a:p>
          <a:p>
            <a:pPr lvl="1"/>
            <a:r>
              <a:rPr lang="en-GB" sz="1800">
                <a:latin typeface="Calibri" panose="020F0502020204030204" pitchFamily="34" charset="0"/>
                <a:ea typeface="Calibri" panose="020F0502020204030204" pitchFamily="34" charset="0"/>
              </a:rPr>
              <a:t>Experiment part contains both properties intermixed</a:t>
            </a:r>
            <a:endParaRPr lang="en-GB" sz="2000">
              <a:latin typeface="Calibri" panose="020F0502020204030204" pitchFamily="34" charset="0"/>
              <a:ea typeface="Calibri" panose="020F0502020204030204" pitchFamily="34" charset="0"/>
            </a:endParaRP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4. Verb-</a:t>
            </a:r>
            <a:r>
              <a:rPr lang="en-GB" sz="2000" b="1">
                <a:solidFill>
                  <a:schemeClr val="accent6">
                    <a:lumMod val="50000"/>
                  </a:schemeClr>
                </a:solidFill>
                <a:latin typeface="Calibri" panose="020F0502020204030204" pitchFamily="34" charset="0"/>
                <a:ea typeface="Calibri" panose="020F0502020204030204" pitchFamily="34" charset="0"/>
              </a:rPr>
              <a:t>object agreement + </a:t>
            </a:r>
            <a:r>
              <a:rPr lang="en-GB" sz="2000" b="1">
                <a:solidFill>
                  <a:schemeClr val="accent6">
                    <a:lumMod val="50000"/>
                  </a:schemeClr>
                </a:solidFill>
                <a:effectLst/>
                <a:latin typeface="Calibri" panose="020F0502020204030204" pitchFamily="34" charset="0"/>
                <a:ea typeface="Calibri" panose="020F0502020204030204" pitchFamily="34" charset="0"/>
              </a:rPr>
              <a:t>Differential object marking </a:t>
            </a:r>
            <a:r>
              <a:rPr lang="en-GB" sz="2000" b="1">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a:latin typeface="Calibri" panose="020F0502020204030204" pitchFamily="34" charset="0"/>
                <a:ea typeface="Calibri" panose="020F0502020204030204" pitchFamily="34" charset="0"/>
              </a:rPr>
              <a:t>Same mechanism as in the previous session</a:t>
            </a:r>
          </a:p>
          <a:p>
            <a:pPr lvl="1"/>
            <a:r>
              <a:rPr lang="en-GB" sz="1800">
                <a:latin typeface="Calibri" panose="020F0502020204030204" pitchFamily="34" charset="0"/>
                <a:ea typeface="Calibri" panose="020F0502020204030204" pitchFamily="34" charset="0"/>
              </a:rPr>
              <a:t>Session ends with resting-state EEG (eyes-open, eyes-closed counterbalanced across participants)</a:t>
            </a:r>
          </a:p>
          <a:p>
            <a:pPr marL="0" indent="0">
              <a:buNone/>
            </a:pPr>
            <a:endParaRPr lang="en-GB" sz="2000" b="1">
              <a:solidFill>
                <a:schemeClr val="accent6">
                  <a:lumMod val="50000"/>
                </a:schemeClr>
              </a:solidFill>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34</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37462511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a:solidFill>
                <a:schemeClr val="accent2">
                  <a:lumMod val="75000"/>
                </a:schemeClr>
              </a:solidFill>
              <a:latin typeface="Calibri" panose="020F0502020204030204" pitchFamily="34" charset="0"/>
              <a:ea typeface="Calibri" panose="020F0502020204030204" pitchFamily="34" charset="0"/>
            </a:endParaRPr>
          </a:p>
          <a:p>
            <a:pPr lvl="1"/>
            <a:r>
              <a:rPr lang="en-GB" sz="1800">
                <a:latin typeface="Calibri" panose="020F0502020204030204" pitchFamily="34" charset="0"/>
                <a:ea typeface="Calibri" panose="020F0502020204030204" pitchFamily="34" charset="0"/>
              </a:rPr>
              <a:t>W</a:t>
            </a:r>
            <a:r>
              <a:rPr lang="en-GB" sz="1800">
                <a:effectLst/>
                <a:latin typeface="Calibri" panose="020F0502020204030204" pitchFamily="34" charset="0"/>
                <a:ea typeface="Calibri" panose="020F0502020204030204" pitchFamily="34" charset="0"/>
              </a:rPr>
              <a:t>orking memory (digit span), selective attention (Stroop) and implicit learning (serial reaction time)</a:t>
            </a:r>
          </a:p>
          <a:p>
            <a:pPr lvl="1"/>
            <a:r>
              <a:rPr lang="en-GB" sz="180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2. </a:t>
            </a:r>
            <a:r>
              <a:rPr lang="en-GB" sz="2000" b="1">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a:latin typeface="Calibri" panose="020F0502020204030204" pitchFamily="34" charset="0"/>
                <a:ea typeface="Calibri" panose="020F0502020204030204" pitchFamily="34" charset="0"/>
              </a:rPr>
              <a:t>Session begins with resting-state EEG (eyes-open, eyes-closed counterbalanced across participants)</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3. Differential object marking </a:t>
            </a:r>
            <a:r>
              <a:rPr lang="en-GB" sz="2000" b="1">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a:latin typeface="Calibri" panose="020F0502020204030204" pitchFamily="34" charset="0"/>
                <a:ea typeface="Calibri" panose="020F0502020204030204" pitchFamily="34" charset="0"/>
              </a:rPr>
              <a:t>Training only in the new property</a:t>
            </a:r>
          </a:p>
          <a:p>
            <a:pPr lvl="1"/>
            <a:r>
              <a:rPr lang="en-GB" sz="1800">
                <a:latin typeface="Calibri" panose="020F0502020204030204" pitchFamily="34" charset="0"/>
                <a:ea typeface="Calibri" panose="020F0502020204030204" pitchFamily="34" charset="0"/>
              </a:rPr>
              <a:t>Experiment part contains both properties intermixed</a:t>
            </a:r>
            <a:endParaRPr lang="en-GB" sz="2000">
              <a:latin typeface="Calibri" panose="020F0502020204030204" pitchFamily="34" charset="0"/>
              <a:ea typeface="Calibri" panose="020F0502020204030204" pitchFamily="34" charset="0"/>
            </a:endParaRP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4. Verb-</a:t>
            </a:r>
            <a:r>
              <a:rPr lang="en-GB" sz="2000" b="1">
                <a:solidFill>
                  <a:schemeClr val="accent6">
                    <a:lumMod val="50000"/>
                  </a:schemeClr>
                </a:solidFill>
                <a:latin typeface="Calibri" panose="020F0502020204030204" pitchFamily="34" charset="0"/>
                <a:ea typeface="Calibri" panose="020F0502020204030204" pitchFamily="34" charset="0"/>
              </a:rPr>
              <a:t>object agreement + </a:t>
            </a:r>
            <a:r>
              <a:rPr lang="en-GB" sz="2000" b="1">
                <a:solidFill>
                  <a:schemeClr val="accent6">
                    <a:lumMod val="50000"/>
                  </a:schemeClr>
                </a:solidFill>
                <a:effectLst/>
                <a:latin typeface="Calibri" panose="020F0502020204030204" pitchFamily="34" charset="0"/>
                <a:ea typeface="Calibri" panose="020F0502020204030204" pitchFamily="34" charset="0"/>
              </a:rPr>
              <a:t>Differential object marking </a:t>
            </a:r>
            <a:r>
              <a:rPr lang="en-GB" sz="2000" b="1">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a:latin typeface="Calibri" panose="020F0502020204030204" pitchFamily="34" charset="0"/>
                <a:ea typeface="Calibri" panose="020F0502020204030204" pitchFamily="34" charset="0"/>
              </a:rPr>
              <a:t>Same mechanism as in the previous session</a:t>
            </a:r>
          </a:p>
          <a:p>
            <a:pPr lvl="1"/>
            <a:r>
              <a:rPr lang="en-GB" sz="1800">
                <a:latin typeface="Calibri" panose="020F0502020204030204" pitchFamily="34" charset="0"/>
                <a:ea typeface="Calibri" panose="020F0502020204030204" pitchFamily="34" charset="0"/>
              </a:rPr>
              <a:t>Session ends with resting-state EEG (eyes-open, eyes-closed counterbalanced across participants)</a:t>
            </a:r>
          </a:p>
          <a:p>
            <a:pPr marL="0" indent="0">
              <a:buNone/>
            </a:pPr>
            <a:r>
              <a:rPr lang="en-GB" sz="2000" b="1">
                <a:solidFill>
                  <a:schemeClr val="accent2">
                    <a:lumMod val="75000"/>
                  </a:schemeClr>
                </a:solidFill>
                <a:effectLst/>
                <a:latin typeface="Calibri" panose="020F0502020204030204" pitchFamily="34" charset="0"/>
                <a:ea typeface="Calibri" panose="020F0502020204030204" pitchFamily="34" charset="0"/>
              </a:rPr>
              <a:t>+ 1 week: Session 5. Retest of executive functions </a:t>
            </a:r>
            <a:r>
              <a:rPr lang="en-GB" sz="2000">
                <a:solidFill>
                  <a:schemeClr val="accent2">
                    <a:lumMod val="75000"/>
                  </a:schemeClr>
                </a:solidFill>
                <a:effectLst/>
                <a:latin typeface="Calibri" panose="020F0502020204030204" pitchFamily="34" charset="0"/>
                <a:ea typeface="Calibri" panose="020F0502020204030204" pitchFamily="34" charset="0"/>
              </a:rPr>
              <a:t>(home-based session)</a:t>
            </a: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35</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1857782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a:solidFill>
                <a:schemeClr val="accent2">
                  <a:lumMod val="75000"/>
                </a:schemeClr>
              </a:solidFill>
              <a:latin typeface="Calibri" panose="020F0502020204030204" pitchFamily="34" charset="0"/>
              <a:ea typeface="Calibri" panose="020F0502020204030204" pitchFamily="34" charset="0"/>
            </a:endParaRPr>
          </a:p>
          <a:p>
            <a:pPr lvl="1"/>
            <a:r>
              <a:rPr lang="en-GB" sz="1800">
                <a:latin typeface="Calibri" panose="020F0502020204030204" pitchFamily="34" charset="0"/>
                <a:ea typeface="Calibri" panose="020F0502020204030204" pitchFamily="34" charset="0"/>
              </a:rPr>
              <a:t>W</a:t>
            </a:r>
            <a:r>
              <a:rPr lang="en-GB" sz="1800">
                <a:effectLst/>
                <a:latin typeface="Calibri" panose="020F0502020204030204" pitchFamily="34" charset="0"/>
                <a:ea typeface="Calibri" panose="020F0502020204030204" pitchFamily="34" charset="0"/>
              </a:rPr>
              <a:t>orking memory (digit span), selective attention (Stroop) and implicit learning (serial reaction time)</a:t>
            </a:r>
          </a:p>
          <a:p>
            <a:pPr lvl="1"/>
            <a:r>
              <a:rPr lang="en-GB" sz="180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2. </a:t>
            </a:r>
            <a:r>
              <a:rPr lang="en-GB" sz="2000" b="1">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a:latin typeface="Calibri" panose="020F0502020204030204" pitchFamily="34" charset="0"/>
                <a:ea typeface="Calibri" panose="020F0502020204030204" pitchFamily="34" charset="0"/>
              </a:rPr>
              <a:t>Session begins with resting-state EEG (eyes-open, eyes-closed counterbalanced across participants)</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3. Differential object marking </a:t>
            </a:r>
            <a:r>
              <a:rPr lang="en-GB" sz="2000" b="1">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a:latin typeface="Calibri" panose="020F0502020204030204" pitchFamily="34" charset="0"/>
                <a:ea typeface="Calibri" panose="020F0502020204030204" pitchFamily="34" charset="0"/>
              </a:rPr>
              <a:t>Training only in the new property</a:t>
            </a:r>
          </a:p>
          <a:p>
            <a:pPr lvl="1"/>
            <a:r>
              <a:rPr lang="en-GB" sz="1800">
                <a:latin typeface="Calibri" panose="020F0502020204030204" pitchFamily="34" charset="0"/>
                <a:ea typeface="Calibri" panose="020F0502020204030204" pitchFamily="34" charset="0"/>
              </a:rPr>
              <a:t>Experiment part contains both properties intermixed</a:t>
            </a:r>
            <a:endParaRPr lang="en-GB" sz="2000">
              <a:latin typeface="Calibri" panose="020F0502020204030204" pitchFamily="34" charset="0"/>
              <a:ea typeface="Calibri" panose="020F0502020204030204" pitchFamily="34" charset="0"/>
            </a:endParaRP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4. Verb-</a:t>
            </a:r>
            <a:r>
              <a:rPr lang="en-GB" sz="2000" b="1">
                <a:solidFill>
                  <a:schemeClr val="accent6">
                    <a:lumMod val="50000"/>
                  </a:schemeClr>
                </a:solidFill>
                <a:latin typeface="Calibri" panose="020F0502020204030204" pitchFamily="34" charset="0"/>
                <a:ea typeface="Calibri" panose="020F0502020204030204" pitchFamily="34" charset="0"/>
              </a:rPr>
              <a:t>object agreement + </a:t>
            </a:r>
            <a:r>
              <a:rPr lang="en-GB" sz="2000" b="1">
                <a:solidFill>
                  <a:schemeClr val="accent6">
                    <a:lumMod val="50000"/>
                  </a:schemeClr>
                </a:solidFill>
                <a:effectLst/>
                <a:latin typeface="Calibri" panose="020F0502020204030204" pitchFamily="34" charset="0"/>
                <a:ea typeface="Calibri" panose="020F0502020204030204" pitchFamily="34" charset="0"/>
              </a:rPr>
              <a:t>Differential object marking </a:t>
            </a:r>
            <a:r>
              <a:rPr lang="en-GB" sz="2000" b="1">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a:latin typeface="Calibri" panose="020F0502020204030204" pitchFamily="34" charset="0"/>
                <a:ea typeface="Calibri" panose="020F0502020204030204" pitchFamily="34" charset="0"/>
              </a:rPr>
              <a:t>Same mechanism as in the previous session</a:t>
            </a:r>
          </a:p>
          <a:p>
            <a:pPr lvl="1"/>
            <a:r>
              <a:rPr lang="en-GB" sz="1800">
                <a:latin typeface="Calibri" panose="020F0502020204030204" pitchFamily="34" charset="0"/>
                <a:ea typeface="Calibri" panose="020F0502020204030204" pitchFamily="34" charset="0"/>
              </a:rPr>
              <a:t>Session ends with resting-state EEG (eyes-open, eyes-closed counterbalanced across participants)</a:t>
            </a:r>
          </a:p>
          <a:p>
            <a:pPr marL="0" indent="0">
              <a:buNone/>
            </a:pPr>
            <a:r>
              <a:rPr lang="en-GB" sz="2000" b="1">
                <a:solidFill>
                  <a:schemeClr val="accent2">
                    <a:lumMod val="75000"/>
                  </a:schemeClr>
                </a:solidFill>
                <a:effectLst/>
                <a:latin typeface="Calibri" panose="020F0502020204030204" pitchFamily="34" charset="0"/>
                <a:ea typeface="Calibri" panose="020F0502020204030204" pitchFamily="34" charset="0"/>
              </a:rPr>
              <a:t>+ 1 week: Session 5. Retest of executive functions </a:t>
            </a:r>
            <a:r>
              <a:rPr lang="en-GB" sz="2000">
                <a:solidFill>
                  <a:schemeClr val="accent2">
                    <a:lumMod val="75000"/>
                  </a:schemeClr>
                </a:solidFill>
                <a:effectLst/>
                <a:latin typeface="Calibri" panose="020F0502020204030204" pitchFamily="34" charset="0"/>
                <a:ea typeface="Calibri" panose="020F0502020204030204" pitchFamily="34" charset="0"/>
              </a:rPr>
              <a:t>(home-based session)</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+ 4 months: Session 6. Retest of all grammatical properties</a:t>
            </a:r>
            <a:endParaRPr lang="en-GB" sz="2000" b="1">
              <a:solidFill>
                <a:schemeClr val="accent6">
                  <a:lumMod val="50000"/>
                </a:schemeClr>
              </a:solidFill>
              <a:latin typeface="Calibri" panose="020F0502020204030204" pitchFamily="34" charset="0"/>
              <a:ea typeface="Calibri" panose="020F0502020204030204" pitchFamily="34" charset="0"/>
            </a:endParaRPr>
          </a:p>
          <a:p>
            <a:pPr lvl="1"/>
            <a:r>
              <a:rPr lang="en-GB" sz="1800">
                <a:latin typeface="Calibri" panose="020F0502020204030204" pitchFamily="34" charset="0"/>
                <a:ea typeface="Calibri" panose="020F0502020204030204" pitchFamily="34" charset="0"/>
              </a:rPr>
              <a:t>Session ends with control tests on the relevant properties in the natural languages</a:t>
            </a:r>
            <a:endParaRPr lang="en-GB" sz="2000" b="1">
              <a:solidFill>
                <a:schemeClr val="accent6">
                  <a:lumMod val="50000"/>
                </a:schemeClr>
              </a:solidFill>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36</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1584174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5031D-4A64-B214-D6ED-861BCD3D6F90}"/>
              </a:ext>
            </a:extLst>
          </p:cNvPr>
          <p:cNvSpPr>
            <a:spLocks noGrp="1"/>
          </p:cNvSpPr>
          <p:nvPr>
            <p:ph type="title"/>
          </p:nvPr>
        </p:nvSpPr>
        <p:spPr/>
        <p:txBody>
          <a:bodyPr/>
          <a:lstStyle/>
          <a:p>
            <a:pPr algn="ctr"/>
            <a:r>
              <a:rPr lang="en-US"/>
              <a:t>Creation of the artificial languages</a:t>
            </a:r>
            <a:endParaRPr lang="en-GB"/>
          </a:p>
        </p:txBody>
      </p:sp>
      <p:sp>
        <p:nvSpPr>
          <p:cNvPr id="4" name="Slide Number Placeholder 3">
            <a:extLst>
              <a:ext uri="{FF2B5EF4-FFF2-40B4-BE49-F238E27FC236}">
                <a16:creationId xmlns:a16="http://schemas.microsoft.com/office/drawing/2014/main" id="{B59A1D7F-BC3C-1150-1F5B-4F50F4673170}"/>
              </a:ext>
            </a:extLst>
          </p:cNvPr>
          <p:cNvSpPr>
            <a:spLocks noGrp="1"/>
          </p:cNvSpPr>
          <p:nvPr>
            <p:ph type="sldNum" sz="quarter" idx="12"/>
          </p:nvPr>
        </p:nvSpPr>
        <p:spPr/>
        <p:txBody>
          <a:bodyPr/>
          <a:lstStyle/>
          <a:p>
            <a:fld id="{F120EC50-82ED-45BA-9B48-47FD87D12700}" type="slidenum">
              <a:rPr lang="en-GB" smtClean="0"/>
              <a:pPr/>
              <a:t>37</a:t>
            </a:fld>
            <a:endParaRPr lang="en-GB"/>
          </a:p>
        </p:txBody>
      </p:sp>
      <p:sp>
        <p:nvSpPr>
          <p:cNvPr id="6" name="Content Placeholder 5">
            <a:extLst>
              <a:ext uri="{FF2B5EF4-FFF2-40B4-BE49-F238E27FC236}">
                <a16:creationId xmlns:a16="http://schemas.microsoft.com/office/drawing/2014/main" id="{AC1E9B4E-8AC3-D059-B9B1-72A515962763}"/>
              </a:ext>
            </a:extLst>
          </p:cNvPr>
          <p:cNvSpPr>
            <a:spLocks noGrp="1"/>
          </p:cNvSpPr>
          <p:nvPr>
            <p:ph idx="1"/>
          </p:nvPr>
        </p:nvSpPr>
        <p:spPr/>
        <p:txBody>
          <a:bodyPr>
            <a:normAutofit/>
          </a:bodyPr>
          <a:lstStyle/>
          <a:p>
            <a:pPr>
              <a:lnSpc>
                <a:spcPct val="100000"/>
              </a:lnSpc>
            </a:pPr>
            <a:r>
              <a:rPr lang="en-US" b="1"/>
              <a:t>No cognates</a:t>
            </a:r>
          </a:p>
          <a:p>
            <a:pPr>
              <a:lnSpc>
                <a:spcPct val="100000"/>
              </a:lnSpc>
            </a:pPr>
            <a:r>
              <a:rPr lang="en-US" b="1"/>
              <a:t>Content words (n, adj, adv, v): </a:t>
            </a:r>
            <a:r>
              <a:rPr lang="en-US"/>
              <a:t>translated across the two artificial languages in each site, and ideally across the three mini-languages.</a:t>
            </a:r>
          </a:p>
          <a:p>
            <a:pPr lvl="1">
              <a:lnSpc>
                <a:spcPct val="100000"/>
              </a:lnSpc>
            </a:pPr>
            <a:r>
              <a:rPr lang="en-US"/>
              <a:t>Must be picturable</a:t>
            </a:r>
          </a:p>
          <a:p>
            <a:pPr>
              <a:lnSpc>
                <a:spcPct val="100000"/>
              </a:lnSpc>
            </a:pPr>
            <a:r>
              <a:rPr lang="en-US" b="1"/>
              <a:t>Morphemes: </a:t>
            </a:r>
            <a:r>
              <a:rPr lang="en-US"/>
              <a:t>same across the two artificial languages in each site, and ideally across the three mini-languages.</a:t>
            </a:r>
          </a:p>
          <a:p>
            <a:pPr>
              <a:lnSpc>
                <a:spcPct val="100000"/>
              </a:lnSpc>
            </a:pPr>
            <a:r>
              <a:rPr lang="en-US" b="1"/>
              <a:t>Adjectives:</a:t>
            </a:r>
            <a:r>
              <a:rPr lang="en-US"/>
              <a:t> paired by meaning, mostly by antonymy. </a:t>
            </a:r>
          </a:p>
          <a:p>
            <a:pPr>
              <a:lnSpc>
                <a:spcPct val="100000"/>
              </a:lnSpc>
            </a:pPr>
            <a:endParaRPr lang="en-US"/>
          </a:p>
          <a:p>
            <a:pPr marL="0" indent="0">
              <a:lnSpc>
                <a:spcPct val="100000"/>
              </a:lnSpc>
              <a:buNone/>
            </a:pPr>
            <a:endParaRPr lang="en-US"/>
          </a:p>
        </p:txBody>
      </p:sp>
    </p:spTree>
    <p:extLst>
      <p:ext uri="{BB962C8B-B14F-4D97-AF65-F5344CB8AC3E}">
        <p14:creationId xmlns:p14="http://schemas.microsoft.com/office/powerpoint/2010/main" val="10214887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5031D-4A64-B214-D6ED-861BCD3D6F90}"/>
              </a:ext>
            </a:extLst>
          </p:cNvPr>
          <p:cNvSpPr>
            <a:spLocks noGrp="1"/>
          </p:cNvSpPr>
          <p:nvPr>
            <p:ph type="title"/>
          </p:nvPr>
        </p:nvSpPr>
        <p:spPr>
          <a:xfrm>
            <a:off x="838200" y="318061"/>
            <a:ext cx="10515600" cy="1123015"/>
          </a:xfrm>
        </p:spPr>
        <p:txBody>
          <a:bodyPr>
            <a:normAutofit/>
          </a:bodyPr>
          <a:lstStyle/>
          <a:p>
            <a:pPr algn="ctr"/>
            <a:r>
              <a:rPr lang="en-US" sz="3400"/>
              <a:t>Stimulus creation: Phonological and semantic challenges</a:t>
            </a:r>
            <a:endParaRPr lang="en-GB" sz="3400"/>
          </a:p>
        </p:txBody>
      </p:sp>
      <p:graphicFrame>
        <p:nvGraphicFramePr>
          <p:cNvPr id="5" name="Content Placeholder 4">
            <a:extLst>
              <a:ext uri="{FF2B5EF4-FFF2-40B4-BE49-F238E27FC236}">
                <a16:creationId xmlns:a16="http://schemas.microsoft.com/office/drawing/2014/main" id="{FC937348-EA62-A3CC-5328-36CAA8EDFB35}"/>
              </a:ext>
            </a:extLst>
          </p:cNvPr>
          <p:cNvGraphicFramePr>
            <a:graphicFrameLocks noGrp="1"/>
          </p:cNvGraphicFramePr>
          <p:nvPr>
            <p:ph idx="1"/>
            <p:extLst>
              <p:ext uri="{D42A27DB-BD31-4B8C-83A1-F6EECF244321}">
                <p14:modId xmlns:p14="http://schemas.microsoft.com/office/powerpoint/2010/main" val="2655296451"/>
              </p:ext>
            </p:extLst>
          </p:nvPr>
        </p:nvGraphicFramePr>
        <p:xfrm>
          <a:off x="2101137" y="1496764"/>
          <a:ext cx="4039460" cy="4878696"/>
        </p:xfrm>
        <a:graphic>
          <a:graphicData uri="http://schemas.openxmlformats.org/drawingml/2006/table">
            <a:tbl>
              <a:tblPr/>
              <a:tblGrid>
                <a:gridCol w="1336232">
                  <a:extLst>
                    <a:ext uri="{9D8B030D-6E8A-4147-A177-3AD203B41FA5}">
                      <a16:colId xmlns:a16="http://schemas.microsoft.com/office/drawing/2014/main" val="2947911028"/>
                    </a:ext>
                  </a:extLst>
                </a:gridCol>
                <a:gridCol w="1380466">
                  <a:extLst>
                    <a:ext uri="{9D8B030D-6E8A-4147-A177-3AD203B41FA5}">
                      <a16:colId xmlns:a16="http://schemas.microsoft.com/office/drawing/2014/main" val="2679117320"/>
                    </a:ext>
                  </a:extLst>
                </a:gridCol>
                <a:gridCol w="1322762">
                  <a:extLst>
                    <a:ext uri="{9D8B030D-6E8A-4147-A177-3AD203B41FA5}">
                      <a16:colId xmlns:a16="http://schemas.microsoft.com/office/drawing/2014/main" val="1554547271"/>
                    </a:ext>
                  </a:extLst>
                </a:gridCol>
              </a:tblGrid>
              <a:tr h="576507">
                <a:tc>
                  <a:txBody>
                    <a:bodyPr/>
                    <a:lstStyle/>
                    <a:p>
                      <a:pPr rtl="0" fontAlgn="b"/>
                      <a:r>
                        <a:rPr lang="en-GB" sz="2000" b="1" err="1">
                          <a:effectLst/>
                        </a:rPr>
                        <a:t>SPA_noun</a:t>
                      </a:r>
                      <a:endParaRPr lang="en-GB" sz="2000" b="1">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b="1">
                          <a:effectLst/>
                        </a:rPr>
                        <a:t>ENG_noun</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b="1">
                          <a:effectLst/>
                        </a:rPr>
                        <a:t>NOR_noun</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331065355"/>
                  </a:ext>
                </a:extLst>
              </a:tr>
              <a:tr h="553807">
                <a:tc>
                  <a:txBody>
                    <a:bodyPr/>
                    <a:lstStyle/>
                    <a:p>
                      <a:pPr rtl="0" fontAlgn="b"/>
                      <a:r>
                        <a:rPr lang="en-GB" sz="2000" err="1">
                          <a:effectLst/>
                        </a:rPr>
                        <a:t>habitación</a:t>
                      </a:r>
                      <a:endParaRPr lang="en-GB" sz="2000">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bedroom</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a:effectLst/>
                        </a:rPr>
                        <a:t>soverom</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1963943082"/>
                  </a:ext>
                </a:extLst>
              </a:tr>
              <a:tr h="294884">
                <a:tc>
                  <a:txBody>
                    <a:bodyPr/>
                    <a:lstStyle/>
                    <a:p>
                      <a:pPr rtl="0" fontAlgn="b"/>
                      <a:r>
                        <a:rPr lang="en-GB" sz="2000" err="1">
                          <a:effectLst/>
                        </a:rPr>
                        <a:t>mochil</a:t>
                      </a:r>
                      <a:endParaRPr lang="en-GB" sz="2000">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bag</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a:effectLst/>
                        </a:rPr>
                        <a:t>bag</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1322126047"/>
                  </a:ext>
                </a:extLst>
              </a:tr>
              <a:tr h="294884">
                <a:tc>
                  <a:txBody>
                    <a:bodyPr/>
                    <a:lstStyle/>
                    <a:p>
                      <a:pPr rtl="0" fontAlgn="b"/>
                      <a:r>
                        <a:rPr lang="en-GB" sz="2000">
                          <a:effectLst/>
                        </a:rPr>
                        <a:t>nuez</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walnut</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a:effectLst/>
                        </a:rPr>
                        <a:t>valnøtt</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472257714"/>
                  </a:ext>
                </a:extLst>
              </a:tr>
              <a:tr h="294884">
                <a:tc>
                  <a:txBody>
                    <a:bodyPr/>
                    <a:lstStyle/>
                    <a:p>
                      <a:pPr rtl="0" fontAlgn="b"/>
                      <a:r>
                        <a:rPr lang="en-GB" sz="2000">
                          <a:effectLst/>
                        </a:rPr>
                        <a:t>perch</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hanger</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henger</a:t>
                      </a:r>
                      <a:endParaRPr lang="en-GB" sz="2000">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109816092"/>
                  </a:ext>
                </a:extLst>
              </a:tr>
              <a:tr h="294884">
                <a:tc>
                  <a:txBody>
                    <a:bodyPr/>
                    <a:lstStyle/>
                    <a:p>
                      <a:pPr rtl="0" fontAlgn="b"/>
                      <a:r>
                        <a:rPr lang="en-GB" sz="2000">
                          <a:effectLst/>
                        </a:rPr>
                        <a:t>raiz</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root</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a:effectLst/>
                        </a:rPr>
                        <a:t>rot</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620778723"/>
                  </a:ext>
                </a:extLst>
              </a:tr>
              <a:tr h="294884">
                <a:tc>
                  <a:txBody>
                    <a:bodyPr/>
                    <a:lstStyle/>
                    <a:p>
                      <a:pPr rtl="0" fontAlgn="b"/>
                      <a:r>
                        <a:rPr lang="en-GB" sz="2000">
                          <a:effectLst/>
                        </a:rPr>
                        <a:t>taz</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cup</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kopp</a:t>
                      </a:r>
                      <a:endParaRPr lang="en-GB" sz="2000">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1057699148"/>
                  </a:ext>
                </a:extLst>
              </a:tr>
              <a:tr h="294884">
                <a:tc>
                  <a:txBody>
                    <a:bodyPr/>
                    <a:lstStyle/>
                    <a:p>
                      <a:pPr rtl="0" fontAlgn="b"/>
                      <a:r>
                        <a:rPr lang="en-GB" sz="2000">
                          <a:effectLst/>
                        </a:rPr>
                        <a:t>ventan</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window</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vindu</a:t>
                      </a:r>
                      <a:endParaRPr lang="en-GB" sz="2000">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52751884"/>
                  </a:ext>
                </a:extLst>
              </a:tr>
              <a:tr h="294884">
                <a:tc>
                  <a:txBody>
                    <a:bodyPr/>
                    <a:lstStyle/>
                    <a:p>
                      <a:pPr rtl="0" fontAlgn="b"/>
                      <a:r>
                        <a:rPr lang="en-GB" sz="2000">
                          <a:effectLst/>
                        </a:rPr>
                        <a:t>aguacate</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avocado</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avokado</a:t>
                      </a:r>
                      <a:endParaRPr lang="en-GB" sz="2000">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2476623447"/>
                  </a:ext>
                </a:extLst>
              </a:tr>
              <a:tr h="294884">
                <a:tc>
                  <a:txBody>
                    <a:bodyPr/>
                    <a:lstStyle/>
                    <a:p>
                      <a:pPr rtl="0" fontAlgn="b"/>
                      <a:r>
                        <a:rPr lang="en-GB" sz="2000">
                          <a:effectLst/>
                        </a:rPr>
                        <a:t>cuchil</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knife</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kniv</a:t>
                      </a:r>
                      <a:endParaRPr lang="en-GB" sz="2000">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979043739"/>
                  </a:ext>
                </a:extLst>
              </a:tr>
              <a:tr h="294884">
                <a:tc>
                  <a:txBody>
                    <a:bodyPr/>
                    <a:lstStyle/>
                    <a:p>
                      <a:pPr rtl="0" fontAlgn="b"/>
                      <a:r>
                        <a:rPr lang="en-GB" sz="2000">
                          <a:effectLst/>
                        </a:rPr>
                        <a:t>gor</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hat</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hatt</a:t>
                      </a:r>
                      <a:endParaRPr lang="en-GB" sz="2000">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2664470071"/>
                  </a:ext>
                </a:extLst>
              </a:tr>
              <a:tr h="294884">
                <a:tc>
                  <a:txBody>
                    <a:bodyPr/>
                    <a:lstStyle/>
                    <a:p>
                      <a:pPr rtl="0" fontAlgn="b"/>
                      <a:r>
                        <a:rPr lang="en-GB" sz="2000">
                          <a:effectLst/>
                        </a:rPr>
                        <a:t>reloj</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watch</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klokke</a:t>
                      </a:r>
                      <a:endParaRPr lang="en-GB" sz="2000">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1346593291"/>
                  </a:ext>
                </a:extLst>
              </a:tr>
              <a:tr h="294884">
                <a:tc>
                  <a:txBody>
                    <a:bodyPr/>
                    <a:lstStyle/>
                    <a:p>
                      <a:pPr rtl="0" fontAlgn="b"/>
                      <a:r>
                        <a:rPr lang="en-GB" sz="2000">
                          <a:effectLst/>
                        </a:rPr>
                        <a:t>zapat</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GB" sz="2000">
                          <a:effectLst/>
                        </a:rPr>
                        <a:t>shoe</a:t>
                      </a: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sko</a:t>
                      </a:r>
                      <a:endParaRPr lang="en-GB" sz="2000">
                        <a:effectLst/>
                      </a:endParaRPr>
                    </a:p>
                  </a:txBody>
                  <a:tcPr marL="26971" marR="26971" marT="17981" marB="179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2144870416"/>
                  </a:ext>
                </a:extLst>
              </a:tr>
            </a:tbl>
          </a:graphicData>
        </a:graphic>
      </p:graphicFrame>
      <p:sp>
        <p:nvSpPr>
          <p:cNvPr id="4" name="Slide Number Placeholder 3">
            <a:extLst>
              <a:ext uri="{FF2B5EF4-FFF2-40B4-BE49-F238E27FC236}">
                <a16:creationId xmlns:a16="http://schemas.microsoft.com/office/drawing/2014/main" id="{B59A1D7F-BC3C-1150-1F5B-4F50F4673170}"/>
              </a:ext>
            </a:extLst>
          </p:cNvPr>
          <p:cNvSpPr>
            <a:spLocks noGrp="1"/>
          </p:cNvSpPr>
          <p:nvPr>
            <p:ph type="sldNum" sz="quarter" idx="12"/>
          </p:nvPr>
        </p:nvSpPr>
        <p:spPr/>
        <p:txBody>
          <a:bodyPr/>
          <a:lstStyle/>
          <a:p>
            <a:fld id="{F120EC50-82ED-45BA-9B48-47FD87D12700}" type="slidenum">
              <a:rPr lang="en-GB" smtClean="0"/>
              <a:pPr/>
              <a:t>38</a:t>
            </a:fld>
            <a:endParaRPr lang="en-GB"/>
          </a:p>
        </p:txBody>
      </p:sp>
      <p:graphicFrame>
        <p:nvGraphicFramePr>
          <p:cNvPr id="6" name="Table 5">
            <a:extLst>
              <a:ext uri="{FF2B5EF4-FFF2-40B4-BE49-F238E27FC236}">
                <a16:creationId xmlns:a16="http://schemas.microsoft.com/office/drawing/2014/main" id="{62DA4FE4-3E4E-CC05-A5D9-79205BC6A20A}"/>
              </a:ext>
            </a:extLst>
          </p:cNvPr>
          <p:cNvGraphicFramePr>
            <a:graphicFrameLocks noGrp="1"/>
          </p:cNvGraphicFramePr>
          <p:nvPr>
            <p:extLst>
              <p:ext uri="{D42A27DB-BD31-4B8C-83A1-F6EECF244321}">
                <p14:modId xmlns:p14="http://schemas.microsoft.com/office/powerpoint/2010/main" val="2644526661"/>
              </p:ext>
            </p:extLst>
          </p:nvPr>
        </p:nvGraphicFramePr>
        <p:xfrm>
          <a:off x="7470960" y="3740335"/>
          <a:ext cx="1905000" cy="2400300"/>
        </p:xfrm>
        <a:graphic>
          <a:graphicData uri="http://schemas.openxmlformats.org/drawingml/2006/table">
            <a:tbl>
              <a:tblPr/>
              <a:tblGrid>
                <a:gridCol w="952500">
                  <a:extLst>
                    <a:ext uri="{9D8B030D-6E8A-4147-A177-3AD203B41FA5}">
                      <a16:colId xmlns:a16="http://schemas.microsoft.com/office/drawing/2014/main" val="3819430742"/>
                    </a:ext>
                  </a:extLst>
                </a:gridCol>
                <a:gridCol w="952500">
                  <a:extLst>
                    <a:ext uri="{9D8B030D-6E8A-4147-A177-3AD203B41FA5}">
                      <a16:colId xmlns:a16="http://schemas.microsoft.com/office/drawing/2014/main" val="4157698266"/>
                    </a:ext>
                  </a:extLst>
                </a:gridCol>
              </a:tblGrid>
              <a:tr h="200025">
                <a:tc>
                  <a:txBody>
                    <a:bodyPr/>
                    <a:lstStyle/>
                    <a:p>
                      <a:pPr rtl="0" fontAlgn="b"/>
                      <a:r>
                        <a:rPr lang="en-GB" sz="2000">
                          <a:effectLst/>
                        </a:rPr>
                        <a:t>blue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blaa</a:t>
                      </a:r>
                      <a:endParaRPr lang="en-GB" sz="20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2590841961"/>
                  </a:ext>
                </a:extLst>
              </a:tr>
              <a:tr h="200025">
                <a:tc>
                  <a:txBody>
                    <a:bodyPr/>
                    <a:lstStyle/>
                    <a:p>
                      <a:pPr rtl="0" fontAlgn="b"/>
                      <a:r>
                        <a:rPr lang="en-GB" sz="2000">
                          <a:effectLst/>
                        </a:rPr>
                        <a:t>white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hvit</a:t>
                      </a:r>
                      <a:endParaRPr lang="en-GB" sz="20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4052061149"/>
                  </a:ext>
                </a:extLst>
              </a:tr>
              <a:tr h="200025">
                <a:tc>
                  <a:txBody>
                    <a:bodyPr/>
                    <a:lstStyle/>
                    <a:p>
                      <a:pPr rtl="0" fontAlgn="b"/>
                      <a:r>
                        <a:rPr lang="en-GB" sz="2000">
                          <a:effectLst/>
                        </a:rPr>
                        <a:t>first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err="1">
                          <a:effectLst/>
                        </a:rPr>
                        <a:t>foerst</a:t>
                      </a:r>
                      <a:endParaRPr lang="en-GB" sz="20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extLst>
                  <a:ext uri="{0D108BD9-81ED-4DB2-BD59-A6C34878D82A}">
                    <a16:rowId xmlns:a16="http://schemas.microsoft.com/office/drawing/2014/main" val="1447712592"/>
                  </a:ext>
                </a:extLst>
              </a:tr>
              <a:tr h="200025">
                <a:tc>
                  <a:txBody>
                    <a:bodyPr/>
                    <a:lstStyle/>
                    <a:p>
                      <a:pPr rtl="0" fontAlgn="b"/>
                      <a:r>
                        <a:rPr lang="en-US" sz="2000">
                          <a:effectLst/>
                        </a:rPr>
                        <a:t>last </a:t>
                      </a:r>
                      <a:endParaRPr lang="en-GB" sz="20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4">
                        <a:lumMod val="60000"/>
                        <a:lumOff val="40000"/>
                      </a:schemeClr>
                    </a:solidFill>
                  </a:tcPr>
                </a:tc>
                <a:tc>
                  <a:txBody>
                    <a:bodyPr/>
                    <a:lstStyle/>
                    <a:p>
                      <a:pPr rtl="0" fontAlgn="b"/>
                      <a:r>
                        <a:rPr lang="en-US" sz="2000">
                          <a:effectLst/>
                        </a:rPr>
                        <a:t>sist</a:t>
                      </a:r>
                      <a:endParaRPr lang="en-GB" sz="20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57094653"/>
                  </a:ext>
                </a:extLst>
              </a:tr>
              <a:tr h="200025">
                <a:tc>
                  <a:txBody>
                    <a:bodyPr/>
                    <a:lstStyle/>
                    <a:p>
                      <a:pPr rtl="0" fontAlgn="b"/>
                      <a:r>
                        <a:rPr lang="en-GB" sz="2000">
                          <a:effectLst/>
                        </a:rPr>
                        <a:t>good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rtl="0" fontAlgn="b"/>
                      <a:r>
                        <a:rPr lang="en-GB" sz="2000">
                          <a:effectLst/>
                        </a:rPr>
                        <a:t>bra</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extLst>
                  <a:ext uri="{0D108BD9-81ED-4DB2-BD59-A6C34878D82A}">
                    <a16:rowId xmlns:a16="http://schemas.microsoft.com/office/drawing/2014/main" val="3258185568"/>
                  </a:ext>
                </a:extLst>
              </a:tr>
              <a:tr h="200025">
                <a:tc>
                  <a:txBody>
                    <a:bodyPr/>
                    <a:lstStyle/>
                    <a:p>
                      <a:pPr rtl="0" fontAlgn="b"/>
                      <a:r>
                        <a:rPr lang="en-GB" sz="2000">
                          <a:effectLst/>
                        </a:rPr>
                        <a:t>bad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rtl="0" fontAlgn="b"/>
                      <a:r>
                        <a:rPr lang="en-GB" sz="2000" err="1">
                          <a:effectLst/>
                        </a:rPr>
                        <a:t>daarlig</a:t>
                      </a:r>
                      <a:endParaRPr lang="en-GB" sz="20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extLst>
                  <a:ext uri="{0D108BD9-81ED-4DB2-BD59-A6C34878D82A}">
                    <a16:rowId xmlns:a16="http://schemas.microsoft.com/office/drawing/2014/main" val="1892351590"/>
                  </a:ext>
                </a:extLst>
              </a:tr>
              <a:tr h="200025">
                <a:tc>
                  <a:txBody>
                    <a:bodyPr/>
                    <a:lstStyle/>
                    <a:p>
                      <a:pPr rtl="0" fontAlgn="b"/>
                      <a:r>
                        <a:rPr lang="en-GB" sz="2000">
                          <a:effectLst/>
                        </a:rPr>
                        <a:t>easy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2">
                        <a:lumMod val="40000"/>
                        <a:lumOff val="60000"/>
                      </a:schemeClr>
                    </a:solidFill>
                  </a:tcPr>
                </a:tc>
                <a:tc>
                  <a:txBody>
                    <a:bodyPr/>
                    <a:lstStyle/>
                    <a:p>
                      <a:pPr rtl="0" fontAlgn="b"/>
                      <a:r>
                        <a:rPr lang="en-GB" sz="2000" err="1">
                          <a:effectLst/>
                        </a:rPr>
                        <a:t>lett</a:t>
                      </a:r>
                      <a:endParaRPr lang="en-GB" sz="20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210184345"/>
                  </a:ext>
                </a:extLst>
              </a:tr>
            </a:tbl>
          </a:graphicData>
        </a:graphic>
      </p:graphicFrame>
      <p:graphicFrame>
        <p:nvGraphicFramePr>
          <p:cNvPr id="7" name="Table 6">
            <a:extLst>
              <a:ext uri="{FF2B5EF4-FFF2-40B4-BE49-F238E27FC236}">
                <a16:creationId xmlns:a16="http://schemas.microsoft.com/office/drawing/2014/main" id="{8A515AC6-7082-A7F0-81ED-3FAEF03B188C}"/>
              </a:ext>
            </a:extLst>
          </p:cNvPr>
          <p:cNvGraphicFramePr>
            <a:graphicFrameLocks noGrp="1"/>
          </p:cNvGraphicFramePr>
          <p:nvPr>
            <p:extLst>
              <p:ext uri="{D42A27DB-BD31-4B8C-83A1-F6EECF244321}">
                <p14:modId xmlns:p14="http://schemas.microsoft.com/office/powerpoint/2010/main" val="1886321490"/>
              </p:ext>
            </p:extLst>
          </p:nvPr>
        </p:nvGraphicFramePr>
        <p:xfrm>
          <a:off x="6668161" y="2151482"/>
          <a:ext cx="3308435" cy="1028700"/>
        </p:xfrm>
        <a:graphic>
          <a:graphicData uri="http://schemas.openxmlformats.org/drawingml/2006/table">
            <a:tbl>
              <a:tblPr/>
              <a:tblGrid>
                <a:gridCol w="944795">
                  <a:extLst>
                    <a:ext uri="{9D8B030D-6E8A-4147-A177-3AD203B41FA5}">
                      <a16:colId xmlns:a16="http://schemas.microsoft.com/office/drawing/2014/main" val="991005821"/>
                    </a:ext>
                  </a:extLst>
                </a:gridCol>
                <a:gridCol w="1108582">
                  <a:extLst>
                    <a:ext uri="{9D8B030D-6E8A-4147-A177-3AD203B41FA5}">
                      <a16:colId xmlns:a16="http://schemas.microsoft.com/office/drawing/2014/main" val="106913087"/>
                    </a:ext>
                  </a:extLst>
                </a:gridCol>
                <a:gridCol w="1255058">
                  <a:extLst>
                    <a:ext uri="{9D8B030D-6E8A-4147-A177-3AD203B41FA5}">
                      <a16:colId xmlns:a16="http://schemas.microsoft.com/office/drawing/2014/main" val="2317129809"/>
                    </a:ext>
                  </a:extLst>
                </a:gridCol>
              </a:tblGrid>
              <a:tr h="200025">
                <a:tc>
                  <a:txBody>
                    <a:bodyPr/>
                    <a:lstStyle/>
                    <a:p>
                      <a:pPr rtl="0" fontAlgn="b"/>
                      <a:r>
                        <a:rPr lang="en-GB" sz="2000" err="1">
                          <a:effectLst/>
                        </a:rPr>
                        <a:t>malet</a:t>
                      </a:r>
                      <a:endParaRPr lang="en-GB" sz="20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CCCC"/>
                    </a:solidFill>
                  </a:tcPr>
                </a:tc>
                <a:tc>
                  <a:txBody>
                    <a:bodyPr/>
                    <a:lstStyle/>
                    <a:p>
                      <a:pPr rtl="0" fontAlgn="b"/>
                      <a:r>
                        <a:rPr lang="en-GB" sz="2000">
                          <a:effectLst/>
                        </a:rPr>
                        <a:t>suitcase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rtl="0" fontAlgn="b"/>
                      <a:r>
                        <a:rPr lang="en-GB" sz="2000" err="1">
                          <a:effectLst/>
                        </a:rPr>
                        <a:t>koffert</a:t>
                      </a:r>
                      <a:endParaRPr lang="en-GB" sz="20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extLst>
                  <a:ext uri="{0D108BD9-81ED-4DB2-BD59-A6C34878D82A}">
                    <a16:rowId xmlns:a16="http://schemas.microsoft.com/office/drawing/2014/main" val="3100272821"/>
                  </a:ext>
                </a:extLst>
              </a:tr>
              <a:tr h="200025">
                <a:tc>
                  <a:txBody>
                    <a:bodyPr/>
                    <a:lstStyle/>
                    <a:p>
                      <a:pPr rtl="0" fontAlgn="b"/>
                      <a:r>
                        <a:rPr lang="en-GB" sz="2000">
                          <a:effectLst/>
                        </a:rPr>
                        <a:t>mes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rtl="0" fontAlgn="b"/>
                      <a:r>
                        <a:rPr lang="en-GB" sz="2000">
                          <a:effectLst/>
                        </a:rPr>
                        <a:t>table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rtl="0" fontAlgn="b"/>
                      <a:r>
                        <a:rPr lang="en-GB" sz="2000">
                          <a:effectLst/>
                        </a:rPr>
                        <a:t>bord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extLst>
                  <a:ext uri="{0D108BD9-81ED-4DB2-BD59-A6C34878D82A}">
                    <a16:rowId xmlns:a16="http://schemas.microsoft.com/office/drawing/2014/main" val="4020840065"/>
                  </a:ext>
                </a:extLst>
              </a:tr>
              <a:tr h="200025">
                <a:tc>
                  <a:txBody>
                    <a:bodyPr/>
                    <a:lstStyle/>
                    <a:p>
                      <a:pPr rtl="0" fontAlgn="b"/>
                      <a:r>
                        <a:rPr lang="en-GB" sz="2000" kern="1200" err="1">
                          <a:solidFill>
                            <a:schemeClr val="tx1"/>
                          </a:solidFill>
                          <a:effectLst/>
                          <a:latin typeface="+mn-lt"/>
                          <a:ea typeface="+mn-ea"/>
                          <a:cs typeface="+mn-cs"/>
                        </a:rPr>
                        <a:t>etiquet</a:t>
                      </a:r>
                      <a:endParaRPr lang="en-GB" sz="2000" kern="1200">
                        <a:solidFill>
                          <a:schemeClr val="tx1"/>
                        </a:solidFill>
                        <a:effectLst/>
                        <a:latin typeface="+mn-lt"/>
                        <a:ea typeface="+mn-ea"/>
                        <a:cs typeface="+mn-cs"/>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ABAB"/>
                    </a:solidFill>
                  </a:tcPr>
                </a:tc>
                <a:tc>
                  <a:txBody>
                    <a:bodyPr/>
                    <a:lstStyle/>
                    <a:p>
                      <a:pPr rtl="0" fontAlgn="b"/>
                      <a:r>
                        <a:rPr lang="en-GB" sz="2000">
                          <a:effectLst/>
                        </a:rPr>
                        <a:t>label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rtl="0" fontAlgn="b"/>
                      <a:r>
                        <a:rPr lang="en-GB" sz="2000" err="1">
                          <a:effectLst/>
                        </a:rPr>
                        <a:t>merkelapp</a:t>
                      </a:r>
                      <a:endParaRPr lang="en-GB" sz="20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extLst>
                  <a:ext uri="{0D108BD9-81ED-4DB2-BD59-A6C34878D82A}">
                    <a16:rowId xmlns:a16="http://schemas.microsoft.com/office/drawing/2014/main" val="2057987746"/>
                  </a:ext>
                </a:extLst>
              </a:tr>
            </a:tbl>
          </a:graphicData>
        </a:graphic>
      </p:graphicFrame>
    </p:spTree>
    <p:extLst>
      <p:ext uri="{BB962C8B-B14F-4D97-AF65-F5344CB8AC3E}">
        <p14:creationId xmlns:p14="http://schemas.microsoft.com/office/powerpoint/2010/main" val="1516378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0576-0533-2F8F-10DA-D3B1BF7F47C4}"/>
              </a:ext>
            </a:extLst>
          </p:cNvPr>
          <p:cNvSpPr>
            <a:spLocks noGrp="1"/>
          </p:cNvSpPr>
          <p:nvPr>
            <p:ph type="title"/>
          </p:nvPr>
        </p:nvSpPr>
        <p:spPr/>
        <p:txBody>
          <a:bodyPr/>
          <a:lstStyle/>
          <a:p>
            <a:pPr algn="ctr"/>
            <a:r>
              <a:rPr lang="en-US"/>
              <a:t>Creation of the artificial languages</a:t>
            </a:r>
            <a:endParaRPr lang="en-GB"/>
          </a:p>
        </p:txBody>
      </p:sp>
      <p:sp>
        <p:nvSpPr>
          <p:cNvPr id="3" name="Content Placeholder 2">
            <a:extLst>
              <a:ext uri="{FF2B5EF4-FFF2-40B4-BE49-F238E27FC236}">
                <a16:creationId xmlns:a16="http://schemas.microsoft.com/office/drawing/2014/main" id="{4B59CCF3-62A2-8FA4-5B63-C82009E35ED8}"/>
              </a:ext>
            </a:extLst>
          </p:cNvPr>
          <p:cNvSpPr>
            <a:spLocks noGrp="1"/>
          </p:cNvSpPr>
          <p:nvPr>
            <p:ph idx="1"/>
          </p:nvPr>
        </p:nvSpPr>
        <p:spPr>
          <a:xfrm>
            <a:off x="838200" y="1837765"/>
            <a:ext cx="10515600" cy="3325906"/>
          </a:xfrm>
        </p:spPr>
        <p:txBody>
          <a:bodyPr>
            <a:normAutofit fontScale="77500" lnSpcReduction="20000"/>
          </a:bodyPr>
          <a:lstStyle/>
          <a:p>
            <a:pPr>
              <a:lnSpc>
                <a:spcPct val="120000"/>
              </a:lnSpc>
            </a:pPr>
            <a:r>
              <a:rPr lang="en-GB"/>
              <a:t>Modular framework formed of interoperable components</a:t>
            </a:r>
          </a:p>
          <a:p>
            <a:pPr>
              <a:lnSpc>
                <a:spcPct val="120000"/>
              </a:lnSpc>
            </a:pPr>
            <a:r>
              <a:rPr lang="en-GB"/>
              <a:t>Minimal components of each language contained in a base file</a:t>
            </a:r>
          </a:p>
          <a:p>
            <a:pPr>
              <a:lnSpc>
                <a:spcPct val="120000"/>
              </a:lnSpc>
            </a:pPr>
            <a:r>
              <a:rPr lang="en-GB"/>
              <a:t>Linguistic and visual stimuli finally presented are created by assembling minimal components. </a:t>
            </a:r>
          </a:p>
          <a:p>
            <a:pPr>
              <a:lnSpc>
                <a:spcPct val="120000"/>
              </a:lnSpc>
            </a:pPr>
            <a:r>
              <a:rPr lang="en-GB"/>
              <a:t>Several controls exerted on the stimuli to prevent spurious effects. For instance, gender and number are counterbalanced across experimental conditions. Similarly, words and experimental conditions within the same set appear equally often. </a:t>
            </a:r>
          </a:p>
        </p:txBody>
      </p:sp>
      <p:sp>
        <p:nvSpPr>
          <p:cNvPr id="4" name="Slide Number Placeholder 3">
            <a:extLst>
              <a:ext uri="{FF2B5EF4-FFF2-40B4-BE49-F238E27FC236}">
                <a16:creationId xmlns:a16="http://schemas.microsoft.com/office/drawing/2014/main" id="{A18CB471-3D87-E742-FE1D-87F33B0FF898}"/>
              </a:ext>
            </a:extLst>
          </p:cNvPr>
          <p:cNvSpPr>
            <a:spLocks noGrp="1"/>
          </p:cNvSpPr>
          <p:nvPr>
            <p:ph type="sldNum" sz="quarter" idx="12"/>
          </p:nvPr>
        </p:nvSpPr>
        <p:spPr/>
        <p:txBody>
          <a:bodyPr/>
          <a:lstStyle/>
          <a:p>
            <a:fld id="{F120EC50-82ED-45BA-9B48-47FD87D12700}" type="slidenum">
              <a:rPr lang="en-GB" smtClean="0"/>
              <a:pPr/>
              <a:t>39</a:t>
            </a:fld>
            <a:endParaRPr lang="en-GB"/>
          </a:p>
        </p:txBody>
      </p:sp>
    </p:spTree>
    <p:extLst>
      <p:ext uri="{BB962C8B-B14F-4D97-AF65-F5344CB8AC3E}">
        <p14:creationId xmlns:p14="http://schemas.microsoft.com/office/powerpoint/2010/main" val="1654468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050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409A3AED-069E-8629-3041-BDD8B66A84C0}"/>
              </a:ext>
            </a:extLst>
          </p:cNvPr>
          <p:cNvPicPr>
            <a:picLocks noGrp="1" noChangeAspect="1"/>
          </p:cNvPicPr>
          <p:nvPr>
            <p:ph idx="1"/>
          </p:nvPr>
        </p:nvPicPr>
        <p:blipFill>
          <a:blip r:embed="rId2"/>
          <a:stretch>
            <a:fillRect/>
          </a:stretch>
        </p:blipFill>
        <p:spPr>
          <a:xfrm>
            <a:off x="2158850" y="643467"/>
            <a:ext cx="7874299" cy="5571066"/>
          </a:xfrm>
          <a:prstGeom prst="rect">
            <a:avLst/>
          </a:prstGeom>
        </p:spPr>
      </p:pic>
      <p:sp>
        <p:nvSpPr>
          <p:cNvPr id="4" name="Slide Number Placeholder 3">
            <a:extLst>
              <a:ext uri="{FF2B5EF4-FFF2-40B4-BE49-F238E27FC236}">
                <a16:creationId xmlns:a16="http://schemas.microsoft.com/office/drawing/2014/main" id="{B0AF34EB-6E01-98D6-D1E5-6B2C65E3305C}"/>
              </a:ext>
            </a:extLst>
          </p:cNvPr>
          <p:cNvSpPr>
            <a:spLocks noGrp="1"/>
          </p:cNvSpPr>
          <p:nvPr>
            <p:ph type="sldNum" sz="quarter" idx="12"/>
          </p:nvPr>
        </p:nvSpPr>
        <p:spPr>
          <a:xfrm>
            <a:off x="8724900" y="6356350"/>
            <a:ext cx="2743200" cy="365125"/>
          </a:xfrm>
        </p:spPr>
        <p:txBody>
          <a:bodyPr vert="horz" lIns="91440" tIns="45720" rIns="91440" bIns="45720" rtlCol="0" anchor="ctr">
            <a:normAutofit/>
          </a:bodyPr>
          <a:lstStyle/>
          <a:p>
            <a:pPr>
              <a:spcAft>
                <a:spcPts val="600"/>
              </a:spcAft>
            </a:pPr>
            <a:fld id="{F120EC50-82ED-45BA-9B48-47FD87D12700}" type="slidenum">
              <a:rPr lang="en-US" sz="1200">
                <a:solidFill>
                  <a:srgbClr val="FFFFFF"/>
                </a:solidFill>
              </a:rPr>
              <a:pPr>
                <a:spcAft>
                  <a:spcPts val="600"/>
                </a:spcAft>
              </a:pPr>
              <a:t>40</a:t>
            </a:fld>
            <a:endParaRPr lang="en-US" sz="1200">
              <a:solidFill>
                <a:srgbClr val="FFFFFF"/>
              </a:solidFill>
            </a:endParaRPr>
          </a:p>
        </p:txBody>
      </p:sp>
    </p:spTree>
    <p:extLst>
      <p:ext uri="{BB962C8B-B14F-4D97-AF65-F5344CB8AC3E}">
        <p14:creationId xmlns:p14="http://schemas.microsoft.com/office/powerpoint/2010/main" val="18049587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0576-0533-2F8F-10DA-D3B1BF7F47C4}"/>
              </a:ext>
            </a:extLst>
          </p:cNvPr>
          <p:cNvSpPr>
            <a:spLocks noGrp="1"/>
          </p:cNvSpPr>
          <p:nvPr>
            <p:ph type="title"/>
          </p:nvPr>
        </p:nvSpPr>
        <p:spPr/>
        <p:txBody>
          <a:bodyPr/>
          <a:lstStyle/>
          <a:p>
            <a:pPr algn="ctr"/>
            <a:r>
              <a:rPr lang="en-US"/>
              <a:t>Creation of the artificial languages</a:t>
            </a:r>
            <a:endParaRPr lang="en-GB"/>
          </a:p>
        </p:txBody>
      </p:sp>
      <p:sp>
        <p:nvSpPr>
          <p:cNvPr id="3" name="Content Placeholder 2">
            <a:extLst>
              <a:ext uri="{FF2B5EF4-FFF2-40B4-BE49-F238E27FC236}">
                <a16:creationId xmlns:a16="http://schemas.microsoft.com/office/drawing/2014/main" id="{4B59CCF3-62A2-8FA4-5B63-C82009E35ED8}"/>
              </a:ext>
            </a:extLst>
          </p:cNvPr>
          <p:cNvSpPr>
            <a:spLocks noGrp="1"/>
          </p:cNvSpPr>
          <p:nvPr>
            <p:ph idx="1"/>
          </p:nvPr>
        </p:nvSpPr>
        <p:spPr>
          <a:xfrm>
            <a:off x="838200" y="1837765"/>
            <a:ext cx="10515600" cy="3245223"/>
          </a:xfrm>
        </p:spPr>
        <p:txBody>
          <a:bodyPr>
            <a:normAutofit fontScale="70000" lnSpcReduction="20000"/>
          </a:bodyPr>
          <a:lstStyle/>
          <a:p>
            <a:pPr>
              <a:lnSpc>
                <a:spcPct val="120000"/>
              </a:lnSpc>
            </a:pPr>
            <a:r>
              <a:rPr lang="en-GB">
                <a:solidFill>
                  <a:schemeClr val="tx1">
                    <a:lumMod val="50000"/>
                    <a:lumOff val="50000"/>
                  </a:schemeClr>
                </a:solidFill>
              </a:rPr>
              <a:t>Modular framework formed of interoperable components</a:t>
            </a:r>
          </a:p>
          <a:p>
            <a:pPr>
              <a:lnSpc>
                <a:spcPct val="120000"/>
              </a:lnSpc>
            </a:pPr>
            <a:r>
              <a:rPr lang="en-GB">
                <a:solidFill>
                  <a:schemeClr val="tx1">
                    <a:lumMod val="50000"/>
                    <a:lumOff val="50000"/>
                  </a:schemeClr>
                </a:solidFill>
              </a:rPr>
              <a:t>Minimal components of each language contained in a base file</a:t>
            </a:r>
          </a:p>
          <a:p>
            <a:pPr>
              <a:lnSpc>
                <a:spcPct val="120000"/>
              </a:lnSpc>
            </a:pPr>
            <a:r>
              <a:rPr lang="en-GB">
                <a:solidFill>
                  <a:schemeClr val="tx1">
                    <a:lumMod val="50000"/>
                    <a:lumOff val="50000"/>
                  </a:schemeClr>
                </a:solidFill>
              </a:rPr>
              <a:t>Linguistic and visual stimuli finally presented are created by assembling minimal components. </a:t>
            </a:r>
          </a:p>
          <a:p>
            <a:pPr>
              <a:lnSpc>
                <a:spcPct val="120000"/>
              </a:lnSpc>
            </a:pPr>
            <a:r>
              <a:rPr lang="en-GB">
                <a:solidFill>
                  <a:schemeClr val="tx1">
                    <a:lumMod val="50000"/>
                    <a:lumOff val="50000"/>
                  </a:schemeClr>
                </a:solidFill>
              </a:rPr>
              <a:t>Several controls exerted on the stimuli to prevent spurious effects. For instance, gender and number are counterbalanced across experimental conditions. Similarly, words and experimental conditions within the same set appear equally often. </a:t>
            </a:r>
          </a:p>
          <a:p>
            <a:pPr>
              <a:lnSpc>
                <a:spcPct val="120000"/>
              </a:lnSpc>
            </a:pPr>
            <a:r>
              <a:rPr lang="en-GB"/>
              <a:t>All stimuli compiled through R scripts</a:t>
            </a:r>
          </a:p>
        </p:txBody>
      </p:sp>
      <p:sp>
        <p:nvSpPr>
          <p:cNvPr id="4" name="Slide Number Placeholder 3">
            <a:extLst>
              <a:ext uri="{FF2B5EF4-FFF2-40B4-BE49-F238E27FC236}">
                <a16:creationId xmlns:a16="http://schemas.microsoft.com/office/drawing/2014/main" id="{A18CB471-3D87-E742-FE1D-87F33B0FF898}"/>
              </a:ext>
            </a:extLst>
          </p:cNvPr>
          <p:cNvSpPr>
            <a:spLocks noGrp="1"/>
          </p:cNvSpPr>
          <p:nvPr>
            <p:ph type="sldNum" sz="quarter" idx="12"/>
          </p:nvPr>
        </p:nvSpPr>
        <p:spPr/>
        <p:txBody>
          <a:bodyPr/>
          <a:lstStyle/>
          <a:p>
            <a:fld id="{F120EC50-82ED-45BA-9B48-47FD87D12700}" type="slidenum">
              <a:rPr lang="en-GB" smtClean="0"/>
              <a:pPr/>
              <a:t>41</a:t>
            </a:fld>
            <a:endParaRPr lang="en-GB"/>
          </a:p>
        </p:txBody>
      </p:sp>
    </p:spTree>
    <p:extLst>
      <p:ext uri="{BB962C8B-B14F-4D97-AF65-F5344CB8AC3E}">
        <p14:creationId xmlns:p14="http://schemas.microsoft.com/office/powerpoint/2010/main" val="2486174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DE3E1D5-2A0C-704C-0567-CDB7FDAAC2BD}"/>
              </a:ext>
            </a:extLst>
          </p:cNvPr>
          <p:cNvPicPr>
            <a:picLocks noChangeAspect="1"/>
          </p:cNvPicPr>
          <p:nvPr/>
        </p:nvPicPr>
        <p:blipFill rotWithShape="1">
          <a:blip r:embed="rId2"/>
          <a:srcRect t="3243" r="-1" b="2685"/>
          <a:stretch/>
        </p:blipFill>
        <p:spPr>
          <a:xfrm>
            <a:off x="-12012" y="10"/>
            <a:ext cx="9669642" cy="6857990"/>
          </a:xfrm>
          <a:prstGeom prst="rect">
            <a:avLst/>
          </a:prstGeom>
        </p:spPr>
      </p:pic>
      <p:sp>
        <p:nvSpPr>
          <p:cNvPr id="30" name="Rectangle 2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ontent Placeholder 7">
            <a:extLst>
              <a:ext uri="{FF2B5EF4-FFF2-40B4-BE49-F238E27FC236}">
                <a16:creationId xmlns:a16="http://schemas.microsoft.com/office/drawing/2014/main" id="{88E9EB36-8923-F545-50B1-EFFC9BB460BB}"/>
              </a:ext>
            </a:extLst>
          </p:cNvPr>
          <p:cNvSpPr>
            <a:spLocks noGrp="1"/>
          </p:cNvSpPr>
          <p:nvPr>
            <p:ph idx="1"/>
          </p:nvPr>
        </p:nvSpPr>
        <p:spPr>
          <a:xfrm>
            <a:off x="8651051" y="2984707"/>
            <a:ext cx="3291900" cy="1242060"/>
          </a:xfrm>
        </p:spPr>
        <p:txBody>
          <a:bodyPr>
            <a:normAutofit/>
          </a:bodyPr>
          <a:lstStyle/>
          <a:p>
            <a:pPr marL="0" indent="0">
              <a:buNone/>
            </a:pPr>
            <a:r>
              <a:rPr lang="en-US"/>
              <a:t>All scripts are run from a core script.</a:t>
            </a:r>
            <a:endParaRPr lang="en-GB"/>
          </a:p>
        </p:txBody>
      </p:sp>
      <p:sp>
        <p:nvSpPr>
          <p:cNvPr id="4" name="Slide Number Placeholder 3">
            <a:extLst>
              <a:ext uri="{FF2B5EF4-FFF2-40B4-BE49-F238E27FC236}">
                <a16:creationId xmlns:a16="http://schemas.microsoft.com/office/drawing/2014/main" id="{F2ADAD05-20F9-D07C-9BDC-ADC25EB8DAE0}"/>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a:spcAft>
                <a:spcPts val="600"/>
              </a:spcAft>
            </a:pPr>
            <a:fld id="{F120EC50-82ED-45BA-9B48-47FD87D12700}" type="slidenum">
              <a:rPr lang="en-US" smtClean="0"/>
              <a:pPr>
                <a:spcAft>
                  <a:spcPts val="600"/>
                </a:spcAft>
              </a:pPr>
              <a:t>42</a:t>
            </a:fld>
            <a:endParaRPr lang="en-US"/>
          </a:p>
        </p:txBody>
      </p:sp>
    </p:spTree>
    <p:extLst>
      <p:ext uri="{BB962C8B-B14F-4D97-AF65-F5344CB8AC3E}">
        <p14:creationId xmlns:p14="http://schemas.microsoft.com/office/powerpoint/2010/main" val="4268096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0576-0533-2F8F-10DA-D3B1BF7F47C4}"/>
              </a:ext>
            </a:extLst>
          </p:cNvPr>
          <p:cNvSpPr>
            <a:spLocks noGrp="1"/>
          </p:cNvSpPr>
          <p:nvPr>
            <p:ph type="title"/>
          </p:nvPr>
        </p:nvSpPr>
        <p:spPr/>
        <p:txBody>
          <a:bodyPr/>
          <a:lstStyle/>
          <a:p>
            <a:pPr algn="ctr"/>
            <a:r>
              <a:rPr lang="en-US"/>
              <a:t>Creation of the artificial languages</a:t>
            </a:r>
            <a:endParaRPr lang="en-GB"/>
          </a:p>
        </p:txBody>
      </p:sp>
      <p:sp>
        <p:nvSpPr>
          <p:cNvPr id="3" name="Content Placeholder 2">
            <a:extLst>
              <a:ext uri="{FF2B5EF4-FFF2-40B4-BE49-F238E27FC236}">
                <a16:creationId xmlns:a16="http://schemas.microsoft.com/office/drawing/2014/main" id="{4B59CCF3-62A2-8FA4-5B63-C82009E35ED8}"/>
              </a:ext>
            </a:extLst>
          </p:cNvPr>
          <p:cNvSpPr>
            <a:spLocks noGrp="1"/>
          </p:cNvSpPr>
          <p:nvPr>
            <p:ph idx="1"/>
          </p:nvPr>
        </p:nvSpPr>
        <p:spPr>
          <a:xfrm>
            <a:off x="838200" y="1837765"/>
            <a:ext cx="10515600" cy="4589928"/>
          </a:xfrm>
        </p:spPr>
        <p:txBody>
          <a:bodyPr>
            <a:normAutofit fontScale="70000" lnSpcReduction="20000"/>
          </a:bodyPr>
          <a:lstStyle/>
          <a:p>
            <a:pPr>
              <a:lnSpc>
                <a:spcPct val="120000"/>
              </a:lnSpc>
            </a:pPr>
            <a:r>
              <a:rPr lang="en-GB">
                <a:solidFill>
                  <a:schemeClr val="bg2">
                    <a:lumMod val="75000"/>
                  </a:schemeClr>
                </a:solidFill>
              </a:rPr>
              <a:t>Modular framework formed of interoperable components</a:t>
            </a:r>
          </a:p>
          <a:p>
            <a:pPr>
              <a:lnSpc>
                <a:spcPct val="120000"/>
              </a:lnSpc>
            </a:pPr>
            <a:r>
              <a:rPr lang="en-GB">
                <a:solidFill>
                  <a:schemeClr val="bg2">
                    <a:lumMod val="75000"/>
                  </a:schemeClr>
                </a:solidFill>
              </a:rPr>
              <a:t>Minimal components of each language contained in a base file</a:t>
            </a:r>
          </a:p>
          <a:p>
            <a:pPr>
              <a:lnSpc>
                <a:spcPct val="120000"/>
              </a:lnSpc>
            </a:pPr>
            <a:r>
              <a:rPr lang="en-GB">
                <a:solidFill>
                  <a:schemeClr val="bg2">
                    <a:lumMod val="75000"/>
                  </a:schemeClr>
                </a:solidFill>
              </a:rPr>
              <a:t>Linguistic and visual stimuli finally presented are created by assembling minimal components. </a:t>
            </a:r>
          </a:p>
          <a:p>
            <a:pPr>
              <a:lnSpc>
                <a:spcPct val="120000"/>
              </a:lnSpc>
            </a:pPr>
            <a:r>
              <a:rPr lang="en-GB">
                <a:solidFill>
                  <a:schemeClr val="bg2">
                    <a:lumMod val="75000"/>
                  </a:schemeClr>
                </a:solidFill>
              </a:rPr>
              <a:t>Several controls exerted on the stimuli to prevent spurious effects. For instance, gender and number are counterbalanced across experimental conditions. Similarly, words and experimental conditions within the same set appear equally often. </a:t>
            </a:r>
          </a:p>
          <a:p>
            <a:pPr>
              <a:lnSpc>
                <a:spcPct val="120000"/>
              </a:lnSpc>
            </a:pPr>
            <a:r>
              <a:rPr lang="en-GB">
                <a:solidFill>
                  <a:schemeClr val="bg2">
                    <a:lumMod val="75000"/>
                  </a:schemeClr>
                </a:solidFill>
              </a:rPr>
              <a:t>All stimuli compiled through R scripts</a:t>
            </a:r>
          </a:p>
          <a:p>
            <a:pPr>
              <a:lnSpc>
                <a:spcPct val="120000"/>
              </a:lnSpc>
            </a:pPr>
            <a:r>
              <a:rPr lang="en-GB"/>
              <a:t>Present framework facilitates reproducibility and inspection of stimuli, and allows extensions</a:t>
            </a:r>
          </a:p>
          <a:p>
            <a:pPr>
              <a:lnSpc>
                <a:spcPct val="120000"/>
              </a:lnSpc>
            </a:pPr>
            <a:r>
              <a:rPr lang="en-GB"/>
              <a:t>Parallel lists of stimuli used to enable some of the controls</a:t>
            </a:r>
          </a:p>
          <a:p>
            <a:pPr>
              <a:lnSpc>
                <a:spcPct val="120000"/>
              </a:lnSpc>
            </a:pPr>
            <a:r>
              <a:rPr lang="en-GB"/>
              <a:t>Open-source software </a:t>
            </a:r>
            <a:r>
              <a:rPr lang="en-GB" err="1"/>
              <a:t>OpenSesame</a:t>
            </a:r>
            <a:r>
              <a:rPr lang="en-GB"/>
              <a:t> used to present the stimuli and collect responses</a:t>
            </a:r>
          </a:p>
        </p:txBody>
      </p:sp>
      <p:sp>
        <p:nvSpPr>
          <p:cNvPr id="4" name="Slide Number Placeholder 3">
            <a:extLst>
              <a:ext uri="{FF2B5EF4-FFF2-40B4-BE49-F238E27FC236}">
                <a16:creationId xmlns:a16="http://schemas.microsoft.com/office/drawing/2014/main" id="{A18CB471-3D87-E742-FE1D-87F33B0FF898}"/>
              </a:ext>
            </a:extLst>
          </p:cNvPr>
          <p:cNvSpPr>
            <a:spLocks noGrp="1"/>
          </p:cNvSpPr>
          <p:nvPr>
            <p:ph type="sldNum" sz="quarter" idx="12"/>
          </p:nvPr>
        </p:nvSpPr>
        <p:spPr/>
        <p:txBody>
          <a:bodyPr/>
          <a:lstStyle/>
          <a:p>
            <a:fld id="{F120EC50-82ED-45BA-9B48-47FD87D12700}" type="slidenum">
              <a:rPr lang="en-GB" smtClean="0"/>
              <a:pPr/>
              <a:t>43</a:t>
            </a:fld>
            <a:endParaRPr lang="en-GB"/>
          </a:p>
        </p:txBody>
      </p:sp>
    </p:spTree>
    <p:extLst>
      <p:ext uri="{BB962C8B-B14F-4D97-AF65-F5344CB8AC3E}">
        <p14:creationId xmlns:p14="http://schemas.microsoft.com/office/powerpoint/2010/main" val="32049472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0B3A0-AB6C-924B-DD79-E9941D670729}"/>
              </a:ext>
            </a:extLst>
          </p:cNvPr>
          <p:cNvSpPr>
            <a:spLocks noGrp="1"/>
          </p:cNvSpPr>
          <p:nvPr>
            <p:ph type="title"/>
          </p:nvPr>
        </p:nvSpPr>
        <p:spPr/>
        <p:txBody>
          <a:bodyPr/>
          <a:lstStyle/>
          <a:p>
            <a:pPr algn="ctr"/>
            <a:r>
              <a:rPr lang="en-US"/>
              <a:t>Training</a:t>
            </a:r>
            <a:endParaRPr lang="en-GB"/>
          </a:p>
        </p:txBody>
      </p:sp>
      <p:sp>
        <p:nvSpPr>
          <p:cNvPr id="3" name="Content Placeholder 2">
            <a:extLst>
              <a:ext uri="{FF2B5EF4-FFF2-40B4-BE49-F238E27FC236}">
                <a16:creationId xmlns:a16="http://schemas.microsoft.com/office/drawing/2014/main" id="{E100A141-4D06-1998-0D7D-86C7985083F1}"/>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159BD63E-CABC-5DB2-A321-9988CB3625A4}"/>
              </a:ext>
            </a:extLst>
          </p:cNvPr>
          <p:cNvSpPr>
            <a:spLocks noGrp="1"/>
          </p:cNvSpPr>
          <p:nvPr>
            <p:ph type="sldNum" sz="quarter" idx="12"/>
          </p:nvPr>
        </p:nvSpPr>
        <p:spPr/>
        <p:txBody>
          <a:bodyPr/>
          <a:lstStyle/>
          <a:p>
            <a:fld id="{F120EC50-82ED-45BA-9B48-47FD87D12700}" type="slidenum">
              <a:rPr lang="en-GB" smtClean="0"/>
              <a:pPr/>
              <a:t>44</a:t>
            </a:fld>
            <a:endParaRPr lang="en-GB"/>
          </a:p>
        </p:txBody>
      </p:sp>
      <p:pic>
        <p:nvPicPr>
          <p:cNvPr id="6" name="Picture 5">
            <a:extLst>
              <a:ext uri="{FF2B5EF4-FFF2-40B4-BE49-F238E27FC236}">
                <a16:creationId xmlns:a16="http://schemas.microsoft.com/office/drawing/2014/main" id="{773B615B-9FDD-F03E-E7FB-1949B5F34764}"/>
              </a:ext>
            </a:extLst>
          </p:cNvPr>
          <p:cNvPicPr>
            <a:picLocks noChangeAspect="1"/>
          </p:cNvPicPr>
          <p:nvPr/>
        </p:nvPicPr>
        <p:blipFill>
          <a:blip r:embed="rId2"/>
          <a:stretch>
            <a:fillRect/>
          </a:stretch>
        </p:blipFill>
        <p:spPr>
          <a:xfrm>
            <a:off x="3277037" y="1825625"/>
            <a:ext cx="5637925" cy="4488256"/>
          </a:xfrm>
          <a:prstGeom prst="rect">
            <a:avLst/>
          </a:prstGeom>
        </p:spPr>
      </p:pic>
    </p:spTree>
    <p:extLst>
      <p:ext uri="{BB962C8B-B14F-4D97-AF65-F5344CB8AC3E}">
        <p14:creationId xmlns:p14="http://schemas.microsoft.com/office/powerpoint/2010/main" val="38368578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0B3A0-AB6C-924B-DD79-E9941D670729}"/>
              </a:ext>
            </a:extLst>
          </p:cNvPr>
          <p:cNvSpPr>
            <a:spLocks noGrp="1"/>
          </p:cNvSpPr>
          <p:nvPr>
            <p:ph type="title"/>
          </p:nvPr>
        </p:nvSpPr>
        <p:spPr/>
        <p:txBody>
          <a:bodyPr/>
          <a:lstStyle/>
          <a:p>
            <a:pPr algn="ctr"/>
            <a:r>
              <a:rPr lang="en-US"/>
              <a:t>Training</a:t>
            </a:r>
            <a:endParaRPr lang="en-GB"/>
          </a:p>
        </p:txBody>
      </p:sp>
      <p:sp>
        <p:nvSpPr>
          <p:cNvPr id="3" name="Content Placeholder 2">
            <a:extLst>
              <a:ext uri="{FF2B5EF4-FFF2-40B4-BE49-F238E27FC236}">
                <a16:creationId xmlns:a16="http://schemas.microsoft.com/office/drawing/2014/main" id="{E100A141-4D06-1998-0D7D-86C7985083F1}"/>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159BD63E-CABC-5DB2-A321-9988CB3625A4}"/>
              </a:ext>
            </a:extLst>
          </p:cNvPr>
          <p:cNvSpPr>
            <a:spLocks noGrp="1"/>
          </p:cNvSpPr>
          <p:nvPr>
            <p:ph type="sldNum" sz="quarter" idx="12"/>
          </p:nvPr>
        </p:nvSpPr>
        <p:spPr/>
        <p:txBody>
          <a:bodyPr/>
          <a:lstStyle/>
          <a:p>
            <a:fld id="{F120EC50-82ED-45BA-9B48-47FD87D12700}" type="slidenum">
              <a:rPr lang="en-GB" smtClean="0"/>
              <a:pPr/>
              <a:t>45</a:t>
            </a:fld>
            <a:endParaRPr lang="en-GB"/>
          </a:p>
        </p:txBody>
      </p:sp>
      <p:pic>
        <p:nvPicPr>
          <p:cNvPr id="8" name="Picture 7">
            <a:extLst>
              <a:ext uri="{FF2B5EF4-FFF2-40B4-BE49-F238E27FC236}">
                <a16:creationId xmlns:a16="http://schemas.microsoft.com/office/drawing/2014/main" id="{F8322633-5E32-9943-911D-F5BAD05B3EAF}"/>
              </a:ext>
            </a:extLst>
          </p:cNvPr>
          <p:cNvPicPr>
            <a:picLocks noChangeAspect="1"/>
          </p:cNvPicPr>
          <p:nvPr/>
        </p:nvPicPr>
        <p:blipFill>
          <a:blip r:embed="rId2"/>
          <a:stretch>
            <a:fillRect/>
          </a:stretch>
        </p:blipFill>
        <p:spPr>
          <a:xfrm>
            <a:off x="2723831" y="1870075"/>
            <a:ext cx="6744337" cy="4491531"/>
          </a:xfrm>
          <a:prstGeom prst="rect">
            <a:avLst/>
          </a:prstGeom>
        </p:spPr>
      </p:pic>
    </p:spTree>
    <p:extLst>
      <p:ext uri="{BB962C8B-B14F-4D97-AF65-F5344CB8AC3E}">
        <p14:creationId xmlns:p14="http://schemas.microsoft.com/office/powerpoint/2010/main" val="19608993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B183AC-B192-2723-6E31-DF75E6ED0FFC}"/>
              </a:ext>
            </a:extLst>
          </p:cNvPr>
          <p:cNvSpPr>
            <a:spLocks noGrp="1"/>
          </p:cNvSpPr>
          <p:nvPr>
            <p:ph idx="1"/>
          </p:nvPr>
        </p:nvSpPr>
        <p:spPr>
          <a:xfrm>
            <a:off x="1169894" y="2770093"/>
            <a:ext cx="10515600" cy="3693741"/>
          </a:xfrm>
        </p:spPr>
        <p:txBody>
          <a:bodyPr/>
          <a:lstStyle/>
          <a:p>
            <a:pPr marL="0" indent="0">
              <a:buNone/>
            </a:pPr>
            <a:r>
              <a:rPr lang="en-GB"/>
              <a:t>1. Correct </a:t>
            </a:r>
          </a:p>
          <a:p>
            <a:pPr marL="0" indent="0">
              <a:buNone/>
            </a:pPr>
            <a:r>
              <a:rPr lang="en-GB"/>
              <a:t>2. Gender agreement violation</a:t>
            </a:r>
          </a:p>
          <a:p>
            <a:pPr marL="0" indent="0">
              <a:buNone/>
            </a:pPr>
            <a:r>
              <a:rPr lang="en-GB"/>
              <a:t>3. Number agreement violation</a:t>
            </a:r>
          </a:p>
          <a:p>
            <a:pPr marL="0" indent="0">
              <a:buNone/>
            </a:pPr>
            <a:r>
              <a:rPr lang="en-GB"/>
              <a:t>4. Gender and number agreement violation</a:t>
            </a:r>
          </a:p>
          <a:p>
            <a:pPr marL="0" indent="0">
              <a:buNone/>
            </a:pPr>
            <a:r>
              <a:rPr lang="en-GB"/>
              <a:t>5. semantic violation (i.e., opposite adjective)</a:t>
            </a:r>
          </a:p>
        </p:txBody>
      </p:sp>
      <p:sp>
        <p:nvSpPr>
          <p:cNvPr id="4" name="Slide Number Placeholder 3">
            <a:extLst>
              <a:ext uri="{FF2B5EF4-FFF2-40B4-BE49-F238E27FC236}">
                <a16:creationId xmlns:a16="http://schemas.microsoft.com/office/drawing/2014/main" id="{E1ECAB18-4F7E-DB61-7DA5-BE80FA2F0AEF}"/>
              </a:ext>
            </a:extLst>
          </p:cNvPr>
          <p:cNvSpPr>
            <a:spLocks noGrp="1"/>
          </p:cNvSpPr>
          <p:nvPr>
            <p:ph type="sldNum" sz="quarter" idx="12"/>
          </p:nvPr>
        </p:nvSpPr>
        <p:spPr/>
        <p:txBody>
          <a:bodyPr/>
          <a:lstStyle/>
          <a:p>
            <a:fld id="{F120EC50-82ED-45BA-9B48-47FD87D12700}" type="slidenum">
              <a:rPr lang="en-GB" smtClean="0"/>
              <a:pPr/>
              <a:t>46</a:t>
            </a:fld>
            <a:endParaRPr lang="en-GB"/>
          </a:p>
        </p:txBody>
      </p:sp>
      <p:sp>
        <p:nvSpPr>
          <p:cNvPr id="7" name="Title 1">
            <a:extLst>
              <a:ext uri="{FF2B5EF4-FFF2-40B4-BE49-F238E27FC236}">
                <a16:creationId xmlns:a16="http://schemas.microsoft.com/office/drawing/2014/main" id="{83C96481-0017-ED1A-686B-B9E5BA981A21}"/>
              </a:ext>
            </a:extLst>
          </p:cNvPr>
          <p:cNvSpPr txBox="1">
            <a:spLocks/>
          </p:cNvSpPr>
          <p:nvPr/>
        </p:nvSpPr>
        <p:spPr>
          <a:xfrm>
            <a:off x="838200" y="553384"/>
            <a:ext cx="10515600" cy="1947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Test in Session </a:t>
            </a:r>
            <a:r>
              <a:rPr lang="en-US" b="1">
                <a:highlight>
                  <a:srgbClr val="00FF00"/>
                </a:highlight>
              </a:rPr>
              <a:t>2</a:t>
            </a:r>
            <a:br>
              <a:rPr lang="en-US"/>
            </a:br>
            <a:br>
              <a:rPr lang="en-US" sz="1600"/>
            </a:br>
            <a:r>
              <a:rPr lang="en-US" sz="2800"/>
              <a:t>Match image to one of five sentences</a:t>
            </a:r>
            <a:endParaRPr lang="en-GB"/>
          </a:p>
        </p:txBody>
      </p:sp>
    </p:spTree>
    <p:extLst>
      <p:ext uri="{BB962C8B-B14F-4D97-AF65-F5344CB8AC3E}">
        <p14:creationId xmlns:p14="http://schemas.microsoft.com/office/powerpoint/2010/main" val="14342417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6BD09-7F84-A5A0-7B89-CE03E5180EED}"/>
              </a:ext>
            </a:extLst>
          </p:cNvPr>
          <p:cNvSpPr>
            <a:spLocks noGrp="1"/>
          </p:cNvSpPr>
          <p:nvPr>
            <p:ph type="title"/>
          </p:nvPr>
        </p:nvSpPr>
        <p:spPr>
          <a:xfrm>
            <a:off x="838200" y="553384"/>
            <a:ext cx="10515600" cy="1947769"/>
          </a:xfrm>
        </p:spPr>
        <p:txBody>
          <a:bodyPr>
            <a:normAutofit/>
          </a:bodyPr>
          <a:lstStyle/>
          <a:p>
            <a:pPr algn="ctr"/>
            <a:r>
              <a:rPr lang="en-US"/>
              <a:t>Test in Session </a:t>
            </a:r>
            <a:r>
              <a:rPr lang="en-US" b="1">
                <a:highlight>
                  <a:srgbClr val="FFFF00"/>
                </a:highlight>
              </a:rPr>
              <a:t>3</a:t>
            </a:r>
            <a:br>
              <a:rPr lang="en-US"/>
            </a:br>
            <a:br>
              <a:rPr lang="en-US" sz="1600"/>
            </a:br>
            <a:r>
              <a:rPr lang="en-US" sz="2800"/>
              <a:t>Match image to one of five sentences</a:t>
            </a:r>
            <a:endParaRPr lang="en-GB"/>
          </a:p>
        </p:txBody>
      </p:sp>
      <p:sp>
        <p:nvSpPr>
          <p:cNvPr id="3" name="Content Placeholder 2">
            <a:extLst>
              <a:ext uri="{FF2B5EF4-FFF2-40B4-BE49-F238E27FC236}">
                <a16:creationId xmlns:a16="http://schemas.microsoft.com/office/drawing/2014/main" id="{C8B183AC-B192-2723-6E31-DF75E6ED0FFC}"/>
              </a:ext>
            </a:extLst>
          </p:cNvPr>
          <p:cNvSpPr>
            <a:spLocks noGrp="1"/>
          </p:cNvSpPr>
          <p:nvPr>
            <p:ph idx="1"/>
          </p:nvPr>
        </p:nvSpPr>
        <p:spPr>
          <a:xfrm>
            <a:off x="1089212" y="2910360"/>
            <a:ext cx="10515600" cy="4351338"/>
          </a:xfrm>
        </p:spPr>
        <p:txBody>
          <a:bodyPr/>
          <a:lstStyle/>
          <a:p>
            <a:pPr marL="0" indent="0">
              <a:buNone/>
            </a:pPr>
            <a:r>
              <a:rPr lang="en-GB"/>
              <a:t>1. Correct </a:t>
            </a:r>
          </a:p>
          <a:p>
            <a:pPr marL="0" indent="0">
              <a:buNone/>
            </a:pPr>
            <a:r>
              <a:rPr lang="en-GB"/>
              <a:t>2. DOM violation (i.e., object noun without DOM)</a:t>
            </a:r>
          </a:p>
          <a:p>
            <a:pPr marL="0" indent="0">
              <a:buNone/>
            </a:pPr>
            <a:r>
              <a:rPr lang="en-GB"/>
              <a:t>3. Article with number violation</a:t>
            </a:r>
          </a:p>
          <a:p>
            <a:pPr marL="0" indent="0">
              <a:buNone/>
            </a:pPr>
            <a:r>
              <a:rPr lang="en-GB"/>
              <a:t>4. Article with gender and number violation</a:t>
            </a:r>
          </a:p>
          <a:p>
            <a:pPr marL="0" indent="0">
              <a:buNone/>
            </a:pPr>
            <a:r>
              <a:rPr lang="en-GB"/>
              <a:t>5. Noun with semantic violation (i.e., noun different from image)</a:t>
            </a:r>
          </a:p>
        </p:txBody>
      </p:sp>
      <p:sp>
        <p:nvSpPr>
          <p:cNvPr id="4" name="Slide Number Placeholder 3">
            <a:extLst>
              <a:ext uri="{FF2B5EF4-FFF2-40B4-BE49-F238E27FC236}">
                <a16:creationId xmlns:a16="http://schemas.microsoft.com/office/drawing/2014/main" id="{E1ECAB18-4F7E-DB61-7DA5-BE80FA2F0AEF}"/>
              </a:ext>
            </a:extLst>
          </p:cNvPr>
          <p:cNvSpPr>
            <a:spLocks noGrp="1"/>
          </p:cNvSpPr>
          <p:nvPr>
            <p:ph type="sldNum" sz="quarter" idx="12"/>
          </p:nvPr>
        </p:nvSpPr>
        <p:spPr/>
        <p:txBody>
          <a:bodyPr/>
          <a:lstStyle/>
          <a:p>
            <a:fld id="{F120EC50-82ED-45BA-9B48-47FD87D12700}" type="slidenum">
              <a:rPr lang="en-GB" smtClean="0"/>
              <a:pPr/>
              <a:t>47</a:t>
            </a:fld>
            <a:endParaRPr lang="en-GB"/>
          </a:p>
        </p:txBody>
      </p:sp>
    </p:spTree>
    <p:extLst>
      <p:ext uri="{BB962C8B-B14F-4D97-AF65-F5344CB8AC3E}">
        <p14:creationId xmlns:p14="http://schemas.microsoft.com/office/powerpoint/2010/main" val="4729876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6FF8D-1E04-1CD3-8A6C-C8B940D3B0E6}"/>
              </a:ext>
            </a:extLst>
          </p:cNvPr>
          <p:cNvSpPr>
            <a:spLocks noGrp="1"/>
          </p:cNvSpPr>
          <p:nvPr>
            <p:ph type="title"/>
          </p:nvPr>
        </p:nvSpPr>
        <p:spPr/>
        <p:txBody>
          <a:bodyPr/>
          <a:lstStyle/>
          <a:p>
            <a:pPr algn="ctr"/>
            <a:r>
              <a:rPr lang="en-US"/>
              <a:t>Experiment: example stimuli</a:t>
            </a:r>
            <a:endParaRPr lang="en-GB"/>
          </a:p>
        </p:txBody>
      </p:sp>
      <p:sp>
        <p:nvSpPr>
          <p:cNvPr id="3" name="Content Placeholder 2">
            <a:extLst>
              <a:ext uri="{FF2B5EF4-FFF2-40B4-BE49-F238E27FC236}">
                <a16:creationId xmlns:a16="http://schemas.microsoft.com/office/drawing/2014/main" id="{64420B44-67DA-3609-74D4-2FC84F496984}"/>
              </a:ext>
            </a:extLst>
          </p:cNvPr>
          <p:cNvSpPr>
            <a:spLocks noGrp="1"/>
          </p:cNvSpPr>
          <p:nvPr>
            <p:ph idx="1"/>
          </p:nvPr>
        </p:nvSpPr>
        <p:spPr>
          <a:xfrm>
            <a:off x="1703294" y="1825625"/>
            <a:ext cx="9650506" cy="4351338"/>
          </a:xfrm>
        </p:spPr>
        <p:txBody>
          <a:bodyPr/>
          <a:lstStyle/>
          <a:p>
            <a:r>
              <a:rPr lang="en-GB" sz="2000" b="0" i="1" u="none" strike="noStrike" err="1">
                <a:solidFill>
                  <a:srgbClr val="000000"/>
                </a:solidFill>
                <a:effectLst/>
                <a:latin typeface="Calibri" panose="020F0502020204030204" pitchFamily="34" charset="0"/>
              </a:rPr>
              <a:t>zer</a:t>
            </a:r>
            <a:r>
              <a:rPr lang="en-GB" sz="2000" b="0" i="1" u="none" strike="noStrike">
                <a:solidFill>
                  <a:srgbClr val="000000"/>
                </a:solidFill>
                <a:effectLst/>
                <a:latin typeface="Calibri" panose="020F0502020204030204" pitchFamily="34" charset="0"/>
              </a:rPr>
              <a:t> watch are </a:t>
            </a:r>
            <a:r>
              <a:rPr lang="en-GB" sz="2000" b="0" i="1" u="none" strike="noStrike" err="1">
                <a:solidFill>
                  <a:srgbClr val="000000"/>
                </a:solidFill>
                <a:effectLst/>
                <a:latin typeface="Calibri" panose="020F0502020204030204" pitchFamily="34" charset="0"/>
              </a:rPr>
              <a:t>yellowe</a:t>
            </a:r>
            <a:r>
              <a:rPr lang="en-GB" sz="2000" b="1" i="1" u="none" strike="noStrike" err="1">
                <a:solidFill>
                  <a:srgbClr val="000000"/>
                </a:solidFill>
                <a:effectLst/>
                <a:latin typeface="Calibri" panose="020F0502020204030204" pitchFamily="34" charset="0"/>
              </a:rPr>
              <a:t>j</a:t>
            </a:r>
            <a:r>
              <a:rPr lang="en-GB" sz="2000" b="0" i="1" u="none" strike="noStrike" err="1">
                <a:solidFill>
                  <a:srgbClr val="000000"/>
                </a:solidFill>
                <a:effectLst/>
                <a:latin typeface="Calibri" panose="020F0502020204030204" pitchFamily="34" charset="0"/>
              </a:rPr>
              <a:t>ur</a:t>
            </a:r>
            <a:r>
              <a:rPr lang="en-GB" sz="2000" b="0" i="1" u="none" strike="noStrike">
                <a:solidFill>
                  <a:srgbClr val="000000"/>
                </a:solidFill>
                <a:effectLst/>
                <a:latin typeface="Calibri" panose="020F0502020204030204" pitchFamily="34" charset="0"/>
              </a:rPr>
              <a:t> and </a:t>
            </a:r>
            <a:r>
              <a:rPr lang="en-GB" sz="2000" b="0" i="1" u="none" strike="noStrike" err="1">
                <a:solidFill>
                  <a:srgbClr val="000000"/>
                </a:solidFill>
                <a:effectLst/>
                <a:latin typeface="Calibri" panose="020F0502020204030204" pitchFamily="34" charset="0"/>
              </a:rPr>
              <a:t>zer</a:t>
            </a:r>
            <a:r>
              <a:rPr lang="en-GB" sz="2000" b="0" i="1" u="none" strike="noStrike">
                <a:solidFill>
                  <a:srgbClr val="000000"/>
                </a:solidFill>
                <a:effectLst/>
                <a:latin typeface="Calibri" panose="020F0502020204030204" pitchFamily="34" charset="0"/>
              </a:rPr>
              <a:t> pencil too </a:t>
            </a:r>
            <a:r>
              <a:rPr lang="en-GB" sz="2000" b="0" i="0" u="none" strike="noStrike">
                <a:solidFill>
                  <a:srgbClr val="000000"/>
                </a:solidFill>
                <a:effectLst/>
                <a:latin typeface="Calibri" panose="020F0502020204030204" pitchFamily="34" charset="0"/>
              </a:rPr>
              <a:t>[gender violation]</a:t>
            </a:r>
            <a:r>
              <a:rPr lang="en-GB" sz="3200"/>
              <a:t> </a:t>
            </a:r>
          </a:p>
          <a:p>
            <a:endParaRPr lang="en-GB" sz="3200"/>
          </a:p>
          <a:p>
            <a:r>
              <a:rPr lang="en-GB" sz="2000" b="0" i="1" u="none" strike="noStrike">
                <a:solidFill>
                  <a:srgbClr val="000000"/>
                </a:solidFill>
                <a:effectLst/>
                <a:latin typeface="Calibri" panose="020F0502020204030204" pitchFamily="34" charset="0"/>
              </a:rPr>
              <a:t>John cleaned ze </a:t>
            </a:r>
            <a:r>
              <a:rPr lang="en-GB" sz="2000" b="1" i="1" u="none" strike="noStrike" err="1">
                <a:solidFill>
                  <a:srgbClr val="000000"/>
                </a:solidFill>
                <a:effectLst/>
                <a:latin typeface="Calibri" panose="020F0502020204030204" pitchFamily="34" charset="0"/>
              </a:rPr>
              <a:t>fi</a:t>
            </a:r>
            <a:r>
              <a:rPr lang="en-GB" sz="2000" b="0" i="1" u="none" strike="noStrike" err="1">
                <a:solidFill>
                  <a:srgbClr val="000000"/>
                </a:solidFill>
                <a:effectLst/>
                <a:latin typeface="Calibri" panose="020F0502020204030204" pitchFamily="34" charset="0"/>
              </a:rPr>
              <a:t>hat</a:t>
            </a:r>
            <a:r>
              <a:rPr lang="en-GB" sz="2000" b="0" i="1" u="none" strike="noStrike">
                <a:solidFill>
                  <a:srgbClr val="000000"/>
                </a:solidFill>
                <a:effectLst/>
                <a:latin typeface="Calibri" panose="020F0502020204030204" pitchFamily="34" charset="0"/>
              </a:rPr>
              <a:t> and ze </a:t>
            </a:r>
            <a:r>
              <a:rPr lang="en-GB" sz="2000" b="1" i="1" err="1">
                <a:solidFill>
                  <a:srgbClr val="000000"/>
                </a:solidFill>
                <a:latin typeface="Calibri" panose="020F0502020204030204" pitchFamily="34" charset="0"/>
              </a:rPr>
              <a:t>fi</a:t>
            </a:r>
            <a:r>
              <a:rPr lang="en-GB" sz="2000" i="1" err="1">
                <a:solidFill>
                  <a:srgbClr val="000000"/>
                </a:solidFill>
                <a:latin typeface="Calibri" panose="020F0502020204030204" pitchFamily="34" charset="0"/>
              </a:rPr>
              <a:t>watch</a:t>
            </a:r>
            <a:r>
              <a:rPr lang="en-GB" sz="2000" i="1">
                <a:solidFill>
                  <a:srgbClr val="000000"/>
                </a:solidFill>
                <a:latin typeface="Calibri" panose="020F0502020204030204" pitchFamily="34" charset="0"/>
              </a:rPr>
              <a:t> too </a:t>
            </a:r>
            <a:r>
              <a:rPr lang="en-GB" sz="2000">
                <a:solidFill>
                  <a:srgbClr val="000000"/>
                </a:solidFill>
                <a:latin typeface="Calibri" panose="020F0502020204030204" pitchFamily="34" charset="0"/>
              </a:rPr>
              <a:t>[differential object marking]</a:t>
            </a:r>
          </a:p>
          <a:p>
            <a:endParaRPr lang="en-GB" sz="2000">
              <a:solidFill>
                <a:srgbClr val="000000"/>
              </a:solidFill>
              <a:latin typeface="Calibri" panose="020F050202020403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sz="2000" b="0" i="1" u="none" strike="noStrike">
                <a:solidFill>
                  <a:srgbClr val="000000"/>
                </a:solidFill>
                <a:effectLst/>
                <a:latin typeface="Calibri" panose="020F0502020204030204" pitchFamily="34" charset="0"/>
              </a:rPr>
              <a:t>Jessica provided ze hat and ze wall too </a:t>
            </a:r>
            <a:r>
              <a:rPr kumimoji="0" lang="en-GB" sz="2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[violation of differential object marking]</a:t>
            </a:r>
          </a:p>
          <a:p>
            <a:endParaRPr lang="en-GB"/>
          </a:p>
        </p:txBody>
      </p:sp>
      <p:sp>
        <p:nvSpPr>
          <p:cNvPr id="4" name="Slide Number Placeholder 3">
            <a:extLst>
              <a:ext uri="{FF2B5EF4-FFF2-40B4-BE49-F238E27FC236}">
                <a16:creationId xmlns:a16="http://schemas.microsoft.com/office/drawing/2014/main" id="{5AC6EA2F-7576-A6E4-F07A-F45EC1A7370A}"/>
              </a:ext>
            </a:extLst>
          </p:cNvPr>
          <p:cNvSpPr>
            <a:spLocks noGrp="1"/>
          </p:cNvSpPr>
          <p:nvPr>
            <p:ph type="sldNum" sz="quarter" idx="12"/>
          </p:nvPr>
        </p:nvSpPr>
        <p:spPr/>
        <p:txBody>
          <a:bodyPr/>
          <a:lstStyle/>
          <a:p>
            <a:fld id="{F120EC50-82ED-45BA-9B48-47FD87D12700}" type="slidenum">
              <a:rPr lang="en-GB" smtClean="0"/>
              <a:pPr/>
              <a:t>48</a:t>
            </a:fld>
            <a:endParaRPr lang="en-GB"/>
          </a:p>
        </p:txBody>
      </p:sp>
    </p:spTree>
    <p:extLst>
      <p:ext uri="{BB962C8B-B14F-4D97-AF65-F5344CB8AC3E}">
        <p14:creationId xmlns:p14="http://schemas.microsoft.com/office/powerpoint/2010/main" val="31189066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2947-1E49-FD88-15A9-28574BA0DBF4}"/>
              </a:ext>
            </a:extLst>
          </p:cNvPr>
          <p:cNvSpPr>
            <a:spLocks noGrp="1"/>
          </p:cNvSpPr>
          <p:nvPr>
            <p:ph type="title"/>
          </p:nvPr>
        </p:nvSpPr>
        <p:spPr/>
        <p:txBody>
          <a:bodyPr/>
          <a:lstStyle/>
          <a:p>
            <a:pPr algn="ctr"/>
            <a:r>
              <a:rPr lang="en-US"/>
              <a:t>Lab sessions</a:t>
            </a:r>
            <a:endParaRPr lang="en-GB"/>
          </a:p>
        </p:txBody>
      </p:sp>
      <p:sp>
        <p:nvSpPr>
          <p:cNvPr id="3" name="Content Placeholder 2">
            <a:extLst>
              <a:ext uri="{FF2B5EF4-FFF2-40B4-BE49-F238E27FC236}">
                <a16:creationId xmlns:a16="http://schemas.microsoft.com/office/drawing/2014/main" id="{96F7CEE8-213B-FDFF-8F20-C93DB92D00FD}"/>
              </a:ext>
            </a:extLst>
          </p:cNvPr>
          <p:cNvSpPr>
            <a:spLocks noGrp="1"/>
          </p:cNvSpPr>
          <p:nvPr>
            <p:ph idx="1"/>
          </p:nvPr>
        </p:nvSpPr>
        <p:spPr/>
        <p:txBody>
          <a:bodyPr/>
          <a:lstStyle/>
          <a:p>
            <a:pPr>
              <a:lnSpc>
                <a:spcPct val="100000"/>
              </a:lnSpc>
            </a:pPr>
            <a:r>
              <a:rPr lang="en-GB"/>
              <a:t>Detailed information for session conductors</a:t>
            </a:r>
          </a:p>
          <a:p>
            <a:pPr>
              <a:lnSpc>
                <a:spcPct val="100000"/>
              </a:lnSpc>
            </a:pPr>
            <a:endParaRPr lang="en-GB"/>
          </a:p>
        </p:txBody>
      </p:sp>
      <p:sp>
        <p:nvSpPr>
          <p:cNvPr id="4" name="Slide Number Placeholder 3">
            <a:extLst>
              <a:ext uri="{FF2B5EF4-FFF2-40B4-BE49-F238E27FC236}">
                <a16:creationId xmlns:a16="http://schemas.microsoft.com/office/drawing/2014/main" id="{5B291EE4-52A9-CBF7-ABBA-A65BC5CCCC72}"/>
              </a:ext>
            </a:extLst>
          </p:cNvPr>
          <p:cNvSpPr>
            <a:spLocks noGrp="1"/>
          </p:cNvSpPr>
          <p:nvPr>
            <p:ph type="sldNum" sz="quarter" idx="12"/>
          </p:nvPr>
        </p:nvSpPr>
        <p:spPr/>
        <p:txBody>
          <a:bodyPr/>
          <a:lstStyle/>
          <a:p>
            <a:fld id="{F120EC50-82ED-45BA-9B48-47FD87D12700}" type="slidenum">
              <a:rPr lang="en-GB" smtClean="0"/>
              <a:pPr/>
              <a:t>49</a:t>
            </a:fld>
            <a:endParaRPr lang="en-GB"/>
          </a:p>
        </p:txBody>
      </p:sp>
      <p:pic>
        <p:nvPicPr>
          <p:cNvPr id="6" name="Picture 5">
            <a:extLst>
              <a:ext uri="{FF2B5EF4-FFF2-40B4-BE49-F238E27FC236}">
                <a16:creationId xmlns:a16="http://schemas.microsoft.com/office/drawing/2014/main" id="{3381E127-82A3-0B69-C499-8A1172B18A24}"/>
              </a:ext>
            </a:extLst>
          </p:cNvPr>
          <p:cNvPicPr>
            <a:picLocks noChangeAspect="1"/>
          </p:cNvPicPr>
          <p:nvPr/>
        </p:nvPicPr>
        <p:blipFill>
          <a:blip r:embed="rId2"/>
          <a:stretch>
            <a:fillRect/>
          </a:stretch>
        </p:blipFill>
        <p:spPr>
          <a:xfrm>
            <a:off x="9053319" y="146703"/>
            <a:ext cx="2359729" cy="6492875"/>
          </a:xfrm>
          <a:prstGeom prst="rect">
            <a:avLst/>
          </a:prstGeom>
        </p:spPr>
      </p:pic>
    </p:spTree>
    <p:extLst>
      <p:ext uri="{BB962C8B-B14F-4D97-AF65-F5344CB8AC3E}">
        <p14:creationId xmlns:p14="http://schemas.microsoft.com/office/powerpoint/2010/main" val="37193411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99B4-60D5-3E2E-E409-58C3567D769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BE76AC5-4F87-3ED3-7575-AAD8865AB0C1}"/>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A316A9D2-AE08-14E5-F764-7BDEA0F007CF}"/>
              </a:ext>
            </a:extLst>
          </p:cNvPr>
          <p:cNvSpPr>
            <a:spLocks noGrp="1"/>
          </p:cNvSpPr>
          <p:nvPr>
            <p:ph type="sldNum" sz="quarter" idx="12"/>
          </p:nvPr>
        </p:nvSpPr>
        <p:spPr/>
        <p:txBody>
          <a:bodyPr/>
          <a:lstStyle/>
          <a:p>
            <a:fld id="{F120EC50-82ED-45BA-9B48-47FD87D12700}" type="slidenum">
              <a:rPr lang="en-GB" smtClean="0"/>
              <a:pPr/>
              <a:t>50</a:t>
            </a:fld>
            <a:endParaRPr lang="en-GB"/>
          </a:p>
        </p:txBody>
      </p:sp>
      <p:pic>
        <p:nvPicPr>
          <p:cNvPr id="6" name="Picture 5">
            <a:extLst>
              <a:ext uri="{FF2B5EF4-FFF2-40B4-BE49-F238E27FC236}">
                <a16:creationId xmlns:a16="http://schemas.microsoft.com/office/drawing/2014/main" id="{9A872291-5EAC-63CF-6F23-84B6F05A09C5}"/>
              </a:ext>
            </a:extLst>
          </p:cNvPr>
          <p:cNvPicPr>
            <a:picLocks noChangeAspect="1"/>
          </p:cNvPicPr>
          <p:nvPr/>
        </p:nvPicPr>
        <p:blipFill>
          <a:blip r:embed="rId2"/>
          <a:stretch>
            <a:fillRect/>
          </a:stretch>
        </p:blipFill>
        <p:spPr>
          <a:xfrm>
            <a:off x="3309508" y="0"/>
            <a:ext cx="5572984" cy="6858000"/>
          </a:xfrm>
          <a:prstGeom prst="rect">
            <a:avLst/>
          </a:prstGeom>
        </p:spPr>
      </p:pic>
    </p:spTree>
    <p:extLst>
      <p:ext uri="{BB962C8B-B14F-4D97-AF65-F5344CB8AC3E}">
        <p14:creationId xmlns:p14="http://schemas.microsoft.com/office/powerpoint/2010/main" val="29709051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2947-1E49-FD88-15A9-28574BA0DBF4}"/>
              </a:ext>
            </a:extLst>
          </p:cNvPr>
          <p:cNvSpPr>
            <a:spLocks noGrp="1"/>
          </p:cNvSpPr>
          <p:nvPr>
            <p:ph type="title"/>
          </p:nvPr>
        </p:nvSpPr>
        <p:spPr/>
        <p:txBody>
          <a:bodyPr/>
          <a:lstStyle/>
          <a:p>
            <a:pPr algn="ctr"/>
            <a:r>
              <a:rPr lang="en-US"/>
              <a:t>Lab sessions</a:t>
            </a:r>
            <a:endParaRPr lang="en-GB"/>
          </a:p>
        </p:txBody>
      </p:sp>
      <p:sp>
        <p:nvSpPr>
          <p:cNvPr id="3" name="Content Placeholder 2">
            <a:extLst>
              <a:ext uri="{FF2B5EF4-FFF2-40B4-BE49-F238E27FC236}">
                <a16:creationId xmlns:a16="http://schemas.microsoft.com/office/drawing/2014/main" id="{96F7CEE8-213B-FDFF-8F20-C93DB92D00FD}"/>
              </a:ext>
            </a:extLst>
          </p:cNvPr>
          <p:cNvSpPr>
            <a:spLocks noGrp="1"/>
          </p:cNvSpPr>
          <p:nvPr>
            <p:ph idx="1"/>
          </p:nvPr>
        </p:nvSpPr>
        <p:spPr/>
        <p:txBody>
          <a:bodyPr/>
          <a:lstStyle/>
          <a:p>
            <a:pPr>
              <a:lnSpc>
                <a:spcPct val="100000"/>
              </a:lnSpc>
            </a:pPr>
            <a:r>
              <a:rPr lang="en-GB">
                <a:solidFill>
                  <a:schemeClr val="bg2">
                    <a:lumMod val="75000"/>
                  </a:schemeClr>
                </a:solidFill>
              </a:rPr>
              <a:t>Detailed information for session conductors</a:t>
            </a:r>
          </a:p>
          <a:p>
            <a:pPr>
              <a:lnSpc>
                <a:spcPct val="100000"/>
              </a:lnSpc>
            </a:pPr>
            <a:r>
              <a:rPr lang="en-US"/>
              <a:t>Instructions written in the language corresponding                                      to each artificial language group (e.g., in Norwegian                                for the Mini-Norwegian group).</a:t>
            </a:r>
          </a:p>
          <a:p>
            <a:pPr>
              <a:lnSpc>
                <a:spcPct val="100000"/>
              </a:lnSpc>
            </a:pPr>
            <a:r>
              <a:rPr lang="en-GB"/>
              <a:t>Sufficient written instructions to avoid linguistic                           influence through spoken explanations.</a:t>
            </a:r>
          </a:p>
        </p:txBody>
      </p:sp>
      <p:sp>
        <p:nvSpPr>
          <p:cNvPr id="4" name="Slide Number Placeholder 3">
            <a:extLst>
              <a:ext uri="{FF2B5EF4-FFF2-40B4-BE49-F238E27FC236}">
                <a16:creationId xmlns:a16="http://schemas.microsoft.com/office/drawing/2014/main" id="{5B291EE4-52A9-CBF7-ABBA-A65BC5CCCC72}"/>
              </a:ext>
            </a:extLst>
          </p:cNvPr>
          <p:cNvSpPr>
            <a:spLocks noGrp="1"/>
          </p:cNvSpPr>
          <p:nvPr>
            <p:ph type="sldNum" sz="quarter" idx="12"/>
          </p:nvPr>
        </p:nvSpPr>
        <p:spPr/>
        <p:txBody>
          <a:bodyPr/>
          <a:lstStyle/>
          <a:p>
            <a:fld id="{F120EC50-82ED-45BA-9B48-47FD87D12700}" type="slidenum">
              <a:rPr lang="en-GB" smtClean="0"/>
              <a:pPr/>
              <a:t>51</a:t>
            </a:fld>
            <a:endParaRPr lang="en-GB"/>
          </a:p>
        </p:txBody>
      </p:sp>
      <p:pic>
        <p:nvPicPr>
          <p:cNvPr id="6" name="Picture 5">
            <a:extLst>
              <a:ext uri="{FF2B5EF4-FFF2-40B4-BE49-F238E27FC236}">
                <a16:creationId xmlns:a16="http://schemas.microsoft.com/office/drawing/2014/main" id="{3381E127-82A3-0B69-C499-8A1172B18A24}"/>
              </a:ext>
            </a:extLst>
          </p:cNvPr>
          <p:cNvPicPr>
            <a:picLocks noChangeAspect="1"/>
          </p:cNvPicPr>
          <p:nvPr/>
        </p:nvPicPr>
        <p:blipFill>
          <a:blip r:embed="rId2"/>
          <a:stretch>
            <a:fillRect/>
          </a:stretch>
        </p:blipFill>
        <p:spPr>
          <a:xfrm>
            <a:off x="9169860" y="182562"/>
            <a:ext cx="2359729" cy="6492875"/>
          </a:xfrm>
          <a:prstGeom prst="rect">
            <a:avLst/>
          </a:prstGeom>
        </p:spPr>
      </p:pic>
    </p:spTree>
    <p:extLst>
      <p:ext uri="{BB962C8B-B14F-4D97-AF65-F5344CB8AC3E}">
        <p14:creationId xmlns:p14="http://schemas.microsoft.com/office/powerpoint/2010/main" val="9255401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228D-8C60-AFCC-10BC-BCBA74F117F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7EAB177-6B15-5803-D9DF-DD599A5E30A8}"/>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F4EF6AAC-17B6-0833-4587-BEB465D519CE}"/>
              </a:ext>
            </a:extLst>
          </p:cNvPr>
          <p:cNvSpPr>
            <a:spLocks noGrp="1"/>
          </p:cNvSpPr>
          <p:nvPr>
            <p:ph type="sldNum" sz="quarter" idx="12"/>
          </p:nvPr>
        </p:nvSpPr>
        <p:spPr/>
        <p:txBody>
          <a:bodyPr/>
          <a:lstStyle/>
          <a:p>
            <a:fld id="{F120EC50-82ED-45BA-9B48-47FD87D12700}" type="slidenum">
              <a:rPr lang="en-GB" smtClean="0"/>
              <a:pPr/>
              <a:t>52</a:t>
            </a:fld>
            <a:endParaRPr lang="en-GB"/>
          </a:p>
        </p:txBody>
      </p:sp>
      <p:pic>
        <p:nvPicPr>
          <p:cNvPr id="6" name="Picture 5">
            <a:extLst>
              <a:ext uri="{FF2B5EF4-FFF2-40B4-BE49-F238E27FC236}">
                <a16:creationId xmlns:a16="http://schemas.microsoft.com/office/drawing/2014/main" id="{045F376F-98CB-BCA8-7188-7BEB95632050}"/>
              </a:ext>
            </a:extLst>
          </p:cNvPr>
          <p:cNvPicPr>
            <a:picLocks noChangeAspect="1"/>
          </p:cNvPicPr>
          <p:nvPr/>
        </p:nvPicPr>
        <p:blipFill>
          <a:blip r:embed="rId2"/>
          <a:stretch>
            <a:fillRect/>
          </a:stretch>
        </p:blipFill>
        <p:spPr>
          <a:xfrm>
            <a:off x="2595074" y="1695208"/>
            <a:ext cx="7001852" cy="3467584"/>
          </a:xfrm>
          <a:prstGeom prst="rect">
            <a:avLst/>
          </a:prstGeom>
        </p:spPr>
      </p:pic>
    </p:spTree>
    <p:extLst>
      <p:ext uri="{BB962C8B-B14F-4D97-AF65-F5344CB8AC3E}">
        <p14:creationId xmlns:p14="http://schemas.microsoft.com/office/powerpoint/2010/main" val="32094098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9079B-CFEF-FB79-650B-4483263AACB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E9574DC-03A6-E4C8-5B52-49208D7D273C}"/>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6CE0BDBA-38F0-597F-AADF-FCA8AF55FF24}"/>
              </a:ext>
            </a:extLst>
          </p:cNvPr>
          <p:cNvSpPr>
            <a:spLocks noGrp="1"/>
          </p:cNvSpPr>
          <p:nvPr>
            <p:ph type="sldNum" sz="quarter" idx="12"/>
          </p:nvPr>
        </p:nvSpPr>
        <p:spPr/>
        <p:txBody>
          <a:bodyPr/>
          <a:lstStyle/>
          <a:p>
            <a:fld id="{F120EC50-82ED-45BA-9B48-47FD87D12700}" type="slidenum">
              <a:rPr lang="en-GB" smtClean="0"/>
              <a:pPr/>
              <a:t>53</a:t>
            </a:fld>
            <a:endParaRPr lang="en-GB"/>
          </a:p>
        </p:txBody>
      </p:sp>
    </p:spTree>
    <p:extLst>
      <p:ext uri="{BB962C8B-B14F-4D97-AF65-F5344CB8AC3E}">
        <p14:creationId xmlns:p14="http://schemas.microsoft.com/office/powerpoint/2010/main" val="3546746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D39C-5A9D-8BD6-4122-CE0CDC7F9F6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D479D9D-273D-B5C3-24E2-2CC018E630B9}"/>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D166A6EB-F602-FD8D-A271-B5758CFE985C}"/>
              </a:ext>
            </a:extLst>
          </p:cNvPr>
          <p:cNvSpPr>
            <a:spLocks noGrp="1"/>
          </p:cNvSpPr>
          <p:nvPr>
            <p:ph type="sldNum" sz="quarter" idx="12"/>
          </p:nvPr>
        </p:nvSpPr>
        <p:spPr/>
        <p:txBody>
          <a:bodyPr/>
          <a:lstStyle/>
          <a:p>
            <a:fld id="{F120EC50-82ED-45BA-9B48-47FD87D12700}" type="slidenum">
              <a:rPr lang="en-GB" smtClean="0"/>
              <a:pPr/>
              <a:t>54</a:t>
            </a:fld>
            <a:endParaRPr lang="en-GB"/>
          </a:p>
        </p:txBody>
      </p:sp>
      <p:pic>
        <p:nvPicPr>
          <p:cNvPr id="6" name="Picture 5">
            <a:extLst>
              <a:ext uri="{FF2B5EF4-FFF2-40B4-BE49-F238E27FC236}">
                <a16:creationId xmlns:a16="http://schemas.microsoft.com/office/drawing/2014/main" id="{2E530CAD-4F6A-D8FC-B2FF-3F585D2867C4}"/>
              </a:ext>
            </a:extLst>
          </p:cNvPr>
          <p:cNvPicPr>
            <a:picLocks noChangeAspect="1"/>
          </p:cNvPicPr>
          <p:nvPr/>
        </p:nvPicPr>
        <p:blipFill>
          <a:blip r:embed="rId2"/>
          <a:stretch>
            <a:fillRect/>
          </a:stretch>
        </p:blipFill>
        <p:spPr>
          <a:xfrm>
            <a:off x="2404547" y="699706"/>
            <a:ext cx="7382905" cy="5458587"/>
          </a:xfrm>
          <a:prstGeom prst="rect">
            <a:avLst/>
          </a:prstGeom>
        </p:spPr>
      </p:pic>
    </p:spTree>
    <p:extLst>
      <p:ext uri="{BB962C8B-B14F-4D97-AF65-F5344CB8AC3E}">
        <p14:creationId xmlns:p14="http://schemas.microsoft.com/office/powerpoint/2010/main" val="19065489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2947-1E49-FD88-15A9-28574BA0DBF4}"/>
              </a:ext>
            </a:extLst>
          </p:cNvPr>
          <p:cNvSpPr>
            <a:spLocks noGrp="1"/>
          </p:cNvSpPr>
          <p:nvPr>
            <p:ph type="title"/>
          </p:nvPr>
        </p:nvSpPr>
        <p:spPr/>
        <p:txBody>
          <a:bodyPr/>
          <a:lstStyle/>
          <a:p>
            <a:pPr algn="ctr"/>
            <a:r>
              <a:rPr lang="en-US"/>
              <a:t>Lab sessions</a:t>
            </a:r>
            <a:endParaRPr lang="en-GB"/>
          </a:p>
        </p:txBody>
      </p:sp>
      <p:sp>
        <p:nvSpPr>
          <p:cNvPr id="3" name="Content Placeholder 2">
            <a:extLst>
              <a:ext uri="{FF2B5EF4-FFF2-40B4-BE49-F238E27FC236}">
                <a16:creationId xmlns:a16="http://schemas.microsoft.com/office/drawing/2014/main" id="{96F7CEE8-213B-FDFF-8F20-C93DB92D00FD}"/>
              </a:ext>
            </a:extLst>
          </p:cNvPr>
          <p:cNvSpPr>
            <a:spLocks noGrp="1"/>
          </p:cNvSpPr>
          <p:nvPr>
            <p:ph idx="1"/>
          </p:nvPr>
        </p:nvSpPr>
        <p:spPr/>
        <p:txBody>
          <a:bodyPr/>
          <a:lstStyle/>
          <a:p>
            <a:pPr>
              <a:lnSpc>
                <a:spcPct val="100000"/>
              </a:lnSpc>
            </a:pPr>
            <a:r>
              <a:rPr lang="en-GB">
                <a:solidFill>
                  <a:schemeClr val="bg2">
                    <a:lumMod val="75000"/>
                  </a:schemeClr>
                </a:solidFill>
              </a:rPr>
              <a:t>Detailed information for session conductors</a:t>
            </a:r>
          </a:p>
          <a:p>
            <a:pPr>
              <a:lnSpc>
                <a:spcPct val="100000"/>
              </a:lnSpc>
            </a:pPr>
            <a:r>
              <a:rPr lang="en-US">
                <a:solidFill>
                  <a:schemeClr val="tx1">
                    <a:lumMod val="50000"/>
                    <a:lumOff val="50000"/>
                  </a:schemeClr>
                </a:solidFill>
              </a:rPr>
              <a:t>Instructions written in the language corresponding                                      to each artificial language group (e.g., in Norwegian                                for the Mini-Norwegian group).</a:t>
            </a:r>
          </a:p>
          <a:p>
            <a:pPr>
              <a:lnSpc>
                <a:spcPct val="100000"/>
              </a:lnSpc>
            </a:pPr>
            <a:r>
              <a:rPr lang="en-GB">
                <a:solidFill>
                  <a:schemeClr val="tx1">
                    <a:lumMod val="50000"/>
                    <a:lumOff val="50000"/>
                  </a:schemeClr>
                </a:solidFill>
              </a:rPr>
              <a:t>Sufficient written instructions to avoid linguistic                           influence through spoken explanations.</a:t>
            </a:r>
          </a:p>
          <a:p>
            <a:pPr>
              <a:lnSpc>
                <a:spcPct val="100000"/>
              </a:lnSpc>
            </a:pPr>
            <a:r>
              <a:rPr lang="en-GB"/>
              <a:t>Integrated checkpoints to verify EEG signal remotely</a:t>
            </a:r>
          </a:p>
          <a:p>
            <a:pPr>
              <a:lnSpc>
                <a:spcPct val="100000"/>
              </a:lnSpc>
            </a:pPr>
            <a:endParaRPr lang="en-GB"/>
          </a:p>
        </p:txBody>
      </p:sp>
      <p:sp>
        <p:nvSpPr>
          <p:cNvPr id="4" name="Slide Number Placeholder 3">
            <a:extLst>
              <a:ext uri="{FF2B5EF4-FFF2-40B4-BE49-F238E27FC236}">
                <a16:creationId xmlns:a16="http://schemas.microsoft.com/office/drawing/2014/main" id="{5B291EE4-52A9-CBF7-ABBA-A65BC5CCCC72}"/>
              </a:ext>
            </a:extLst>
          </p:cNvPr>
          <p:cNvSpPr>
            <a:spLocks noGrp="1"/>
          </p:cNvSpPr>
          <p:nvPr>
            <p:ph type="sldNum" sz="quarter" idx="12"/>
          </p:nvPr>
        </p:nvSpPr>
        <p:spPr/>
        <p:txBody>
          <a:bodyPr/>
          <a:lstStyle/>
          <a:p>
            <a:fld id="{F120EC50-82ED-45BA-9B48-47FD87D12700}" type="slidenum">
              <a:rPr lang="en-GB" smtClean="0"/>
              <a:pPr/>
              <a:t>55</a:t>
            </a:fld>
            <a:endParaRPr lang="en-GB"/>
          </a:p>
        </p:txBody>
      </p:sp>
      <p:pic>
        <p:nvPicPr>
          <p:cNvPr id="6" name="Picture 5">
            <a:extLst>
              <a:ext uri="{FF2B5EF4-FFF2-40B4-BE49-F238E27FC236}">
                <a16:creationId xmlns:a16="http://schemas.microsoft.com/office/drawing/2014/main" id="{3381E127-82A3-0B69-C499-8A1172B18A24}"/>
              </a:ext>
            </a:extLst>
          </p:cNvPr>
          <p:cNvPicPr>
            <a:picLocks noChangeAspect="1"/>
          </p:cNvPicPr>
          <p:nvPr/>
        </p:nvPicPr>
        <p:blipFill>
          <a:blip r:embed="rId2"/>
          <a:stretch>
            <a:fillRect/>
          </a:stretch>
        </p:blipFill>
        <p:spPr>
          <a:xfrm>
            <a:off x="9044350" y="182562"/>
            <a:ext cx="2359729" cy="6492875"/>
          </a:xfrm>
          <a:prstGeom prst="rect">
            <a:avLst/>
          </a:prstGeom>
        </p:spPr>
      </p:pic>
    </p:spTree>
    <p:extLst>
      <p:ext uri="{BB962C8B-B14F-4D97-AF65-F5344CB8AC3E}">
        <p14:creationId xmlns:p14="http://schemas.microsoft.com/office/powerpoint/2010/main" val="18532038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2E976F93-ED7B-D5D6-A34E-49E13D4455DF}"/>
              </a:ext>
            </a:extLst>
          </p:cNvPr>
          <p:cNvPicPr>
            <a:picLocks noGrp="1" noChangeAspect="1"/>
          </p:cNvPicPr>
          <p:nvPr>
            <p:ph idx="1"/>
          </p:nvPr>
        </p:nvPicPr>
        <p:blipFill rotWithShape="1">
          <a:blip r:embed="rId2"/>
          <a:srcRect b="5875"/>
          <a:stretch/>
        </p:blipFill>
        <p:spPr>
          <a:xfrm>
            <a:off x="20" y="1282"/>
            <a:ext cx="12191980" cy="6856718"/>
          </a:xfrm>
          <a:prstGeom prst="rect">
            <a:avLst/>
          </a:prstGeom>
        </p:spPr>
      </p:pic>
      <p:sp>
        <p:nvSpPr>
          <p:cNvPr id="4" name="Slide Number Placeholder 3">
            <a:extLst>
              <a:ext uri="{FF2B5EF4-FFF2-40B4-BE49-F238E27FC236}">
                <a16:creationId xmlns:a16="http://schemas.microsoft.com/office/drawing/2014/main" id="{48F96412-C800-2925-7AEA-AA71CF12DECE}"/>
              </a:ext>
            </a:extLst>
          </p:cNvPr>
          <p:cNvSpPr>
            <a:spLocks noGrp="1"/>
          </p:cNvSpPr>
          <p:nvPr>
            <p:ph type="sldNum" sz="quarter" idx="12"/>
          </p:nvPr>
        </p:nvSpPr>
        <p:spPr>
          <a:xfrm>
            <a:off x="8951260" y="6356350"/>
            <a:ext cx="2743200" cy="365125"/>
          </a:xfrm>
        </p:spPr>
        <p:txBody>
          <a:bodyPr vert="horz" lIns="91440" tIns="45720" rIns="91440" bIns="45720" rtlCol="0" anchor="ctr">
            <a:normAutofit/>
          </a:bodyPr>
          <a:lstStyle/>
          <a:p>
            <a:pPr>
              <a:spcAft>
                <a:spcPts val="600"/>
              </a:spcAft>
            </a:pPr>
            <a:fld id="{F120EC50-82ED-45BA-9B48-47FD87D12700}" type="slidenum">
              <a:rPr lang="en-US" sz="1200">
                <a:solidFill>
                  <a:srgbClr val="FFFFFF"/>
                </a:solidFill>
              </a:rPr>
              <a:pPr>
                <a:spcAft>
                  <a:spcPts val="600"/>
                </a:spcAft>
              </a:pPr>
              <a:t>56</a:t>
            </a:fld>
            <a:endParaRPr lang="en-US" sz="1200">
              <a:solidFill>
                <a:srgbClr val="FFFFFF"/>
              </a:solidFill>
            </a:endParaRPr>
          </a:p>
        </p:txBody>
      </p:sp>
    </p:spTree>
    <p:extLst>
      <p:ext uri="{BB962C8B-B14F-4D97-AF65-F5344CB8AC3E}">
        <p14:creationId xmlns:p14="http://schemas.microsoft.com/office/powerpoint/2010/main" val="21038514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5E9E6-8339-512D-0CD9-E93A23B50AB3}"/>
              </a:ext>
            </a:extLst>
          </p:cNvPr>
          <p:cNvSpPr>
            <a:spLocks noGrp="1"/>
          </p:cNvSpPr>
          <p:nvPr>
            <p:ph type="title"/>
          </p:nvPr>
        </p:nvSpPr>
        <p:spPr>
          <a:xfrm>
            <a:off x="838200" y="411780"/>
            <a:ext cx="10515600" cy="1008247"/>
          </a:xfrm>
        </p:spPr>
        <p:txBody>
          <a:bodyPr/>
          <a:lstStyle/>
          <a:p>
            <a:pPr algn="ctr"/>
            <a:r>
              <a:rPr lang="en-US"/>
              <a:t>Contingency measures to reduce session time</a:t>
            </a:r>
            <a:endParaRPr lang="en-GB"/>
          </a:p>
        </p:txBody>
      </p:sp>
      <p:sp>
        <p:nvSpPr>
          <p:cNvPr id="3" name="Content Placeholder 2">
            <a:extLst>
              <a:ext uri="{FF2B5EF4-FFF2-40B4-BE49-F238E27FC236}">
                <a16:creationId xmlns:a16="http://schemas.microsoft.com/office/drawing/2014/main" id="{41081C13-475D-186F-6D91-646511A8B8F6}"/>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4E7C2DBB-F6D9-97B8-04D9-E0F44E47570A}"/>
              </a:ext>
            </a:extLst>
          </p:cNvPr>
          <p:cNvSpPr>
            <a:spLocks noGrp="1"/>
          </p:cNvSpPr>
          <p:nvPr>
            <p:ph type="sldNum" sz="quarter" idx="12"/>
          </p:nvPr>
        </p:nvSpPr>
        <p:spPr/>
        <p:txBody>
          <a:bodyPr/>
          <a:lstStyle/>
          <a:p>
            <a:fld id="{F120EC50-82ED-45BA-9B48-47FD87D12700}" type="slidenum">
              <a:rPr lang="en-GB" smtClean="0"/>
              <a:pPr/>
              <a:t>57</a:t>
            </a:fld>
            <a:endParaRPr lang="en-GB"/>
          </a:p>
        </p:txBody>
      </p:sp>
      <p:pic>
        <p:nvPicPr>
          <p:cNvPr id="6" name="Picture 5">
            <a:extLst>
              <a:ext uri="{FF2B5EF4-FFF2-40B4-BE49-F238E27FC236}">
                <a16:creationId xmlns:a16="http://schemas.microsoft.com/office/drawing/2014/main" id="{E8A6A714-4BA7-6B44-2F72-D7327181DA6F}"/>
              </a:ext>
            </a:extLst>
          </p:cNvPr>
          <p:cNvPicPr>
            <a:picLocks noChangeAspect="1"/>
          </p:cNvPicPr>
          <p:nvPr/>
        </p:nvPicPr>
        <p:blipFill>
          <a:blip r:embed="rId2"/>
          <a:stretch>
            <a:fillRect/>
          </a:stretch>
        </p:blipFill>
        <p:spPr>
          <a:xfrm>
            <a:off x="2508416" y="1630155"/>
            <a:ext cx="7175168" cy="5019602"/>
          </a:xfrm>
          <a:prstGeom prst="rect">
            <a:avLst/>
          </a:prstGeom>
        </p:spPr>
      </p:pic>
    </p:spTree>
    <p:extLst>
      <p:ext uri="{BB962C8B-B14F-4D97-AF65-F5344CB8AC3E}">
        <p14:creationId xmlns:p14="http://schemas.microsoft.com/office/powerpoint/2010/main" val="5706323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A5DE4-9000-802F-F422-0C8C1D33BF92}"/>
              </a:ext>
            </a:extLst>
          </p:cNvPr>
          <p:cNvSpPr>
            <a:spLocks noGrp="1"/>
          </p:cNvSpPr>
          <p:nvPr>
            <p:ph type="title"/>
          </p:nvPr>
        </p:nvSpPr>
        <p:spPr>
          <a:xfrm>
            <a:off x="838200" y="365125"/>
            <a:ext cx="10515600" cy="1281113"/>
          </a:xfrm>
        </p:spPr>
        <p:txBody>
          <a:bodyPr>
            <a:normAutofit/>
          </a:bodyPr>
          <a:lstStyle/>
          <a:p>
            <a:pPr algn="ctr"/>
            <a:r>
              <a:rPr lang="en-US"/>
              <a:t>Analyses and hypotheses</a:t>
            </a:r>
            <a:endParaRPr lang="en-GB"/>
          </a:p>
        </p:txBody>
      </p:sp>
      <p:sp>
        <p:nvSpPr>
          <p:cNvPr id="3" name="Content Placeholder 2">
            <a:extLst>
              <a:ext uri="{FF2B5EF4-FFF2-40B4-BE49-F238E27FC236}">
                <a16:creationId xmlns:a16="http://schemas.microsoft.com/office/drawing/2014/main" id="{D9C9D971-EEC7-8B7C-429B-F86F8BAB6ABD}"/>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C30C1D89-0471-309D-53BD-DB00487BFB32}"/>
              </a:ext>
            </a:extLst>
          </p:cNvPr>
          <p:cNvSpPr>
            <a:spLocks noGrp="1"/>
          </p:cNvSpPr>
          <p:nvPr>
            <p:ph type="sldNum" sz="quarter" idx="12"/>
          </p:nvPr>
        </p:nvSpPr>
        <p:spPr/>
        <p:txBody>
          <a:bodyPr/>
          <a:lstStyle/>
          <a:p>
            <a:fld id="{F120EC50-82ED-45BA-9B48-47FD87D12700}" type="slidenum">
              <a:rPr lang="en-GB" smtClean="0"/>
              <a:pPr/>
              <a:t>58</a:t>
            </a:fld>
            <a:endParaRPr lang="en-GB"/>
          </a:p>
        </p:txBody>
      </p:sp>
    </p:spTree>
    <p:extLst>
      <p:ext uri="{BB962C8B-B14F-4D97-AF65-F5344CB8AC3E}">
        <p14:creationId xmlns:p14="http://schemas.microsoft.com/office/powerpoint/2010/main" val="10556233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a:solidFill>
                <a:schemeClr val="accent2">
                  <a:lumMod val="75000"/>
                </a:schemeClr>
              </a:solidFill>
              <a:latin typeface="Calibri" panose="020F0502020204030204" pitchFamily="34" charset="0"/>
              <a:ea typeface="Calibri" panose="020F0502020204030204" pitchFamily="34" charset="0"/>
            </a:endParaRPr>
          </a:p>
          <a:p>
            <a:pPr lvl="1"/>
            <a:r>
              <a:rPr lang="en-GB" sz="1800">
                <a:latin typeface="Calibri" panose="020F0502020204030204" pitchFamily="34" charset="0"/>
                <a:ea typeface="Calibri" panose="020F0502020204030204" pitchFamily="34" charset="0"/>
              </a:rPr>
              <a:t>W</a:t>
            </a:r>
            <a:r>
              <a:rPr lang="en-GB" sz="1800">
                <a:effectLst/>
                <a:latin typeface="Calibri" panose="020F0502020204030204" pitchFamily="34" charset="0"/>
                <a:ea typeface="Calibri" panose="020F0502020204030204" pitchFamily="34" charset="0"/>
              </a:rPr>
              <a:t>orking memory (digit span), selective attention (Stroop) and implicit learning (serial reaction time)</a:t>
            </a:r>
          </a:p>
          <a:p>
            <a:pPr lvl="1"/>
            <a:r>
              <a:rPr lang="en-GB" sz="180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2. </a:t>
            </a:r>
            <a:r>
              <a:rPr lang="en-GB" sz="2000" b="1">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a:latin typeface="Calibri" panose="020F0502020204030204" pitchFamily="34" charset="0"/>
                <a:ea typeface="Calibri" panose="020F0502020204030204" pitchFamily="34" charset="0"/>
              </a:rPr>
              <a:t>Session begins with resting-state EEG (eyes-open, eyes-closed counterbalanced across participants)</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3. Differential object marking </a:t>
            </a:r>
            <a:r>
              <a:rPr lang="en-GB" sz="2000" b="1">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a:latin typeface="Calibri" panose="020F0502020204030204" pitchFamily="34" charset="0"/>
                <a:ea typeface="Calibri" panose="020F0502020204030204" pitchFamily="34" charset="0"/>
              </a:rPr>
              <a:t>Training only in the new property</a:t>
            </a:r>
          </a:p>
          <a:p>
            <a:pPr lvl="1"/>
            <a:r>
              <a:rPr lang="en-GB" sz="1800">
                <a:latin typeface="Calibri" panose="020F0502020204030204" pitchFamily="34" charset="0"/>
                <a:ea typeface="Calibri" panose="020F0502020204030204" pitchFamily="34" charset="0"/>
              </a:rPr>
              <a:t>Experiment part contains both properties intermixed</a:t>
            </a:r>
            <a:endParaRPr lang="en-GB" sz="2000">
              <a:latin typeface="Calibri" panose="020F0502020204030204" pitchFamily="34" charset="0"/>
              <a:ea typeface="Calibri" panose="020F0502020204030204" pitchFamily="34" charset="0"/>
            </a:endParaRP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+ 1 week: Session 4. Verb-</a:t>
            </a:r>
            <a:r>
              <a:rPr lang="en-GB" sz="2000" b="1">
                <a:solidFill>
                  <a:schemeClr val="accent6">
                    <a:lumMod val="50000"/>
                  </a:schemeClr>
                </a:solidFill>
                <a:latin typeface="Calibri" panose="020F0502020204030204" pitchFamily="34" charset="0"/>
                <a:ea typeface="Calibri" panose="020F0502020204030204" pitchFamily="34" charset="0"/>
              </a:rPr>
              <a:t>object agreement + </a:t>
            </a:r>
            <a:r>
              <a:rPr lang="en-GB" sz="2000" b="1">
                <a:solidFill>
                  <a:schemeClr val="accent6">
                    <a:lumMod val="50000"/>
                  </a:schemeClr>
                </a:solidFill>
                <a:effectLst/>
                <a:latin typeface="Calibri" panose="020F0502020204030204" pitchFamily="34" charset="0"/>
                <a:ea typeface="Calibri" panose="020F0502020204030204" pitchFamily="34" charset="0"/>
              </a:rPr>
              <a:t>Differential object marking </a:t>
            </a:r>
            <a:r>
              <a:rPr lang="en-GB" sz="2000" b="1">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a:latin typeface="Calibri" panose="020F0502020204030204" pitchFamily="34" charset="0"/>
                <a:ea typeface="Calibri" panose="020F0502020204030204" pitchFamily="34" charset="0"/>
              </a:rPr>
              <a:t>Same mechanism as in the previous session</a:t>
            </a:r>
          </a:p>
          <a:p>
            <a:pPr lvl="1"/>
            <a:r>
              <a:rPr lang="en-GB" sz="1800">
                <a:latin typeface="Calibri" panose="020F0502020204030204" pitchFamily="34" charset="0"/>
                <a:ea typeface="Calibri" panose="020F0502020204030204" pitchFamily="34" charset="0"/>
              </a:rPr>
              <a:t>Session ends with resting-state EEG (eyes-open, eyes-closed counterbalanced across participants)</a:t>
            </a:r>
          </a:p>
          <a:p>
            <a:pPr marL="0" indent="0">
              <a:buNone/>
            </a:pPr>
            <a:r>
              <a:rPr lang="en-GB" sz="2000" b="1">
                <a:solidFill>
                  <a:schemeClr val="accent2">
                    <a:lumMod val="75000"/>
                  </a:schemeClr>
                </a:solidFill>
                <a:effectLst/>
                <a:latin typeface="Calibri" panose="020F0502020204030204" pitchFamily="34" charset="0"/>
                <a:ea typeface="Calibri" panose="020F0502020204030204" pitchFamily="34" charset="0"/>
              </a:rPr>
              <a:t>+ 1 week: Session 5. Retest of executive functions </a:t>
            </a:r>
            <a:r>
              <a:rPr lang="en-GB" sz="2000">
                <a:solidFill>
                  <a:schemeClr val="accent2">
                    <a:lumMod val="75000"/>
                  </a:schemeClr>
                </a:solidFill>
                <a:effectLst/>
                <a:latin typeface="Calibri" panose="020F0502020204030204" pitchFamily="34" charset="0"/>
                <a:ea typeface="Calibri" panose="020F0502020204030204" pitchFamily="34" charset="0"/>
              </a:rPr>
              <a:t>(home-based session)</a:t>
            </a:r>
          </a:p>
          <a:p>
            <a:pPr marL="0" indent="0">
              <a:buNone/>
            </a:pPr>
            <a:r>
              <a:rPr lang="en-GB" sz="2000" b="1">
                <a:solidFill>
                  <a:schemeClr val="accent6">
                    <a:lumMod val="50000"/>
                  </a:schemeClr>
                </a:solidFill>
                <a:effectLst/>
                <a:latin typeface="Calibri" panose="020F0502020204030204" pitchFamily="34" charset="0"/>
                <a:ea typeface="Calibri" panose="020F0502020204030204" pitchFamily="34" charset="0"/>
              </a:rPr>
              <a:t>+ 4 months: Session 6. Retest of all grammatical properties</a:t>
            </a:r>
            <a:endParaRPr lang="en-GB" sz="2000" b="1">
              <a:solidFill>
                <a:schemeClr val="accent6">
                  <a:lumMod val="50000"/>
                </a:schemeClr>
              </a:solidFill>
              <a:latin typeface="Calibri" panose="020F0502020204030204" pitchFamily="34" charset="0"/>
              <a:ea typeface="Calibri" panose="020F0502020204030204" pitchFamily="34" charset="0"/>
            </a:endParaRPr>
          </a:p>
          <a:p>
            <a:pPr lvl="1"/>
            <a:r>
              <a:rPr lang="en-GB" sz="1800">
                <a:latin typeface="Calibri" panose="020F0502020204030204" pitchFamily="34" charset="0"/>
                <a:ea typeface="Calibri" panose="020F0502020204030204" pitchFamily="34" charset="0"/>
              </a:rPr>
              <a:t>Session ends with control tests on the relevant properties in the natural languages</a:t>
            </a:r>
            <a:endParaRPr lang="en-GB" sz="2000" b="1">
              <a:solidFill>
                <a:schemeClr val="accent6">
                  <a:lumMod val="50000"/>
                </a:schemeClr>
              </a:solidFill>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59</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2069306" y="382548"/>
            <a:ext cx="8053388" cy="769441"/>
          </a:xfrm>
          <a:prstGeom prst="rect">
            <a:avLst/>
          </a:prstGeom>
          <a:noFill/>
        </p:spPr>
        <p:txBody>
          <a:bodyPr wrap="square" rtlCol="0">
            <a:spAutoFit/>
          </a:bodyPr>
          <a:lstStyle/>
          <a:p>
            <a:pPr algn="ctr"/>
            <a:r>
              <a:rPr lang="en-US" sz="4400">
                <a:solidFill>
                  <a:schemeClr val="tx1">
                    <a:lumMod val="50000"/>
                    <a:lumOff val="50000"/>
                  </a:schemeClr>
                </a:solidFill>
                <a:latin typeface="+mj-lt"/>
                <a:ea typeface="+mj-ea"/>
                <a:cs typeface="+mj-cs"/>
              </a:rPr>
              <a:t>Refresher on the </a:t>
            </a:r>
            <a:r>
              <a:rPr lang="en-US" sz="4400">
                <a:latin typeface="+mj-lt"/>
                <a:ea typeface="+mj-ea"/>
                <a:cs typeface="+mj-cs"/>
              </a:rPr>
              <a:t>Sessions</a:t>
            </a:r>
            <a:endParaRPr lang="en-GB" sz="4400">
              <a:solidFill>
                <a:schemeClr val="bg1">
                  <a:lumMod val="65000"/>
                </a:schemeClr>
              </a:solidFill>
              <a:latin typeface="+mj-lt"/>
              <a:ea typeface="+mj-ea"/>
              <a:cs typeface="+mj-cs"/>
            </a:endParaRPr>
          </a:p>
        </p:txBody>
      </p:sp>
    </p:spTree>
    <p:extLst>
      <p:ext uri="{BB962C8B-B14F-4D97-AF65-F5344CB8AC3E}">
        <p14:creationId xmlns:p14="http://schemas.microsoft.com/office/powerpoint/2010/main" val="21210603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517525"/>
            <a:ext cx="10515600" cy="987425"/>
          </a:xfrm>
        </p:spPr>
        <p:txBody>
          <a:bodyPr>
            <a:normAutofit/>
          </a:bodyPr>
          <a:lstStyle/>
          <a:p>
            <a:pPr algn="ctr"/>
            <a:r>
              <a:rPr lang="en-US"/>
              <a:t>Executive functions and </a:t>
            </a:r>
            <a:r>
              <a:rPr lang="en-US" err="1"/>
              <a:t>rs</a:t>
            </a:r>
            <a:r>
              <a:rPr lang="en-US"/>
              <a:t>-EEG</a:t>
            </a:r>
            <a:endParaRPr lang="en-GB"/>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847724" y="1847850"/>
            <a:ext cx="10506075" cy="4591049"/>
          </a:xfrm>
        </p:spPr>
        <p:txBody>
          <a:bodyPr>
            <a:noAutofit/>
          </a:bodyPr>
          <a:lstStyle/>
          <a:p>
            <a:r>
              <a:rPr lang="en-GB" sz="2100">
                <a:latin typeface="Calibri" panose="020F0502020204030204" pitchFamily="34" charset="0"/>
                <a:ea typeface="Calibri" panose="020F0502020204030204" pitchFamily="34" charset="0"/>
              </a:rPr>
              <a:t>Primarily methodological analyses focussed on longitudinal stability.</a:t>
            </a:r>
          </a:p>
          <a:p>
            <a:endParaRPr lang="en-GB" sz="2100">
              <a:latin typeface="Calibri" panose="020F0502020204030204" pitchFamily="34" charset="0"/>
              <a:ea typeface="Calibri" panose="020F0502020204030204" pitchFamily="34" charset="0"/>
            </a:endParaRPr>
          </a:p>
          <a:p>
            <a:r>
              <a:rPr lang="en-GB" sz="2100">
                <a:latin typeface="Calibri" panose="020F0502020204030204" pitchFamily="34" charset="0"/>
                <a:ea typeface="Calibri" panose="020F0502020204030204" pitchFamily="34" charset="0"/>
              </a:rPr>
              <a:t>Analysed f</a:t>
            </a:r>
            <a:r>
              <a:rPr lang="en-GB" sz="2100">
                <a:effectLst/>
                <a:latin typeface="Calibri" panose="020F0502020204030204" pitchFamily="34" charset="0"/>
                <a:ea typeface="Calibri" panose="020F0502020204030204" pitchFamily="34" charset="0"/>
              </a:rPr>
              <a:t>irst as independent variables, and second as dependent variables.</a:t>
            </a:r>
          </a:p>
          <a:p>
            <a:endParaRPr lang="en-GB" sz="2100"/>
          </a:p>
        </p:txBody>
      </p:sp>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a:xfrm>
            <a:off x="9101553" y="6375400"/>
            <a:ext cx="2743200" cy="365125"/>
          </a:xfrm>
        </p:spPr>
        <p:txBody>
          <a:bodyPr/>
          <a:lstStyle/>
          <a:p>
            <a:fld id="{F120EC50-82ED-45BA-9B48-47FD87D12700}" type="slidenum">
              <a:rPr lang="en-GB" smtClean="0"/>
              <a:pPr/>
              <a:t>60</a:t>
            </a:fld>
            <a:endParaRPr lang="en-GB"/>
          </a:p>
        </p:txBody>
      </p:sp>
    </p:spTree>
    <p:extLst>
      <p:ext uri="{BB962C8B-B14F-4D97-AF65-F5344CB8AC3E}">
        <p14:creationId xmlns:p14="http://schemas.microsoft.com/office/powerpoint/2010/main" val="5520120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546100"/>
            <a:ext cx="10515600" cy="987425"/>
          </a:xfrm>
        </p:spPr>
        <p:txBody>
          <a:bodyPr>
            <a:normAutofit fontScale="90000"/>
          </a:bodyPr>
          <a:lstStyle/>
          <a:p>
            <a:pPr algn="ctr"/>
            <a:r>
              <a:rPr lang="en-US"/>
              <a:t>Longitudinal role of executive functions and </a:t>
            </a:r>
            <a:r>
              <a:rPr lang="en-US" err="1"/>
              <a:t>rs</a:t>
            </a:r>
            <a:r>
              <a:rPr lang="en-US"/>
              <a:t>-EEG</a:t>
            </a:r>
            <a:endParaRPr lang="en-GB"/>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838200" y="1714499"/>
            <a:ext cx="10515600" cy="4752975"/>
          </a:xfrm>
        </p:spPr>
        <p:txBody>
          <a:bodyPr>
            <a:noAutofit/>
          </a:bodyPr>
          <a:lstStyle/>
          <a:p>
            <a:pPr marL="0" indent="0">
              <a:buNone/>
            </a:pPr>
            <a:endParaRPr lang="en-GB" sz="2100" dirty="0">
              <a:effectLst/>
              <a:latin typeface="Calibri" panose="020F0502020204030204" pitchFamily="34" charset="0"/>
              <a:ea typeface="Calibri" panose="020F0502020204030204" pitchFamily="34" charset="0"/>
            </a:endParaRPr>
          </a:p>
          <a:p>
            <a:r>
              <a:rPr lang="en-GB" sz="2100" b="1" dirty="0">
                <a:effectLst/>
                <a:latin typeface="Calibri" panose="020F0502020204030204" pitchFamily="34" charset="0"/>
                <a:ea typeface="Calibri" panose="020F0502020204030204" pitchFamily="34" charset="0"/>
              </a:rPr>
              <a:t>Independent-variable analysis: </a:t>
            </a:r>
            <a:r>
              <a:rPr lang="en-GB" sz="2100" b="1" dirty="0">
                <a:effectLst/>
                <a:highlight>
                  <a:srgbClr val="FFFF00"/>
                </a:highlight>
                <a:latin typeface="Calibri" panose="020F0502020204030204" pitchFamily="34" charset="0"/>
                <a:ea typeface="Calibri" panose="020F0502020204030204" pitchFamily="34" charset="0"/>
              </a:rPr>
              <a:t>longitudinal stability</a:t>
            </a:r>
            <a:r>
              <a:rPr lang="en-GB" sz="2100" b="1" dirty="0">
                <a:effectLst/>
                <a:latin typeface="Calibri" panose="020F0502020204030204" pitchFamily="34" charset="0"/>
                <a:ea typeface="Calibri" panose="020F0502020204030204" pitchFamily="34" charset="0"/>
              </a:rPr>
              <a:t> </a:t>
            </a:r>
            <a:r>
              <a:rPr lang="en-GB" sz="2100" dirty="0">
                <a:effectLst/>
                <a:latin typeface="Calibri" panose="020F0502020204030204" pitchFamily="34" charset="0"/>
                <a:ea typeface="Calibri" panose="020F0502020204030204" pitchFamily="34" charset="0"/>
              </a:rPr>
              <a:t>(i.e., test-retest reliability) of the variables </a:t>
            </a:r>
            <a:r>
              <a:rPr lang="da-DK" sz="2100" dirty="0">
                <a:effectLst/>
                <a:latin typeface="Calibri" panose="020F0502020204030204" pitchFamily="34" charset="0"/>
                <a:ea typeface="Calibri" panose="020F0502020204030204" pitchFamily="34" charset="0"/>
              </a:rPr>
              <a:t>(for similar </a:t>
            </a:r>
            <a:r>
              <a:rPr lang="da-DK" sz="2100" dirty="0">
                <a:latin typeface="Calibri" panose="020F0502020204030204" pitchFamily="34" charset="0"/>
                <a:ea typeface="Calibri" panose="020F0502020204030204" pitchFamily="34" charset="0"/>
              </a:rPr>
              <a:t>analyses, see </a:t>
            </a:r>
            <a:r>
              <a:rPr lang="en-GB" sz="2100" dirty="0" err="1">
                <a:solidFill>
                  <a:schemeClr val="tx1">
                    <a:lumMod val="50000"/>
                    <a:lumOff val="50000"/>
                  </a:schemeClr>
                </a:solidFill>
                <a:latin typeface="Calibri" panose="020F0502020204030204" pitchFamily="34" charset="0"/>
                <a:ea typeface="Calibri" panose="020F0502020204030204" pitchFamily="34" charset="0"/>
                <a:hlinkClick r:id="rId2">
                  <a:extLst>
                    <a:ext uri="{A12FA001-AC4F-418D-AE19-62706E023703}">
                      <ahyp:hlinkClr xmlns:ahyp="http://schemas.microsoft.com/office/drawing/2018/hyperlinkcolor" val="tx"/>
                    </a:ext>
                  </a:extLst>
                </a:hlinkClick>
              </a:rPr>
              <a:t>Fuhs</a:t>
            </a:r>
            <a:r>
              <a:rPr lang="en-GB" sz="2100" dirty="0">
                <a:solidFill>
                  <a:schemeClr val="tx1">
                    <a:lumMod val="50000"/>
                    <a:lumOff val="50000"/>
                  </a:schemeClr>
                </a:solidFill>
                <a:latin typeface="Calibri" panose="020F0502020204030204" pitchFamily="34" charset="0"/>
                <a:ea typeface="Calibri" panose="020F0502020204030204" pitchFamily="34" charset="0"/>
                <a:hlinkClick r:id="rId2">
                  <a:extLst>
                    <a:ext uri="{A12FA001-AC4F-418D-AE19-62706E023703}">
                      <ahyp:hlinkClr xmlns:ahyp="http://schemas.microsoft.com/office/drawing/2018/hyperlinkcolor" val="tx"/>
                    </a:ext>
                  </a:extLst>
                </a:hlinkClick>
              </a:rPr>
              <a:t> et al., 2014</a:t>
            </a:r>
            <a:r>
              <a:rPr lang="en-GB" sz="2100" dirty="0">
                <a:solidFill>
                  <a:schemeClr val="tx1">
                    <a:lumMod val="50000"/>
                    <a:lumOff val="50000"/>
                  </a:schemeClr>
                </a:solidFill>
                <a:latin typeface="Calibri" panose="020F0502020204030204" pitchFamily="34" charset="0"/>
                <a:ea typeface="Calibri" panose="020F0502020204030204" pitchFamily="34" charset="0"/>
              </a:rPr>
              <a:t>; </a:t>
            </a:r>
            <a:r>
              <a:rPr lang="en-GB" sz="2100" dirty="0">
                <a:solidFill>
                  <a:schemeClr val="tx1">
                    <a:lumMod val="50000"/>
                    <a:lumOff val="50000"/>
                  </a:schemeClr>
                </a:solidFill>
                <a:latin typeface="Calibri" panose="020F050202020403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Samuels et al., 2016</a:t>
            </a:r>
            <a:r>
              <a:rPr lang="en-GB" sz="2100" dirty="0">
                <a:solidFill>
                  <a:schemeClr val="tx1">
                    <a:lumMod val="50000"/>
                    <a:lumOff val="50000"/>
                  </a:schemeClr>
                </a:solidFill>
                <a:latin typeface="Calibri" panose="020F0502020204030204" pitchFamily="34" charset="0"/>
                <a:ea typeface="Calibri" panose="020F0502020204030204" pitchFamily="34" charset="0"/>
              </a:rPr>
              <a:t>; </a:t>
            </a:r>
            <a:r>
              <a:rPr lang="en-GB" sz="2100" dirty="0">
                <a:solidFill>
                  <a:schemeClr val="tx1">
                    <a:lumMod val="50000"/>
                    <a:lumOff val="50000"/>
                  </a:schemeClr>
                </a:solidFill>
                <a:latin typeface="Calibri" panose="020F0502020204030204" pitchFamily="34" charset="0"/>
                <a:ea typeface="Calibri" panose="020F0502020204030204" pitchFamily="34" charset="0"/>
                <a:hlinkClick r:id="rId4">
                  <a:extLst>
                    <a:ext uri="{A12FA001-AC4F-418D-AE19-62706E023703}">
                      <ahyp:hlinkClr xmlns:ahyp="http://schemas.microsoft.com/office/drawing/2018/hyperlinkcolor" val="tx"/>
                    </a:ext>
                  </a:extLst>
                </a:hlinkClick>
              </a:rPr>
              <a:t>Swanson, 2015</a:t>
            </a:r>
            <a:r>
              <a:rPr lang="en-GB" sz="2100" dirty="0">
                <a:latin typeface="Calibri" panose="020F0502020204030204" pitchFamily="34" charset="0"/>
                <a:ea typeface="Calibri" panose="020F0502020204030204" pitchFamily="34" charset="0"/>
              </a:rPr>
              <a:t>). </a:t>
            </a:r>
          </a:p>
          <a:p>
            <a:endParaRPr lang="en-GB" sz="2100" dirty="0">
              <a:effectLst/>
              <a:latin typeface="Calibri" panose="020F0502020204030204" pitchFamily="34" charset="0"/>
              <a:ea typeface="Calibri" panose="020F0502020204030204" pitchFamily="34" charset="0"/>
            </a:endParaRPr>
          </a:p>
          <a:p>
            <a:pPr lvl="1"/>
            <a:r>
              <a:rPr lang="en-GB" sz="2000" dirty="0">
                <a:effectLst/>
                <a:latin typeface="Calibri" panose="020F0502020204030204" pitchFamily="34" charset="0"/>
                <a:ea typeface="Calibri" panose="020F0502020204030204" pitchFamily="34" charset="0"/>
              </a:rPr>
              <a:t>First analysis: longitudinal stability of the executive functions and </a:t>
            </a:r>
            <a:r>
              <a:rPr lang="en-GB" sz="2000" dirty="0" err="1">
                <a:effectLst/>
                <a:latin typeface="Calibri" panose="020F0502020204030204" pitchFamily="34" charset="0"/>
                <a:ea typeface="Calibri" panose="020F0502020204030204" pitchFamily="34" charset="0"/>
              </a:rPr>
              <a:t>rs</a:t>
            </a:r>
            <a:r>
              <a:rPr lang="en-GB" sz="2000" dirty="0">
                <a:effectLst/>
                <a:latin typeface="Calibri" panose="020F0502020204030204" pitchFamily="34" charset="0"/>
                <a:ea typeface="Calibri" panose="020F0502020204030204" pitchFamily="34" charset="0"/>
              </a:rPr>
              <a:t>-EEG on their own.</a:t>
            </a:r>
          </a:p>
          <a:p>
            <a:pPr lvl="1"/>
            <a:endParaRPr lang="en-GB" sz="2000" dirty="0">
              <a:effectLst/>
              <a:latin typeface="Calibri" panose="020F0502020204030204" pitchFamily="34" charset="0"/>
              <a:ea typeface="Calibri" panose="020F0502020204030204" pitchFamily="34" charset="0"/>
            </a:endParaRPr>
          </a:p>
          <a:p>
            <a:pPr lvl="1"/>
            <a:r>
              <a:rPr lang="en-GB" sz="2000" dirty="0">
                <a:effectLst/>
                <a:latin typeface="Calibri" panose="020F0502020204030204" pitchFamily="34" charset="0"/>
                <a:ea typeface="Calibri" panose="020F0502020204030204" pitchFamily="34" charset="0"/>
              </a:rPr>
              <a:t>Second analysis: longitudinal stability of the executive functions and </a:t>
            </a:r>
            <a:r>
              <a:rPr lang="en-GB" sz="2000" dirty="0" err="1">
                <a:effectLst/>
                <a:latin typeface="Calibri" panose="020F0502020204030204" pitchFamily="34" charset="0"/>
                <a:ea typeface="Calibri" panose="020F0502020204030204" pitchFamily="34" charset="0"/>
              </a:rPr>
              <a:t>rs</a:t>
            </a:r>
            <a:r>
              <a:rPr lang="en-GB" sz="2000" dirty="0">
                <a:effectLst/>
                <a:latin typeface="Calibri" panose="020F0502020204030204" pitchFamily="34" charset="0"/>
                <a:ea typeface="Calibri" panose="020F0502020204030204" pitchFamily="34" charset="0"/>
              </a:rPr>
              <a:t>-EEG as predictors of language learning and m</a:t>
            </a:r>
            <a:r>
              <a:rPr lang="en-GB" sz="2000" dirty="0"/>
              <a:t>orphosyntactic</a:t>
            </a:r>
            <a:r>
              <a:rPr lang="en-GB" sz="2000" dirty="0">
                <a:effectLst/>
                <a:latin typeface="Calibri" panose="020F0502020204030204" pitchFamily="34" charset="0"/>
                <a:ea typeface="Calibri" panose="020F0502020204030204" pitchFamily="34" charset="0"/>
              </a:rPr>
              <a:t> transfer </a:t>
            </a:r>
            <a:r>
              <a:rPr lang="en-GB" sz="2000" i="1" dirty="0">
                <a:effectLst/>
                <a:latin typeface="Calibri" panose="020F0502020204030204" pitchFamily="34" charset="0"/>
                <a:ea typeface="Calibri" panose="020F0502020204030204" pitchFamily="34" charset="0"/>
              </a:rPr>
              <a:t>over time</a:t>
            </a:r>
            <a:r>
              <a:rPr lang="en-GB" sz="2000" dirty="0">
                <a:effectLst/>
                <a:latin typeface="Calibri" panose="020F0502020204030204" pitchFamily="34" charset="0"/>
                <a:ea typeface="Calibri" panose="020F0502020204030204" pitchFamily="34" charset="0"/>
              </a:rPr>
              <a:t>.</a:t>
            </a:r>
          </a:p>
          <a:p>
            <a:endParaRPr lang="en-GB" sz="2100" dirty="0"/>
          </a:p>
        </p:txBody>
      </p:sp>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a:xfrm>
            <a:off x="9101553" y="6375400"/>
            <a:ext cx="2743200" cy="365125"/>
          </a:xfrm>
        </p:spPr>
        <p:txBody>
          <a:bodyPr/>
          <a:lstStyle/>
          <a:p>
            <a:fld id="{F120EC50-82ED-45BA-9B48-47FD87D12700}" type="slidenum">
              <a:rPr lang="en-GB" smtClean="0"/>
              <a:pPr/>
              <a:t>61</a:t>
            </a:fld>
            <a:endParaRPr lang="en-GB"/>
          </a:p>
        </p:txBody>
      </p:sp>
    </p:spTree>
    <p:extLst>
      <p:ext uri="{BB962C8B-B14F-4D97-AF65-F5344CB8AC3E}">
        <p14:creationId xmlns:p14="http://schemas.microsoft.com/office/powerpoint/2010/main" val="21059901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365125"/>
            <a:ext cx="10515600" cy="987425"/>
          </a:xfrm>
        </p:spPr>
        <p:txBody>
          <a:bodyPr>
            <a:normAutofit fontScale="90000"/>
          </a:bodyPr>
          <a:lstStyle/>
          <a:p>
            <a:pPr algn="ctr"/>
            <a:r>
              <a:rPr lang="en-US"/>
              <a:t>Longitudinal effects on </a:t>
            </a:r>
            <a:br>
              <a:rPr lang="en-US"/>
            </a:br>
            <a:r>
              <a:rPr lang="en-US"/>
              <a:t>executive functions and </a:t>
            </a:r>
            <a:r>
              <a:rPr lang="en-US" err="1"/>
              <a:t>rs</a:t>
            </a:r>
            <a:r>
              <a:rPr lang="en-US"/>
              <a:t>-EEG</a:t>
            </a:r>
            <a:endParaRPr lang="en-GB"/>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838200" y="1614196"/>
            <a:ext cx="10515600" cy="4672303"/>
          </a:xfrm>
        </p:spPr>
        <p:txBody>
          <a:bodyPr>
            <a:noAutofit/>
          </a:bodyPr>
          <a:lstStyle/>
          <a:p>
            <a:r>
              <a:rPr lang="en-GB" sz="2100" b="1">
                <a:effectLst/>
                <a:latin typeface="Calibri" panose="020F0502020204030204" pitchFamily="34" charset="0"/>
                <a:ea typeface="Calibri" panose="020F0502020204030204" pitchFamily="34" charset="0"/>
              </a:rPr>
              <a:t>Dependent-variable analysis: </a:t>
            </a:r>
            <a:r>
              <a:rPr lang="en-GB" sz="2100">
                <a:effectLst/>
                <a:highlight>
                  <a:srgbClr val="FFFF00"/>
                </a:highlight>
                <a:latin typeface="Calibri" panose="020F0502020204030204" pitchFamily="34" charset="0"/>
                <a:ea typeface="Calibri" panose="020F0502020204030204" pitchFamily="34" charset="0"/>
              </a:rPr>
              <a:t>whether cognitive enhancements in each executive function (incl. </a:t>
            </a:r>
            <a:r>
              <a:rPr lang="en-GB" sz="2100" err="1">
                <a:effectLst/>
                <a:highlight>
                  <a:srgbClr val="FFFF00"/>
                </a:highlight>
                <a:latin typeface="Calibri" panose="020F0502020204030204" pitchFamily="34" charset="0"/>
                <a:ea typeface="Calibri" panose="020F0502020204030204" pitchFamily="34" charset="0"/>
              </a:rPr>
              <a:t>rs</a:t>
            </a:r>
            <a:r>
              <a:rPr lang="en-GB" sz="2100">
                <a:effectLst/>
                <a:highlight>
                  <a:srgbClr val="FFFF00"/>
                </a:highlight>
                <a:latin typeface="Calibri" panose="020F0502020204030204" pitchFamily="34" charset="0"/>
                <a:ea typeface="Calibri" panose="020F0502020204030204" pitchFamily="34" charset="0"/>
              </a:rPr>
              <a:t>-EEG) induced by language training are consistent with the baseline role of each executive function (incl. </a:t>
            </a:r>
            <a:r>
              <a:rPr lang="en-GB" sz="2100" err="1">
                <a:effectLst/>
                <a:highlight>
                  <a:srgbClr val="FFFF00"/>
                </a:highlight>
                <a:latin typeface="Calibri" panose="020F0502020204030204" pitchFamily="34" charset="0"/>
                <a:ea typeface="Calibri" panose="020F0502020204030204" pitchFamily="34" charset="0"/>
              </a:rPr>
              <a:t>rs</a:t>
            </a:r>
            <a:r>
              <a:rPr lang="en-GB" sz="2100">
                <a:effectLst/>
                <a:highlight>
                  <a:srgbClr val="FFFF00"/>
                </a:highlight>
                <a:latin typeface="Calibri" panose="020F0502020204030204" pitchFamily="34" charset="0"/>
                <a:ea typeface="Calibri" panose="020F0502020204030204" pitchFamily="34" charset="0"/>
              </a:rPr>
              <a:t>-EEG)</a:t>
            </a:r>
            <a:r>
              <a:rPr lang="en-GB" sz="2100">
                <a:effectLst/>
                <a:latin typeface="Calibri" panose="020F0502020204030204" pitchFamily="34" charset="0"/>
                <a:ea typeface="Calibri" panose="020F0502020204030204" pitchFamily="34" charset="0"/>
              </a:rPr>
              <a:t>. </a:t>
            </a:r>
          </a:p>
          <a:p>
            <a:endParaRPr lang="en-GB" sz="2100">
              <a:effectLst/>
              <a:latin typeface="Calibri" panose="020F0502020204030204" pitchFamily="34" charset="0"/>
              <a:ea typeface="Calibri" panose="020F0502020204030204" pitchFamily="34" charset="0"/>
            </a:endParaRPr>
          </a:p>
          <a:p>
            <a:r>
              <a:rPr lang="en-GB" sz="2100">
                <a:effectLst/>
                <a:latin typeface="Calibri" panose="020F0502020204030204" pitchFamily="34" charset="0"/>
                <a:ea typeface="Calibri" panose="020F0502020204030204" pitchFamily="34" charset="0"/>
              </a:rPr>
              <a:t>Cognitive enhancements analysed relative to the effect of each executive function (incl. </a:t>
            </a:r>
            <a:r>
              <a:rPr lang="en-GB" sz="2100" err="1">
                <a:effectLst/>
                <a:latin typeface="Calibri" panose="020F0502020204030204" pitchFamily="34" charset="0"/>
                <a:ea typeface="Calibri" panose="020F0502020204030204" pitchFamily="34" charset="0"/>
              </a:rPr>
              <a:t>rs</a:t>
            </a:r>
            <a:r>
              <a:rPr lang="en-GB" sz="2100">
                <a:effectLst/>
                <a:latin typeface="Calibri" panose="020F0502020204030204" pitchFamily="34" charset="0"/>
                <a:ea typeface="Calibri" panose="020F0502020204030204" pitchFamily="34" charset="0"/>
              </a:rPr>
              <a:t>-EEG) as a predictor of language-learning performance following first exposure—i.e., in the first test on the artificial language. </a:t>
            </a:r>
          </a:p>
          <a:p>
            <a:endParaRPr lang="en-GB" sz="2100">
              <a:latin typeface="Calibri" panose="020F0502020204030204" pitchFamily="34" charset="0"/>
              <a:ea typeface="Calibri" panose="020F0502020204030204" pitchFamily="34" charset="0"/>
            </a:endParaRPr>
          </a:p>
          <a:p>
            <a:r>
              <a:rPr lang="en-GB" sz="2100">
                <a:latin typeface="Calibri" panose="020F0502020204030204" pitchFamily="34" charset="0"/>
                <a:ea typeface="Calibri" panose="020F0502020204030204" pitchFamily="34" charset="0"/>
              </a:rPr>
              <a:t>A</a:t>
            </a:r>
            <a:r>
              <a:rPr lang="en-GB" sz="2100">
                <a:effectLst/>
                <a:latin typeface="Calibri" panose="020F0502020204030204" pitchFamily="34" charset="0"/>
                <a:ea typeface="Calibri" panose="020F0502020204030204" pitchFamily="34" charset="0"/>
              </a:rPr>
              <a:t>nalysis intended to increase the methodological basis for the selection of measures to study training-induced cognitive enhancements (see </a:t>
            </a:r>
            <a:r>
              <a:rPr lang="en-GB" sz="2100">
                <a:solidFill>
                  <a:schemeClr val="tx1">
                    <a:lumMod val="50000"/>
                    <a:lumOff val="50000"/>
                  </a:schemeClr>
                </a:solidFill>
                <a:effectLst/>
                <a:latin typeface="Calibri" panose="020F0502020204030204" pitchFamily="34" charset="0"/>
                <a:ea typeface="Calibri" panose="020F0502020204030204" pitchFamily="34" charset="0"/>
                <a:hlinkClick r:id="rId2">
                  <a:extLst>
                    <a:ext uri="{A12FA001-AC4F-418D-AE19-62706E023703}">
                      <ahyp:hlinkClr xmlns:ahyp="http://schemas.microsoft.com/office/drawing/2018/hyperlinkcolor" val="tx"/>
                    </a:ext>
                  </a:extLst>
                </a:hlinkClick>
              </a:rPr>
              <a:t>Grossmann et al., 2023</a:t>
            </a:r>
            <a:r>
              <a:rPr lang="en-GB" sz="2100">
                <a:solidFill>
                  <a:schemeClr val="tx1">
                    <a:lumMod val="50000"/>
                    <a:lumOff val="50000"/>
                  </a:schemeClr>
                </a:solidFill>
                <a:effectLst/>
                <a:latin typeface="Calibri" panose="020F0502020204030204" pitchFamily="34" charset="0"/>
                <a:ea typeface="Calibri" panose="020F0502020204030204" pitchFamily="34" charset="0"/>
              </a:rPr>
              <a:t>; </a:t>
            </a:r>
            <a:r>
              <a:rPr lang="en-GB" sz="2100" err="1">
                <a:solidFill>
                  <a:schemeClr val="tx1">
                    <a:lumMod val="50000"/>
                    <a:lumOff val="50000"/>
                  </a:schemeClr>
                </a:solidFill>
                <a:effectLst/>
                <a:latin typeface="Calibri" panose="020F050202020403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Kliesch</a:t>
            </a:r>
            <a:r>
              <a:rPr lang="en-GB" sz="2100">
                <a:solidFill>
                  <a:schemeClr val="tx1">
                    <a:lumMod val="50000"/>
                    <a:lumOff val="50000"/>
                  </a:schemeClr>
                </a:solidFill>
                <a:effectLst/>
                <a:latin typeface="Calibri" panose="020F050202020403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 et al., 2022</a:t>
            </a:r>
            <a:r>
              <a:rPr lang="en-GB" sz="2100">
                <a:solidFill>
                  <a:schemeClr val="tx1">
                    <a:lumMod val="50000"/>
                    <a:lumOff val="50000"/>
                  </a:schemeClr>
                </a:solidFill>
                <a:effectLst/>
                <a:latin typeface="Calibri" panose="020F0502020204030204" pitchFamily="34" charset="0"/>
                <a:ea typeface="Calibri" panose="020F0502020204030204" pitchFamily="34" charset="0"/>
              </a:rPr>
              <a:t>; </a:t>
            </a:r>
            <a:r>
              <a:rPr lang="en-GB" sz="2100">
                <a:solidFill>
                  <a:schemeClr val="tx1">
                    <a:lumMod val="50000"/>
                    <a:lumOff val="50000"/>
                  </a:schemeClr>
                </a:solidFill>
                <a:effectLst/>
                <a:latin typeface="Calibri" panose="020F0502020204030204" pitchFamily="34" charset="0"/>
                <a:ea typeface="Calibri" panose="020F0502020204030204" pitchFamily="34" charset="0"/>
                <a:hlinkClick r:id="rId4">
                  <a:extLst>
                    <a:ext uri="{A12FA001-AC4F-418D-AE19-62706E023703}">
                      <ahyp:hlinkClr xmlns:ahyp="http://schemas.microsoft.com/office/drawing/2018/hyperlinkcolor" val="tx"/>
                    </a:ext>
                  </a:extLst>
                </a:hlinkClick>
              </a:rPr>
              <a:t>Meltzer et al., 2023</a:t>
            </a:r>
            <a:r>
              <a:rPr lang="en-GB" sz="2100">
                <a:effectLst/>
                <a:latin typeface="Calibri" panose="020F0502020204030204" pitchFamily="34" charset="0"/>
                <a:ea typeface="Calibri" panose="020F0502020204030204" pitchFamily="34" charset="0"/>
              </a:rPr>
              <a:t>). </a:t>
            </a:r>
          </a:p>
          <a:p>
            <a:endParaRPr lang="en-GB" sz="2100">
              <a:effectLst/>
              <a:latin typeface="Calibri" panose="020F0502020204030204" pitchFamily="34" charset="0"/>
              <a:ea typeface="Calibri" panose="020F0502020204030204" pitchFamily="34" charset="0"/>
            </a:endParaRPr>
          </a:p>
          <a:p>
            <a:r>
              <a:rPr lang="en-GB" sz="2100">
                <a:effectLst/>
                <a:latin typeface="Calibri" panose="020F0502020204030204" pitchFamily="34" charset="0"/>
                <a:ea typeface="Calibri" panose="020F0502020204030204" pitchFamily="34" charset="0"/>
              </a:rPr>
              <a:t>Pre-post effects not analysed in absolute terms due to </a:t>
            </a:r>
            <a:r>
              <a:rPr lang="en-GB" sz="2100">
                <a:latin typeface="Calibri" panose="020F0502020204030204" pitchFamily="34" charset="0"/>
                <a:ea typeface="Calibri" panose="020F0502020204030204" pitchFamily="34" charset="0"/>
              </a:rPr>
              <a:t>lack of </a:t>
            </a:r>
            <a:r>
              <a:rPr lang="en-GB" sz="2100">
                <a:effectLst/>
                <a:latin typeface="Calibri" panose="020F0502020204030204" pitchFamily="34" charset="0"/>
                <a:ea typeface="Calibri" panose="020F0502020204030204" pitchFamily="34" charset="0"/>
              </a:rPr>
              <a:t>control group (</a:t>
            </a:r>
            <a:r>
              <a:rPr lang="en-GB" sz="2100">
                <a:solidFill>
                  <a:schemeClr val="tx1">
                    <a:lumMod val="50000"/>
                    <a:lumOff val="50000"/>
                  </a:schemeClr>
                </a:solidFill>
                <a:effectLst/>
                <a:latin typeface="Calibri" panose="020F050202020403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Sala &amp; </a:t>
            </a:r>
            <a:r>
              <a:rPr lang="en-GB" sz="2100" err="1">
                <a:solidFill>
                  <a:schemeClr val="tx1">
                    <a:lumMod val="50000"/>
                    <a:lumOff val="50000"/>
                  </a:schemeClr>
                </a:solidFill>
                <a:effectLst/>
                <a:latin typeface="Calibri" panose="020F050202020403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Gobet</a:t>
            </a:r>
            <a:r>
              <a:rPr lang="en-GB" sz="2100">
                <a:solidFill>
                  <a:schemeClr val="tx1">
                    <a:lumMod val="50000"/>
                    <a:lumOff val="50000"/>
                  </a:schemeClr>
                </a:solidFill>
                <a:effectLst/>
                <a:latin typeface="Calibri" panose="020F050202020403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 2017</a:t>
            </a:r>
            <a:r>
              <a:rPr lang="en-GB" sz="2100">
                <a:effectLst/>
                <a:latin typeface="Calibri" panose="020F0502020204030204" pitchFamily="34" charset="0"/>
                <a:ea typeface="Calibri" panose="020F0502020204030204" pitchFamily="34" charset="0"/>
              </a:rPr>
              <a:t>). </a:t>
            </a:r>
          </a:p>
          <a:p>
            <a:endParaRPr lang="en-GB" sz="2100"/>
          </a:p>
        </p:txBody>
      </p:sp>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p:txBody>
          <a:bodyPr/>
          <a:lstStyle/>
          <a:p>
            <a:fld id="{F120EC50-82ED-45BA-9B48-47FD87D12700}" type="slidenum">
              <a:rPr lang="en-GB" smtClean="0"/>
              <a:pPr/>
              <a:t>62</a:t>
            </a:fld>
            <a:endParaRPr lang="en-GB"/>
          </a:p>
        </p:txBody>
      </p:sp>
    </p:spTree>
    <p:extLst>
      <p:ext uri="{BB962C8B-B14F-4D97-AF65-F5344CB8AC3E}">
        <p14:creationId xmlns:p14="http://schemas.microsoft.com/office/powerpoint/2010/main" val="26133692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A5DE4-9000-802F-F422-0C8C1D33BF92}"/>
              </a:ext>
            </a:extLst>
          </p:cNvPr>
          <p:cNvSpPr>
            <a:spLocks noGrp="1"/>
          </p:cNvSpPr>
          <p:nvPr>
            <p:ph type="title"/>
          </p:nvPr>
        </p:nvSpPr>
        <p:spPr>
          <a:xfrm>
            <a:off x="838200" y="365125"/>
            <a:ext cx="10515600" cy="2844800"/>
          </a:xfrm>
        </p:spPr>
        <p:txBody>
          <a:bodyPr>
            <a:normAutofit/>
          </a:bodyPr>
          <a:lstStyle/>
          <a:p>
            <a:pPr algn="ctr"/>
            <a:r>
              <a:rPr lang="en-US" sz="5400" b="1"/>
              <a:t>Language learning: </a:t>
            </a:r>
            <a:br>
              <a:rPr lang="en-US"/>
            </a:br>
            <a:br>
              <a:rPr lang="en-US"/>
            </a:br>
            <a:r>
              <a:rPr lang="en-US"/>
              <a:t>Analyses and hypotheses</a:t>
            </a:r>
            <a:endParaRPr lang="en-GB"/>
          </a:p>
        </p:txBody>
      </p:sp>
      <p:sp>
        <p:nvSpPr>
          <p:cNvPr id="3" name="Content Placeholder 2">
            <a:extLst>
              <a:ext uri="{FF2B5EF4-FFF2-40B4-BE49-F238E27FC236}">
                <a16:creationId xmlns:a16="http://schemas.microsoft.com/office/drawing/2014/main" id="{D9C9D971-EEC7-8B7C-429B-F86F8BAB6ABD}"/>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C30C1D89-0471-309D-53BD-DB00487BFB32}"/>
              </a:ext>
            </a:extLst>
          </p:cNvPr>
          <p:cNvSpPr>
            <a:spLocks noGrp="1"/>
          </p:cNvSpPr>
          <p:nvPr>
            <p:ph type="sldNum" sz="quarter" idx="12"/>
          </p:nvPr>
        </p:nvSpPr>
        <p:spPr/>
        <p:txBody>
          <a:bodyPr/>
          <a:lstStyle/>
          <a:p>
            <a:fld id="{F120EC50-82ED-45BA-9B48-47FD87D12700}" type="slidenum">
              <a:rPr lang="en-GB" smtClean="0"/>
              <a:pPr/>
              <a:t>63</a:t>
            </a:fld>
            <a:endParaRPr lang="en-GB"/>
          </a:p>
        </p:txBody>
      </p:sp>
    </p:spTree>
    <p:extLst>
      <p:ext uri="{BB962C8B-B14F-4D97-AF65-F5344CB8AC3E}">
        <p14:creationId xmlns:p14="http://schemas.microsoft.com/office/powerpoint/2010/main" val="2441052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365125"/>
            <a:ext cx="10515600" cy="987425"/>
          </a:xfrm>
        </p:spPr>
        <p:txBody>
          <a:bodyPr>
            <a:normAutofit/>
          </a:bodyPr>
          <a:lstStyle/>
          <a:p>
            <a:pPr algn="ctr"/>
            <a:r>
              <a:rPr lang="en-US"/>
              <a:t>Language learning</a:t>
            </a:r>
            <a:endParaRPr lang="en-GB"/>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838200" y="1533524"/>
            <a:ext cx="10515600" cy="4752975"/>
          </a:xfrm>
        </p:spPr>
        <p:txBody>
          <a:bodyPr>
            <a:noAutofit/>
          </a:bodyPr>
          <a:lstStyle/>
          <a:p>
            <a:r>
              <a:rPr lang="en-US" sz="2100"/>
              <a:t>Hypothesis 1: greater executive functions </a:t>
            </a:r>
            <a:r>
              <a:rPr lang="en-GB" sz="2100">
                <a:effectLst/>
                <a:latin typeface="Calibri" panose="020F0502020204030204" pitchFamily="34" charset="0"/>
                <a:ea typeface="Calibri" panose="020F0502020204030204" pitchFamily="34" charset="0"/>
              </a:rPr>
              <a:t>(overall, incl. </a:t>
            </a:r>
            <a:r>
              <a:rPr lang="en-GB" sz="2100" err="1">
                <a:effectLst/>
                <a:latin typeface="Calibri" panose="020F0502020204030204" pitchFamily="34" charset="0"/>
                <a:ea typeface="Calibri" panose="020F0502020204030204" pitchFamily="34" charset="0"/>
              </a:rPr>
              <a:t>rs</a:t>
            </a:r>
            <a:r>
              <a:rPr lang="en-GB" sz="2100">
                <a:effectLst/>
                <a:latin typeface="Calibri" panose="020F0502020204030204" pitchFamily="34" charset="0"/>
                <a:ea typeface="Calibri" panose="020F0502020204030204" pitchFamily="34" charset="0"/>
              </a:rPr>
              <a:t>-EEG)</a:t>
            </a:r>
            <a:r>
              <a:rPr lang="en-US" sz="2100"/>
              <a:t> </a:t>
            </a:r>
            <a:r>
              <a:rPr lang="en-US" sz="2100">
                <a:sym typeface="Wingdings" panose="05000000000000000000" pitchFamily="2" charset="2"/>
              </a:rPr>
              <a:t> better language learning</a:t>
            </a:r>
          </a:p>
          <a:p>
            <a:endParaRPr lang="en-US" sz="2100">
              <a:sym typeface="Wingdings" panose="05000000000000000000" pitchFamily="2" charset="2"/>
            </a:endParaRPr>
          </a:p>
          <a:p>
            <a:r>
              <a:rPr lang="en-US" sz="2100">
                <a:sym typeface="Wingdings" panose="05000000000000000000" pitchFamily="2" charset="2"/>
              </a:rPr>
              <a:t>Exploratory analysis: relative importance of the four executive function measures</a:t>
            </a:r>
          </a:p>
          <a:p>
            <a:endParaRPr lang="en-US" sz="100">
              <a:sym typeface="Wingdings" panose="05000000000000000000" pitchFamily="2" charset="2"/>
            </a:endParaRPr>
          </a:p>
          <a:p>
            <a:pPr lvl="1"/>
            <a:r>
              <a:rPr lang="en-US" sz="1800">
                <a:sym typeface="Wingdings" panose="05000000000000000000" pitchFamily="2" charset="2"/>
              </a:rPr>
              <a:t>Hypotheses to be set a priori where possible</a:t>
            </a:r>
            <a:endParaRPr lang="en-US" sz="1700"/>
          </a:p>
          <a:p>
            <a:endParaRPr lang="en-US" sz="2100"/>
          </a:p>
          <a:p>
            <a:r>
              <a:rPr lang="en-US" sz="2100"/>
              <a:t>Hypothesis 2: greater executive functions </a:t>
            </a:r>
            <a:r>
              <a:rPr lang="en-GB" sz="2100">
                <a:effectLst/>
                <a:latin typeface="Calibri" panose="020F0502020204030204" pitchFamily="34" charset="0"/>
                <a:ea typeface="Calibri" panose="020F0502020204030204" pitchFamily="34" charset="0"/>
              </a:rPr>
              <a:t>(overall, incl. </a:t>
            </a:r>
            <a:r>
              <a:rPr lang="en-GB" sz="2100" err="1">
                <a:effectLst/>
                <a:latin typeface="Calibri" panose="020F0502020204030204" pitchFamily="34" charset="0"/>
                <a:ea typeface="Calibri" panose="020F0502020204030204" pitchFamily="34" charset="0"/>
              </a:rPr>
              <a:t>rs</a:t>
            </a:r>
            <a:r>
              <a:rPr lang="en-GB" sz="2100">
                <a:effectLst/>
                <a:latin typeface="Calibri" panose="020F0502020204030204" pitchFamily="34" charset="0"/>
                <a:ea typeface="Calibri" panose="020F0502020204030204" pitchFamily="34" charset="0"/>
              </a:rPr>
              <a:t>-EEG)</a:t>
            </a:r>
            <a:r>
              <a:rPr lang="en-US" sz="2100"/>
              <a:t> </a:t>
            </a:r>
            <a:r>
              <a:rPr lang="en-US" sz="2100">
                <a:sym typeface="Wingdings" panose="05000000000000000000" pitchFamily="2" charset="2"/>
              </a:rPr>
              <a:t> greater longitudinal improvements in language learning due to better accumulation of knowledge</a:t>
            </a:r>
          </a:p>
          <a:p>
            <a:endParaRPr lang="en-US" sz="2100"/>
          </a:p>
          <a:p>
            <a:r>
              <a:rPr lang="en-US" sz="2100"/>
              <a:t>Hypothesis 3: longitudinal retests in the grammatical properties </a:t>
            </a:r>
            <a:r>
              <a:rPr lang="en-US" sz="2100">
                <a:sym typeface="Wingdings" panose="05000000000000000000" pitchFamily="2" charset="2"/>
              </a:rPr>
              <a:t> better language learning</a:t>
            </a:r>
            <a:endParaRPr lang="en-US" sz="2100"/>
          </a:p>
          <a:p>
            <a:endParaRPr lang="en-US" sz="400"/>
          </a:p>
          <a:p>
            <a:pPr lvl="1"/>
            <a:r>
              <a:rPr lang="en-US" sz="2000"/>
              <a:t>Minor caveat: limited variation due to accuracy threshold in the tests. That is, participants can only do the experiment if they pass the test with a minimum of 80%.</a:t>
            </a:r>
          </a:p>
          <a:p>
            <a:pPr lvl="1"/>
            <a:endParaRPr lang="en-US" sz="2100"/>
          </a:p>
          <a:p>
            <a:endParaRPr lang="en-GB" sz="2100"/>
          </a:p>
        </p:txBody>
      </p:sp>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p:txBody>
          <a:bodyPr/>
          <a:lstStyle/>
          <a:p>
            <a:fld id="{F120EC50-82ED-45BA-9B48-47FD87D12700}" type="slidenum">
              <a:rPr lang="en-GB" smtClean="0"/>
              <a:pPr/>
              <a:t>64</a:t>
            </a:fld>
            <a:endParaRPr lang="en-GB"/>
          </a:p>
        </p:txBody>
      </p:sp>
    </p:spTree>
    <p:extLst>
      <p:ext uri="{BB962C8B-B14F-4D97-AF65-F5344CB8AC3E}">
        <p14:creationId xmlns:p14="http://schemas.microsoft.com/office/powerpoint/2010/main" val="15555092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A5DE4-9000-802F-F422-0C8C1D33BF92}"/>
              </a:ext>
            </a:extLst>
          </p:cNvPr>
          <p:cNvSpPr>
            <a:spLocks noGrp="1"/>
          </p:cNvSpPr>
          <p:nvPr>
            <p:ph type="title"/>
          </p:nvPr>
        </p:nvSpPr>
        <p:spPr>
          <a:xfrm>
            <a:off x="838200" y="365125"/>
            <a:ext cx="10515600" cy="2844800"/>
          </a:xfrm>
        </p:spPr>
        <p:txBody>
          <a:bodyPr>
            <a:normAutofit/>
          </a:bodyPr>
          <a:lstStyle/>
          <a:p>
            <a:pPr algn="ctr"/>
            <a:r>
              <a:rPr lang="en-GB" sz="5400" b="1" dirty="0"/>
              <a:t>Morphosyntactic</a:t>
            </a:r>
            <a:r>
              <a:rPr lang="en-US" sz="5400" b="1" dirty="0"/>
              <a:t> transfer: </a:t>
            </a:r>
            <a:br>
              <a:rPr lang="en-US" sz="5400" b="1" dirty="0"/>
            </a:br>
            <a:br>
              <a:rPr lang="en-US" dirty="0"/>
            </a:br>
            <a:r>
              <a:rPr lang="en-US" dirty="0"/>
              <a:t>Analyses and hypotheses</a:t>
            </a:r>
            <a:endParaRPr lang="en-GB" dirty="0"/>
          </a:p>
        </p:txBody>
      </p:sp>
      <p:sp>
        <p:nvSpPr>
          <p:cNvPr id="3" name="Content Placeholder 2">
            <a:extLst>
              <a:ext uri="{FF2B5EF4-FFF2-40B4-BE49-F238E27FC236}">
                <a16:creationId xmlns:a16="http://schemas.microsoft.com/office/drawing/2014/main" id="{D9C9D971-EEC7-8B7C-429B-F86F8BAB6ABD}"/>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C30C1D89-0471-309D-53BD-DB00487BFB32}"/>
              </a:ext>
            </a:extLst>
          </p:cNvPr>
          <p:cNvSpPr>
            <a:spLocks noGrp="1"/>
          </p:cNvSpPr>
          <p:nvPr>
            <p:ph type="sldNum" sz="quarter" idx="12"/>
          </p:nvPr>
        </p:nvSpPr>
        <p:spPr/>
        <p:txBody>
          <a:bodyPr/>
          <a:lstStyle/>
          <a:p>
            <a:fld id="{F120EC50-82ED-45BA-9B48-47FD87D12700}" type="slidenum">
              <a:rPr lang="en-GB" smtClean="0"/>
              <a:pPr/>
              <a:t>65</a:t>
            </a:fld>
            <a:endParaRPr lang="en-GB"/>
          </a:p>
        </p:txBody>
      </p:sp>
    </p:spTree>
    <p:extLst>
      <p:ext uri="{BB962C8B-B14F-4D97-AF65-F5344CB8AC3E}">
        <p14:creationId xmlns:p14="http://schemas.microsoft.com/office/powerpoint/2010/main" val="39232252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22F362-A678-5793-BEBD-A751B0205B66}"/>
              </a:ext>
            </a:extLst>
          </p:cNvPr>
          <p:cNvSpPr>
            <a:spLocks noGrp="1"/>
          </p:cNvSpPr>
          <p:nvPr>
            <p:ph type="sldNum" sz="quarter" idx="12"/>
          </p:nvPr>
        </p:nvSpPr>
        <p:spPr/>
        <p:txBody>
          <a:bodyPr/>
          <a:lstStyle/>
          <a:p>
            <a:fld id="{F120EC50-82ED-45BA-9B48-47FD87D12700}" type="slidenum">
              <a:rPr lang="en-GB" smtClean="0"/>
              <a:t>66</a:t>
            </a:fld>
            <a:endParaRPr lang="en-GB"/>
          </a:p>
        </p:txBody>
      </p:sp>
      <p:sp>
        <p:nvSpPr>
          <p:cNvPr id="2" name="TextBox 1">
            <a:extLst>
              <a:ext uri="{FF2B5EF4-FFF2-40B4-BE49-F238E27FC236}">
                <a16:creationId xmlns:a16="http://schemas.microsoft.com/office/drawing/2014/main" id="{242F1163-4CAB-71E7-D359-47F0D2CA1A12}"/>
              </a:ext>
            </a:extLst>
          </p:cNvPr>
          <p:cNvSpPr txBox="1"/>
          <p:nvPr/>
        </p:nvSpPr>
        <p:spPr>
          <a:xfrm>
            <a:off x="838198" y="504825"/>
            <a:ext cx="10515603" cy="1906676"/>
          </a:xfrm>
          <a:prstGeom prst="rect">
            <a:avLst/>
          </a:prstGeom>
          <a:noFill/>
        </p:spPr>
        <p:txBody>
          <a:bodyPr wrap="square" rtlCol="0">
            <a:spAutoFit/>
          </a:bodyPr>
          <a:lstStyle/>
          <a:p>
            <a:pPr lvl="1"/>
            <a:r>
              <a:rPr lang="en-US" sz="2800" b="1" err="1"/>
              <a:t>Standardised</a:t>
            </a:r>
            <a:r>
              <a:rPr lang="en-US" sz="2800" b="1"/>
              <a:t> numeric predictions</a:t>
            </a:r>
          </a:p>
          <a:p>
            <a:pPr lvl="1" algn="ctr"/>
            <a:endParaRPr lang="en-US" sz="300" b="1"/>
          </a:p>
          <a:p>
            <a:pPr marL="1085850" lvl="1" indent="-342900">
              <a:lnSpc>
                <a:spcPct val="150000"/>
              </a:lnSpc>
              <a:buFont typeface="Arial" panose="020B0604020202020204" pitchFamily="34" charset="0"/>
              <a:buChar char="•"/>
            </a:pPr>
            <a:r>
              <a:rPr lang="en-US" sz="2000"/>
              <a:t>Effect sizes </a:t>
            </a:r>
            <a:r>
              <a:rPr lang="en-US" sz="2000" err="1"/>
              <a:t>standardised</a:t>
            </a:r>
            <a:r>
              <a:rPr lang="en-US" sz="2000"/>
              <a:t> between 0 and 10</a:t>
            </a:r>
          </a:p>
          <a:p>
            <a:pPr marL="1085850" lvl="1" indent="-342900">
              <a:lnSpc>
                <a:spcPct val="150000"/>
              </a:lnSpc>
              <a:buFont typeface="Arial" panose="020B0604020202020204" pitchFamily="34" charset="0"/>
              <a:buChar char="•"/>
            </a:pPr>
            <a:r>
              <a:rPr lang="en-US" sz="2000" err="1"/>
              <a:t>Visualisation</a:t>
            </a:r>
            <a:r>
              <a:rPr lang="en-US" sz="2000"/>
              <a:t> of numerous comparisons across conditions and models</a:t>
            </a:r>
          </a:p>
          <a:p>
            <a:pPr marL="1085850" lvl="1" indent="-342900">
              <a:lnSpc>
                <a:spcPct val="150000"/>
              </a:lnSpc>
              <a:buFont typeface="Arial" panose="020B0604020202020204" pitchFamily="34" charset="0"/>
              <a:buChar char="•"/>
            </a:pPr>
            <a:r>
              <a:rPr lang="en-US" sz="2000"/>
              <a:t>Pave the way towards computational models with numeric predictions</a:t>
            </a:r>
            <a:endParaRPr lang="en-GB" sz="3000" b="1">
              <a:solidFill>
                <a:schemeClr val="accent1">
                  <a:lumMod val="50000"/>
                </a:schemeClr>
              </a:solidFill>
            </a:endParaRPr>
          </a:p>
        </p:txBody>
      </p:sp>
    </p:spTree>
    <p:extLst>
      <p:ext uri="{BB962C8B-B14F-4D97-AF65-F5344CB8AC3E}">
        <p14:creationId xmlns:p14="http://schemas.microsoft.com/office/powerpoint/2010/main" val="4233196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DB3D08E4-B8A9-7BC6-875E-662A5FE57867}"/>
              </a:ext>
            </a:extLst>
          </p:cNvPr>
          <p:cNvGraphicFramePr>
            <a:graphicFrameLocks noGrp="1"/>
          </p:cNvGraphicFramePr>
          <p:nvPr>
            <p:ph idx="1"/>
            <p:extLst>
              <p:ext uri="{D42A27DB-BD31-4B8C-83A1-F6EECF244321}">
                <p14:modId xmlns:p14="http://schemas.microsoft.com/office/powerpoint/2010/main" val="2745392626"/>
              </p:ext>
            </p:extLst>
          </p:nvPr>
        </p:nvGraphicFramePr>
        <p:xfrm>
          <a:off x="838200" y="3275742"/>
          <a:ext cx="10515600" cy="2966720"/>
        </p:xfrm>
        <a:graphic>
          <a:graphicData uri="http://schemas.openxmlformats.org/drawingml/2006/table">
            <a:tbl>
              <a:tblPr firstRow="1" bandRow="1">
                <a:tableStyleId>{7DF18680-E054-41AD-8BC1-D1AEF772440D}</a:tableStyleId>
              </a:tblPr>
              <a:tblGrid>
                <a:gridCol w="1752600">
                  <a:extLst>
                    <a:ext uri="{9D8B030D-6E8A-4147-A177-3AD203B41FA5}">
                      <a16:colId xmlns:a16="http://schemas.microsoft.com/office/drawing/2014/main" val="3753659928"/>
                    </a:ext>
                  </a:extLst>
                </a:gridCol>
                <a:gridCol w="1752600">
                  <a:extLst>
                    <a:ext uri="{9D8B030D-6E8A-4147-A177-3AD203B41FA5}">
                      <a16:colId xmlns:a16="http://schemas.microsoft.com/office/drawing/2014/main" val="2954937824"/>
                    </a:ext>
                  </a:extLst>
                </a:gridCol>
                <a:gridCol w="1752600">
                  <a:extLst>
                    <a:ext uri="{9D8B030D-6E8A-4147-A177-3AD203B41FA5}">
                      <a16:colId xmlns:a16="http://schemas.microsoft.com/office/drawing/2014/main" val="2444163940"/>
                    </a:ext>
                  </a:extLst>
                </a:gridCol>
                <a:gridCol w="1752600">
                  <a:extLst>
                    <a:ext uri="{9D8B030D-6E8A-4147-A177-3AD203B41FA5}">
                      <a16:colId xmlns:a16="http://schemas.microsoft.com/office/drawing/2014/main" val="4130901779"/>
                    </a:ext>
                  </a:extLst>
                </a:gridCol>
                <a:gridCol w="1752600">
                  <a:extLst>
                    <a:ext uri="{9D8B030D-6E8A-4147-A177-3AD203B41FA5}">
                      <a16:colId xmlns:a16="http://schemas.microsoft.com/office/drawing/2014/main" val="368359719"/>
                    </a:ext>
                  </a:extLst>
                </a:gridCol>
                <a:gridCol w="1752600">
                  <a:extLst>
                    <a:ext uri="{9D8B030D-6E8A-4147-A177-3AD203B41FA5}">
                      <a16:colId xmlns:a16="http://schemas.microsoft.com/office/drawing/2014/main" val="1257627157"/>
                    </a:ext>
                  </a:extLst>
                </a:gridCol>
              </a:tblGrid>
              <a:tr h="370840">
                <a:tc>
                  <a:txBody>
                    <a:bodyPr/>
                    <a:lstStyle/>
                    <a:p>
                      <a:pPr algn="ctr"/>
                      <a:r>
                        <a:rPr lang="en-US"/>
                        <a:t>Property</a:t>
                      </a:r>
                      <a:endParaRPr lang="en-GB"/>
                    </a:p>
                  </a:txBody>
                  <a:tcPr/>
                </a:tc>
                <a:tc>
                  <a:txBody>
                    <a:bodyPr/>
                    <a:lstStyle/>
                    <a:p>
                      <a:pPr algn="ctr"/>
                      <a:r>
                        <a:rPr lang="en-US"/>
                        <a:t>Artificial lang.</a:t>
                      </a:r>
                      <a:endParaRPr lang="en-GB"/>
                    </a:p>
                  </a:txBody>
                  <a:tcPr/>
                </a:tc>
                <a:tc>
                  <a:txBody>
                    <a:bodyPr/>
                    <a:lstStyle/>
                    <a:p>
                      <a:pPr algn="ctr"/>
                      <a:r>
                        <a:rPr lang="en-US"/>
                        <a:t>L2SFM</a:t>
                      </a:r>
                      <a:endParaRPr lang="en-GB"/>
                    </a:p>
                  </a:txBody>
                  <a:tcPr/>
                </a:tc>
                <a:tc>
                  <a:txBody>
                    <a:bodyPr/>
                    <a:lstStyle/>
                    <a:p>
                      <a:pPr algn="ctr"/>
                      <a:r>
                        <a:rPr lang="en-US"/>
                        <a:t>CEM</a:t>
                      </a:r>
                      <a:endParaRPr lang="en-GB"/>
                    </a:p>
                  </a:txBody>
                  <a:tcPr/>
                </a:tc>
                <a:tc>
                  <a:txBody>
                    <a:bodyPr/>
                    <a:lstStyle/>
                    <a:p>
                      <a:pPr algn="ctr"/>
                      <a:r>
                        <a:rPr lang="en-US"/>
                        <a:t>LPM</a:t>
                      </a:r>
                      <a:endParaRPr lang="en-GB"/>
                    </a:p>
                  </a:txBody>
                  <a:tcPr/>
                </a:tc>
                <a:tc>
                  <a:txBody>
                    <a:bodyPr/>
                    <a:lstStyle/>
                    <a:p>
                      <a:pPr algn="ctr"/>
                      <a:r>
                        <a:rPr lang="en-US"/>
                        <a:t>TPM</a:t>
                      </a:r>
                      <a:endParaRPr lang="en-GB"/>
                    </a:p>
                  </a:txBody>
                  <a:tcPr/>
                </a:tc>
                <a:extLst>
                  <a:ext uri="{0D108BD9-81ED-4DB2-BD59-A6C34878D82A}">
                    <a16:rowId xmlns:a16="http://schemas.microsoft.com/office/drawing/2014/main" val="456085223"/>
                  </a:ext>
                </a:extLst>
              </a:tr>
              <a:tr h="370840">
                <a:tc>
                  <a:txBody>
                    <a:bodyPr/>
                    <a:lstStyle/>
                    <a:p>
                      <a:endParaRPr lang="en-GB"/>
                    </a:p>
                  </a:txBody>
                  <a:tcPr/>
                </a:tc>
                <a:tc>
                  <a:txBody>
                    <a:bodyPr/>
                    <a:lstStyle/>
                    <a:p>
                      <a:endParaRPr lang="en-GB"/>
                    </a:p>
                  </a:txBody>
                  <a:tcPr/>
                </a:tc>
                <a:tc>
                  <a:txBody>
                    <a:bodyPr/>
                    <a:lstStyle/>
                    <a:p>
                      <a:pPr algn="ctr"/>
                      <a:r>
                        <a:rPr lang="en-US">
                          <a:solidFill>
                            <a:schemeClr val="bg1">
                              <a:lumMod val="85000"/>
                            </a:schemeClr>
                          </a:solidFill>
                        </a:rPr>
                        <a:t>L2 default</a:t>
                      </a:r>
                      <a:endParaRPr lang="en-GB">
                        <a:solidFill>
                          <a:schemeClr val="bg1">
                            <a:lumMod val="85000"/>
                          </a:schemeClr>
                        </a:solidFill>
                      </a:endParaRPr>
                    </a:p>
                  </a:txBody>
                  <a:tcPr>
                    <a:solidFill>
                      <a:schemeClr val="accent5">
                        <a:lumMod val="75000"/>
                      </a:schemeClr>
                    </a:solidFill>
                  </a:tcPr>
                </a:tc>
                <a:tc>
                  <a:txBody>
                    <a:bodyPr/>
                    <a:lstStyle/>
                    <a:p>
                      <a:pPr algn="ctr"/>
                      <a:r>
                        <a:rPr lang="en-US">
                          <a:solidFill>
                            <a:schemeClr val="bg1">
                              <a:lumMod val="85000"/>
                            </a:schemeClr>
                          </a:solidFill>
                        </a:rPr>
                        <a:t>prop. by prop.</a:t>
                      </a:r>
                      <a:endParaRPr lang="en-GB">
                        <a:solidFill>
                          <a:schemeClr val="bg1">
                            <a:lumMod val="85000"/>
                          </a:schemeClr>
                        </a:solidFill>
                      </a:endParaRPr>
                    </a:p>
                  </a:txBody>
                  <a:tcPr>
                    <a:solidFill>
                      <a:schemeClr val="accent5">
                        <a:lumMod val="75000"/>
                      </a:schemeClr>
                    </a:solidFill>
                  </a:tcPr>
                </a:tc>
                <a:tc>
                  <a:txBody>
                    <a:bodyPr/>
                    <a:lstStyle/>
                    <a:p>
                      <a:pPr algn="ctr"/>
                      <a:r>
                        <a:rPr lang="en-US">
                          <a:solidFill>
                            <a:schemeClr val="bg1">
                              <a:lumMod val="85000"/>
                            </a:schemeClr>
                          </a:solidFill>
                        </a:rPr>
                        <a:t>prop. by prop.</a:t>
                      </a:r>
                      <a:endParaRPr lang="en-GB">
                        <a:solidFill>
                          <a:schemeClr val="bg1">
                            <a:lumMod val="85000"/>
                          </a:schemeClr>
                        </a:solidFill>
                      </a:endParaRPr>
                    </a:p>
                  </a:txBody>
                  <a:tcPr>
                    <a:solidFill>
                      <a:schemeClr val="accent5">
                        <a:lumMod val="75000"/>
                      </a:schemeClr>
                    </a:solidFill>
                  </a:tcPr>
                </a:tc>
                <a:tc>
                  <a:txBody>
                    <a:bodyPr/>
                    <a:lstStyle/>
                    <a:p>
                      <a:pPr algn="ctr"/>
                      <a:r>
                        <a:rPr lang="en-US">
                          <a:solidFill>
                            <a:schemeClr val="bg1">
                              <a:lumMod val="85000"/>
                            </a:schemeClr>
                          </a:solidFill>
                        </a:rPr>
                        <a:t>full transfer</a:t>
                      </a:r>
                      <a:endParaRPr lang="en-GB">
                        <a:solidFill>
                          <a:schemeClr val="bg1">
                            <a:lumMod val="85000"/>
                          </a:schemeClr>
                        </a:solidFill>
                      </a:endParaRPr>
                    </a:p>
                  </a:txBody>
                  <a:tcPr>
                    <a:solidFill>
                      <a:schemeClr val="accent5">
                        <a:lumMod val="75000"/>
                      </a:schemeClr>
                    </a:solidFill>
                  </a:tcPr>
                </a:tc>
                <a:extLst>
                  <a:ext uri="{0D108BD9-81ED-4DB2-BD59-A6C34878D82A}">
                    <a16:rowId xmlns:a16="http://schemas.microsoft.com/office/drawing/2014/main" val="1069691092"/>
                  </a:ext>
                </a:extLst>
              </a:tr>
              <a:tr h="370840">
                <a:tc rowSpan="2">
                  <a:txBody>
                    <a:bodyPr/>
                    <a:lstStyle/>
                    <a:p>
                      <a:r>
                        <a:rPr lang="en-US"/>
                        <a:t>Gender agreement</a:t>
                      </a:r>
                      <a:endParaRPr lang="en-GB"/>
                    </a:p>
                  </a:txBody>
                  <a:tcPr/>
                </a:tc>
                <a:tc>
                  <a:txBody>
                    <a:bodyPr/>
                    <a:lstStyle/>
                    <a:p>
                      <a:r>
                        <a:rPr lang="en-US"/>
                        <a:t>Mini-Norwegian</a:t>
                      </a:r>
                      <a:endParaRPr lang="en-GB"/>
                    </a:p>
                  </a:txBody>
                  <a:tcPr/>
                </a:tc>
                <a:tc>
                  <a:txBody>
                    <a:bodyPr/>
                    <a:lstStyle/>
                    <a:p>
                      <a:pPr algn="ctr"/>
                      <a:r>
                        <a:rPr lang="en-US"/>
                        <a:t>0</a:t>
                      </a:r>
                      <a:endParaRPr lang="en-GB"/>
                    </a:p>
                  </a:txBody>
                  <a:tcPr/>
                </a:tc>
                <a:tc>
                  <a:txBody>
                    <a:bodyPr/>
                    <a:lstStyle/>
                    <a:p>
                      <a:pPr algn="ctr"/>
                      <a:r>
                        <a:rPr lang="en-GB"/>
                        <a:t>10</a:t>
                      </a:r>
                    </a:p>
                  </a:txBody>
                  <a:tcPr/>
                </a:tc>
                <a:tc>
                  <a:txBody>
                    <a:bodyPr/>
                    <a:lstStyle/>
                    <a:p>
                      <a:pPr algn="ctr"/>
                      <a:r>
                        <a:rPr lang="en-GB"/>
                        <a:t>5-10</a:t>
                      </a:r>
                    </a:p>
                  </a:txBody>
                  <a:tcPr/>
                </a:tc>
                <a:tc>
                  <a:txBody>
                    <a:bodyPr/>
                    <a:lstStyle/>
                    <a:p>
                      <a:pPr algn="ctr"/>
                      <a:r>
                        <a:rPr lang="en-GB"/>
                        <a:t>10</a:t>
                      </a:r>
                    </a:p>
                  </a:txBody>
                  <a:tcPr/>
                </a:tc>
                <a:extLst>
                  <a:ext uri="{0D108BD9-81ED-4DB2-BD59-A6C34878D82A}">
                    <a16:rowId xmlns:a16="http://schemas.microsoft.com/office/drawing/2014/main" val="208914580"/>
                  </a:ext>
                </a:extLst>
              </a:tr>
              <a:tr h="370840">
                <a:tc vMerge="1">
                  <a:txBody>
                    <a:bodyPr/>
                    <a:lstStyle/>
                    <a:p>
                      <a:endParaRPr lang="en-GB"/>
                    </a:p>
                  </a:txBody>
                  <a:tcPr/>
                </a:tc>
                <a:tc>
                  <a:txBody>
                    <a:bodyPr/>
                    <a:lstStyle/>
                    <a:p>
                      <a:r>
                        <a:rPr lang="en-US"/>
                        <a:t>Mini-English</a:t>
                      </a:r>
                      <a:endParaRPr lang="en-GB"/>
                    </a:p>
                  </a:txBody>
                  <a:tcPr/>
                </a:tc>
                <a:tc>
                  <a:txBody>
                    <a:bodyPr/>
                    <a:lstStyle/>
                    <a:p>
                      <a:pPr algn="ctr"/>
                      <a:r>
                        <a:rPr lang="en-GB"/>
                        <a:t>10</a:t>
                      </a:r>
                    </a:p>
                  </a:txBody>
                  <a:tcPr/>
                </a:tc>
                <a:tc>
                  <a:txBody>
                    <a:bodyPr/>
                    <a:lstStyle/>
                    <a:p>
                      <a:pPr algn="ctr"/>
                      <a:r>
                        <a:rPr lang="en-GB"/>
                        <a:t>10</a:t>
                      </a:r>
                    </a:p>
                  </a:txBody>
                  <a:tcPr/>
                </a:tc>
                <a:tc>
                  <a:txBody>
                    <a:bodyPr/>
                    <a:lstStyle/>
                    <a:p>
                      <a:pPr algn="ctr"/>
                      <a:r>
                        <a:rPr lang="en-GB"/>
                        <a:t>0-5</a:t>
                      </a:r>
                    </a:p>
                  </a:txBody>
                  <a:tcPr/>
                </a:tc>
                <a:tc>
                  <a:txBody>
                    <a:bodyPr/>
                    <a:lstStyle/>
                    <a:p>
                      <a:pPr algn="ctr"/>
                      <a:r>
                        <a:rPr lang="en-GB"/>
                        <a:t>0-2</a:t>
                      </a:r>
                    </a:p>
                  </a:txBody>
                  <a:tcPr/>
                </a:tc>
                <a:extLst>
                  <a:ext uri="{0D108BD9-81ED-4DB2-BD59-A6C34878D82A}">
                    <a16:rowId xmlns:a16="http://schemas.microsoft.com/office/drawing/2014/main" val="1526410031"/>
                  </a:ext>
                </a:extLst>
              </a:tr>
              <a:tr h="370840">
                <a:tc rowSpan="2">
                  <a:txBody>
                    <a:bodyPr/>
                    <a:lstStyle/>
                    <a:p>
                      <a:r>
                        <a:rPr lang="en-US"/>
                        <a:t>Differential object marking</a:t>
                      </a:r>
                      <a:endParaRPr lang="en-GB"/>
                    </a:p>
                  </a:txBody>
                  <a:tcPr/>
                </a:tc>
                <a:tc>
                  <a:txBody>
                    <a:bodyPr/>
                    <a:lstStyle/>
                    <a:p>
                      <a:r>
                        <a:rPr lang="en-US"/>
                        <a:t>Mini-Norwegian</a:t>
                      </a:r>
                      <a:endParaRPr lang="en-GB"/>
                    </a:p>
                  </a:txBody>
                  <a:tcPr/>
                </a:tc>
                <a:tc>
                  <a:txBody>
                    <a:bodyPr/>
                    <a:lstStyle/>
                    <a:p>
                      <a:pPr algn="ctr"/>
                      <a:r>
                        <a:rPr lang="en-GB"/>
                        <a:t>0-3</a:t>
                      </a:r>
                    </a:p>
                  </a:txBody>
                  <a:tcPr/>
                </a:tc>
                <a:tc>
                  <a:txBody>
                    <a:bodyPr/>
                    <a:lstStyle/>
                    <a:p>
                      <a:pPr algn="ctr"/>
                      <a:r>
                        <a:rPr lang="en-GB"/>
                        <a:t>0-3</a:t>
                      </a:r>
                    </a:p>
                  </a:txBody>
                  <a:tcPr/>
                </a:tc>
                <a:tc>
                  <a:txBody>
                    <a:bodyPr/>
                    <a:lstStyle/>
                    <a:p>
                      <a:pPr algn="ctr"/>
                      <a:r>
                        <a:rPr lang="en-GB"/>
                        <a:t>0-2</a:t>
                      </a:r>
                    </a:p>
                  </a:txBody>
                  <a:tcPr/>
                </a:tc>
                <a:tc>
                  <a:txBody>
                    <a:bodyPr/>
                    <a:lstStyle/>
                    <a:p>
                      <a:pPr algn="ctr"/>
                      <a:r>
                        <a:rPr lang="en-GB"/>
                        <a:t>0-2</a:t>
                      </a:r>
                    </a:p>
                  </a:txBody>
                  <a:tcPr/>
                </a:tc>
                <a:extLst>
                  <a:ext uri="{0D108BD9-81ED-4DB2-BD59-A6C34878D82A}">
                    <a16:rowId xmlns:a16="http://schemas.microsoft.com/office/drawing/2014/main" val="3575241088"/>
                  </a:ext>
                </a:extLst>
              </a:tr>
              <a:tr h="370840">
                <a:tc vMerge="1">
                  <a:txBody>
                    <a:bodyPr/>
                    <a:lstStyle/>
                    <a:p>
                      <a:endParaRPr lang="en-GB"/>
                    </a:p>
                  </a:txBody>
                  <a:tcPr/>
                </a:tc>
                <a:tc>
                  <a:txBody>
                    <a:bodyPr/>
                    <a:lstStyle/>
                    <a:p>
                      <a:r>
                        <a:rPr lang="en-US"/>
                        <a:t>Mini-English</a:t>
                      </a:r>
                      <a:endParaRPr lang="en-GB"/>
                    </a:p>
                  </a:txBody>
                  <a:tcPr/>
                </a:tc>
                <a:tc>
                  <a:txBody>
                    <a:bodyPr/>
                    <a:lstStyle/>
                    <a:p>
                      <a:pPr algn="ctr"/>
                      <a:r>
                        <a:rPr lang="en-GB"/>
                        <a:t>0-3</a:t>
                      </a:r>
                    </a:p>
                  </a:txBody>
                  <a:tcPr/>
                </a:tc>
                <a:tc>
                  <a:txBody>
                    <a:bodyPr/>
                    <a:lstStyle/>
                    <a:p>
                      <a:pPr algn="ctr"/>
                      <a:r>
                        <a:rPr lang="en-GB"/>
                        <a:t>0-3</a:t>
                      </a:r>
                    </a:p>
                  </a:txBody>
                  <a:tcPr/>
                </a:tc>
                <a:tc>
                  <a:txBody>
                    <a:bodyPr/>
                    <a:lstStyle/>
                    <a:p>
                      <a:pPr algn="ctr"/>
                      <a:r>
                        <a:rPr lang="en-GB"/>
                        <a:t>0-3</a:t>
                      </a:r>
                    </a:p>
                  </a:txBody>
                  <a:tcPr/>
                </a:tc>
                <a:tc>
                  <a:txBody>
                    <a:bodyPr/>
                    <a:lstStyle/>
                    <a:p>
                      <a:pPr algn="ctr"/>
                      <a:r>
                        <a:rPr lang="en-GB"/>
                        <a:t>0-3</a:t>
                      </a:r>
                    </a:p>
                  </a:txBody>
                  <a:tcPr/>
                </a:tc>
                <a:extLst>
                  <a:ext uri="{0D108BD9-81ED-4DB2-BD59-A6C34878D82A}">
                    <a16:rowId xmlns:a16="http://schemas.microsoft.com/office/drawing/2014/main" val="3640799968"/>
                  </a:ext>
                </a:extLst>
              </a:tr>
              <a:tr h="370840">
                <a:tc rowSpan="2">
                  <a:txBody>
                    <a:bodyPr/>
                    <a:lstStyle/>
                    <a:p>
                      <a:r>
                        <a:rPr lang="en-US"/>
                        <a:t>Verb-object number </a:t>
                      </a:r>
                      <a:r>
                        <a:rPr lang="en-US" err="1"/>
                        <a:t>agreem</a:t>
                      </a:r>
                      <a:r>
                        <a:rPr lang="en-US"/>
                        <a:t>.</a:t>
                      </a:r>
                      <a:endParaRPr lang="en-GB"/>
                    </a:p>
                  </a:txBody>
                  <a:tcPr/>
                </a:tc>
                <a:tc>
                  <a:txBody>
                    <a:bodyPr/>
                    <a:lstStyle/>
                    <a:p>
                      <a:r>
                        <a:rPr lang="en-US"/>
                        <a:t>Mini-Norwegian</a:t>
                      </a:r>
                      <a:endParaRPr lang="en-GB"/>
                    </a:p>
                  </a:txBody>
                  <a:tcPr/>
                </a:tc>
                <a:tc>
                  <a:txBody>
                    <a:bodyPr/>
                    <a:lstStyle/>
                    <a:p>
                      <a:pPr algn="ctr"/>
                      <a:r>
                        <a:rPr lang="en-GB"/>
                        <a:t>0-3</a:t>
                      </a:r>
                    </a:p>
                  </a:txBody>
                  <a:tcPr/>
                </a:tc>
                <a:tc>
                  <a:txBody>
                    <a:bodyPr/>
                    <a:lstStyle/>
                    <a:p>
                      <a:pPr algn="ctr"/>
                      <a:r>
                        <a:rPr lang="en-GB"/>
                        <a:t>3</a:t>
                      </a:r>
                    </a:p>
                  </a:txBody>
                  <a:tcPr/>
                </a:tc>
                <a:tc>
                  <a:txBody>
                    <a:bodyPr/>
                    <a:lstStyle/>
                    <a:p>
                      <a:pPr algn="ctr"/>
                      <a:r>
                        <a:rPr lang="en-GB"/>
                        <a:t>0-6</a:t>
                      </a:r>
                    </a:p>
                  </a:txBody>
                  <a:tcPr/>
                </a:tc>
                <a:tc>
                  <a:txBody>
                    <a:bodyPr/>
                    <a:lstStyle/>
                    <a:p>
                      <a:pPr algn="ctr"/>
                      <a:r>
                        <a:rPr lang="en-GB"/>
                        <a:t>0-5</a:t>
                      </a:r>
                    </a:p>
                  </a:txBody>
                  <a:tcPr/>
                </a:tc>
                <a:extLst>
                  <a:ext uri="{0D108BD9-81ED-4DB2-BD59-A6C34878D82A}">
                    <a16:rowId xmlns:a16="http://schemas.microsoft.com/office/drawing/2014/main" val="1060422989"/>
                  </a:ext>
                </a:extLst>
              </a:tr>
              <a:tr h="370840">
                <a:tc vMerge="1">
                  <a:txBody>
                    <a:bodyPr/>
                    <a:lstStyle/>
                    <a:p>
                      <a:endParaRPr lang="en-GB"/>
                    </a:p>
                  </a:txBody>
                  <a:tcPr/>
                </a:tc>
                <a:tc>
                  <a:txBody>
                    <a:bodyPr/>
                    <a:lstStyle/>
                    <a:p>
                      <a:r>
                        <a:rPr lang="en-US"/>
                        <a:t>Mini-English</a:t>
                      </a:r>
                      <a:endParaRPr lang="en-GB"/>
                    </a:p>
                  </a:txBody>
                  <a:tcPr/>
                </a:tc>
                <a:tc>
                  <a:txBody>
                    <a:bodyPr/>
                    <a:lstStyle/>
                    <a:p>
                      <a:pPr algn="ctr"/>
                      <a:r>
                        <a:rPr lang="en-GB"/>
                        <a:t>0-3</a:t>
                      </a:r>
                    </a:p>
                  </a:txBody>
                  <a:tcPr/>
                </a:tc>
                <a:tc>
                  <a:txBody>
                    <a:bodyPr/>
                    <a:lstStyle/>
                    <a:p>
                      <a:pPr algn="ctr"/>
                      <a:r>
                        <a:rPr lang="en-GB"/>
                        <a:t>3</a:t>
                      </a:r>
                    </a:p>
                  </a:txBody>
                  <a:tcPr/>
                </a:tc>
                <a:tc>
                  <a:txBody>
                    <a:bodyPr/>
                    <a:lstStyle/>
                    <a:p>
                      <a:pPr algn="ctr"/>
                      <a:r>
                        <a:rPr lang="en-GB"/>
                        <a:t>0-3</a:t>
                      </a:r>
                    </a:p>
                  </a:txBody>
                  <a:tcPr/>
                </a:tc>
                <a:tc>
                  <a:txBody>
                    <a:bodyPr/>
                    <a:lstStyle/>
                    <a:p>
                      <a:pPr algn="ctr"/>
                      <a:r>
                        <a:rPr lang="en-GB"/>
                        <a:t>0-3</a:t>
                      </a:r>
                    </a:p>
                  </a:txBody>
                  <a:tcPr/>
                </a:tc>
                <a:extLst>
                  <a:ext uri="{0D108BD9-81ED-4DB2-BD59-A6C34878D82A}">
                    <a16:rowId xmlns:a16="http://schemas.microsoft.com/office/drawing/2014/main" val="2484412121"/>
                  </a:ext>
                </a:extLst>
              </a:tr>
            </a:tbl>
          </a:graphicData>
        </a:graphic>
      </p:graphicFrame>
      <p:sp>
        <p:nvSpPr>
          <p:cNvPr id="3" name="Slide Number Placeholder 2">
            <a:extLst>
              <a:ext uri="{FF2B5EF4-FFF2-40B4-BE49-F238E27FC236}">
                <a16:creationId xmlns:a16="http://schemas.microsoft.com/office/drawing/2014/main" id="{5B22F362-A678-5793-BEBD-A751B0205B66}"/>
              </a:ext>
            </a:extLst>
          </p:cNvPr>
          <p:cNvSpPr>
            <a:spLocks noGrp="1"/>
          </p:cNvSpPr>
          <p:nvPr>
            <p:ph type="sldNum" sz="quarter" idx="12"/>
          </p:nvPr>
        </p:nvSpPr>
        <p:spPr/>
        <p:txBody>
          <a:bodyPr/>
          <a:lstStyle/>
          <a:p>
            <a:fld id="{F120EC50-82ED-45BA-9B48-47FD87D12700}" type="slidenum">
              <a:rPr lang="en-GB" smtClean="0"/>
              <a:t>67</a:t>
            </a:fld>
            <a:endParaRPr lang="en-GB"/>
          </a:p>
        </p:txBody>
      </p:sp>
      <p:sp>
        <p:nvSpPr>
          <p:cNvPr id="2" name="TextBox 1">
            <a:extLst>
              <a:ext uri="{FF2B5EF4-FFF2-40B4-BE49-F238E27FC236}">
                <a16:creationId xmlns:a16="http://schemas.microsoft.com/office/drawing/2014/main" id="{242F1163-4CAB-71E7-D359-47F0D2CA1A12}"/>
              </a:ext>
            </a:extLst>
          </p:cNvPr>
          <p:cNvSpPr txBox="1"/>
          <p:nvPr/>
        </p:nvSpPr>
        <p:spPr>
          <a:xfrm>
            <a:off x="838198" y="504772"/>
            <a:ext cx="10515603" cy="2713820"/>
          </a:xfrm>
          <a:prstGeom prst="rect">
            <a:avLst/>
          </a:prstGeom>
          <a:noFill/>
        </p:spPr>
        <p:txBody>
          <a:bodyPr wrap="square" rtlCol="0">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err="1">
                <a:ln>
                  <a:noFill/>
                </a:ln>
                <a:solidFill>
                  <a:prstClr val="black"/>
                </a:solidFill>
                <a:effectLst/>
                <a:uLnTx/>
                <a:uFillTx/>
                <a:latin typeface="Calibri" panose="020F0502020204030204"/>
                <a:ea typeface="+mn-ea"/>
                <a:cs typeface="+mn-cs"/>
              </a:rPr>
              <a:t>Standardised</a:t>
            </a:r>
            <a:r>
              <a:rPr kumimoji="0" lang="en-US" sz="2800" b="1" i="0" u="none" strike="noStrike" kern="1200" cap="none" spc="0" normalizeH="0" baseline="0" noProof="0">
                <a:ln>
                  <a:noFill/>
                </a:ln>
                <a:solidFill>
                  <a:prstClr val="black"/>
                </a:solidFill>
                <a:effectLst/>
                <a:uLnTx/>
                <a:uFillTx/>
                <a:latin typeface="Calibri" panose="020F0502020204030204"/>
                <a:ea typeface="+mn-ea"/>
                <a:cs typeface="+mn-cs"/>
              </a:rPr>
              <a:t> numeric predictions</a:t>
            </a:r>
          </a:p>
          <a:p>
            <a:pPr marL="457200" marR="0" lvl="1" indent="0" algn="ctr" defTabSz="914400" rtl="0" eaLnBrk="1" fontAlgn="auto" latinLnBrk="0" hangingPunct="1">
              <a:lnSpc>
                <a:spcPct val="100000"/>
              </a:lnSpc>
              <a:spcBef>
                <a:spcPts val="0"/>
              </a:spcBef>
              <a:spcAft>
                <a:spcPts val="0"/>
              </a:spcAft>
              <a:buClrTx/>
              <a:buSzTx/>
              <a:buFontTx/>
              <a:buNone/>
              <a:tabLst/>
              <a:defRPr/>
            </a:pPr>
            <a:endParaRPr kumimoji="0" lang="en-US" sz="300" b="1" i="0" u="none" strike="noStrike" kern="1200" cap="none" spc="0" normalizeH="0" baseline="0" noProof="0">
              <a:ln>
                <a:noFill/>
              </a:ln>
              <a:solidFill>
                <a:prstClr val="black"/>
              </a:solidFill>
              <a:effectLst/>
              <a:uLnTx/>
              <a:uFillTx/>
              <a:latin typeface="Calibri" panose="020F0502020204030204"/>
              <a:ea typeface="+mn-ea"/>
              <a:cs typeface="+mn-cs"/>
            </a:endParaRPr>
          </a:p>
          <a:p>
            <a:pPr marL="108585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Effect sizes </a:t>
            </a:r>
            <a:r>
              <a:rPr kumimoji="0" lang="en-US" sz="2000" b="0" i="0" u="none" strike="noStrike" kern="1200" cap="none" spc="0" normalizeH="0" baseline="0" noProof="0" err="1">
                <a:ln>
                  <a:noFill/>
                </a:ln>
                <a:solidFill>
                  <a:prstClr val="black"/>
                </a:solidFill>
                <a:effectLst/>
                <a:uLnTx/>
                <a:uFillTx/>
                <a:latin typeface="Calibri" panose="020F0502020204030204"/>
                <a:ea typeface="+mn-ea"/>
                <a:cs typeface="+mn-cs"/>
              </a:rPr>
              <a:t>standardised</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 between 0 and 10</a:t>
            </a:r>
          </a:p>
          <a:p>
            <a:pPr marL="108585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err="1">
                <a:ln>
                  <a:noFill/>
                </a:ln>
                <a:solidFill>
                  <a:prstClr val="black"/>
                </a:solidFill>
                <a:effectLst/>
                <a:uLnTx/>
                <a:uFillTx/>
                <a:latin typeface="Calibri" panose="020F0502020204030204"/>
                <a:ea typeface="+mn-ea"/>
                <a:cs typeface="+mn-cs"/>
              </a:rPr>
              <a:t>Visualisation</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 of numerous comparisons across conditions and models</a:t>
            </a:r>
          </a:p>
          <a:p>
            <a:pPr marL="108585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Pave the way towards computational models with numeric predictions</a:t>
            </a:r>
            <a:endParaRPr kumimoji="0" lang="en-GB" sz="3000" b="1" i="0" u="none" strike="noStrike" kern="1200" cap="none" spc="0" normalizeH="0" baseline="0" noProof="0">
              <a:ln>
                <a:noFill/>
              </a:ln>
              <a:solidFill>
                <a:srgbClr val="4472C4">
                  <a:lumMod val="50000"/>
                </a:srgbClr>
              </a:solidFill>
              <a:effectLst/>
              <a:uLnTx/>
              <a:uFillTx/>
              <a:latin typeface="Calibri" panose="020F0502020204030204"/>
              <a:ea typeface="+mn-ea"/>
              <a:cs typeface="+mn-cs"/>
            </a:endParaRPr>
          </a:p>
          <a:p>
            <a:pPr marL="628650" indent="-342900">
              <a:lnSpc>
                <a:spcPct val="150000"/>
              </a:lnSpc>
              <a:buFont typeface="Arial" panose="020B0604020202020204" pitchFamily="34" charset="0"/>
              <a:buChar char="•"/>
            </a:pPr>
            <a:endParaRPr lang="en-US" sz="500"/>
          </a:p>
          <a:p>
            <a:pPr marL="285750">
              <a:lnSpc>
                <a:spcPct val="150000"/>
              </a:lnSpc>
            </a:pPr>
            <a:r>
              <a:rPr lang="en-US" sz="3000" b="1">
                <a:solidFill>
                  <a:schemeClr val="accent1">
                    <a:lumMod val="50000"/>
                  </a:schemeClr>
                </a:solidFill>
              </a:rPr>
              <a:t>Norway site predictions</a:t>
            </a:r>
            <a:endParaRPr lang="en-GB" sz="3000" b="1">
              <a:solidFill>
                <a:schemeClr val="accent1">
                  <a:lumMod val="50000"/>
                </a:schemeClr>
              </a:solidFill>
            </a:endParaRPr>
          </a:p>
        </p:txBody>
      </p:sp>
    </p:spTree>
    <p:extLst>
      <p:ext uri="{BB962C8B-B14F-4D97-AF65-F5344CB8AC3E}">
        <p14:creationId xmlns:p14="http://schemas.microsoft.com/office/powerpoint/2010/main" val="4725882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3D5264-852E-C639-4DA0-1D7A8330E280}"/>
              </a:ext>
            </a:extLst>
          </p:cNvPr>
          <p:cNvSpPr>
            <a:spLocks noGrp="1"/>
          </p:cNvSpPr>
          <p:nvPr>
            <p:ph type="sldNum" sz="quarter" idx="12"/>
          </p:nvPr>
        </p:nvSpPr>
        <p:spPr/>
        <p:txBody>
          <a:bodyPr/>
          <a:lstStyle/>
          <a:p>
            <a:fld id="{F120EC50-82ED-45BA-9B48-47FD87D12700}" type="slidenum">
              <a:rPr lang="en-GB" smtClean="0"/>
              <a:pPr/>
              <a:t>68</a:t>
            </a:fld>
            <a:endParaRPr lang="en-GB"/>
          </a:p>
        </p:txBody>
      </p:sp>
      <p:graphicFrame>
        <p:nvGraphicFramePr>
          <p:cNvPr id="5" name="Table 4">
            <a:extLst>
              <a:ext uri="{FF2B5EF4-FFF2-40B4-BE49-F238E27FC236}">
                <a16:creationId xmlns:a16="http://schemas.microsoft.com/office/drawing/2014/main" id="{EDB88EF4-A7AE-5E38-53E4-B5E0F7239801}"/>
              </a:ext>
            </a:extLst>
          </p:cNvPr>
          <p:cNvGraphicFramePr>
            <a:graphicFrameLocks/>
          </p:cNvGraphicFramePr>
          <p:nvPr>
            <p:extLst>
              <p:ext uri="{D42A27DB-BD31-4B8C-83A1-F6EECF244321}">
                <p14:modId xmlns:p14="http://schemas.microsoft.com/office/powerpoint/2010/main" val="3055913802"/>
              </p:ext>
            </p:extLst>
          </p:nvPr>
        </p:nvGraphicFramePr>
        <p:xfrm>
          <a:off x="838198" y="1057245"/>
          <a:ext cx="10515603" cy="5191760"/>
        </p:xfrm>
        <a:graphic>
          <a:graphicData uri="http://schemas.openxmlformats.org/drawingml/2006/table">
            <a:tbl>
              <a:tblPr firstRow="1" bandRow="1">
                <a:tableStyleId>{00A15C55-8517-42AA-B614-E9B94910E393}</a:tableStyleId>
              </a:tblPr>
              <a:tblGrid>
                <a:gridCol w="1502229">
                  <a:extLst>
                    <a:ext uri="{9D8B030D-6E8A-4147-A177-3AD203B41FA5}">
                      <a16:colId xmlns:a16="http://schemas.microsoft.com/office/drawing/2014/main" val="3753659928"/>
                    </a:ext>
                  </a:extLst>
                </a:gridCol>
                <a:gridCol w="1502229">
                  <a:extLst>
                    <a:ext uri="{9D8B030D-6E8A-4147-A177-3AD203B41FA5}">
                      <a16:colId xmlns:a16="http://schemas.microsoft.com/office/drawing/2014/main" val="4262089616"/>
                    </a:ext>
                  </a:extLst>
                </a:gridCol>
                <a:gridCol w="1502229">
                  <a:extLst>
                    <a:ext uri="{9D8B030D-6E8A-4147-A177-3AD203B41FA5}">
                      <a16:colId xmlns:a16="http://schemas.microsoft.com/office/drawing/2014/main" val="2954937824"/>
                    </a:ext>
                  </a:extLst>
                </a:gridCol>
                <a:gridCol w="1502229">
                  <a:extLst>
                    <a:ext uri="{9D8B030D-6E8A-4147-A177-3AD203B41FA5}">
                      <a16:colId xmlns:a16="http://schemas.microsoft.com/office/drawing/2014/main" val="2444163940"/>
                    </a:ext>
                  </a:extLst>
                </a:gridCol>
                <a:gridCol w="1502229">
                  <a:extLst>
                    <a:ext uri="{9D8B030D-6E8A-4147-A177-3AD203B41FA5}">
                      <a16:colId xmlns:a16="http://schemas.microsoft.com/office/drawing/2014/main" val="4130901779"/>
                    </a:ext>
                  </a:extLst>
                </a:gridCol>
                <a:gridCol w="1502229">
                  <a:extLst>
                    <a:ext uri="{9D8B030D-6E8A-4147-A177-3AD203B41FA5}">
                      <a16:colId xmlns:a16="http://schemas.microsoft.com/office/drawing/2014/main" val="368359719"/>
                    </a:ext>
                  </a:extLst>
                </a:gridCol>
                <a:gridCol w="1502229">
                  <a:extLst>
                    <a:ext uri="{9D8B030D-6E8A-4147-A177-3AD203B41FA5}">
                      <a16:colId xmlns:a16="http://schemas.microsoft.com/office/drawing/2014/main" val="1257627157"/>
                    </a:ext>
                  </a:extLst>
                </a:gridCol>
              </a:tblGrid>
              <a:tr h="370840">
                <a:tc>
                  <a:txBody>
                    <a:bodyPr/>
                    <a:lstStyle/>
                    <a:p>
                      <a:pPr algn="ctr"/>
                      <a:r>
                        <a:rPr lang="en-US">
                          <a:solidFill>
                            <a:schemeClr val="tx1"/>
                          </a:solidFill>
                        </a:rPr>
                        <a:t>Property</a:t>
                      </a:r>
                      <a:endParaRPr lang="en-GB">
                        <a:solidFill>
                          <a:schemeClr val="tx1"/>
                        </a:solidFill>
                      </a:endParaRPr>
                    </a:p>
                  </a:txBody>
                  <a:tcPr/>
                </a:tc>
                <a:tc>
                  <a:txBody>
                    <a:bodyPr/>
                    <a:lstStyle/>
                    <a:p>
                      <a:pPr algn="ctr"/>
                      <a:r>
                        <a:rPr lang="en-GB">
                          <a:solidFill>
                            <a:schemeClr val="tx1"/>
                          </a:solidFill>
                        </a:rPr>
                        <a:t>Group</a:t>
                      </a:r>
                    </a:p>
                  </a:txBody>
                  <a:tcPr/>
                </a:tc>
                <a:tc>
                  <a:txBody>
                    <a:bodyPr/>
                    <a:lstStyle/>
                    <a:p>
                      <a:pPr algn="ctr"/>
                      <a:r>
                        <a:rPr lang="en-US">
                          <a:solidFill>
                            <a:schemeClr val="tx1"/>
                          </a:solidFill>
                        </a:rPr>
                        <a:t>Artificial lang.</a:t>
                      </a:r>
                      <a:endParaRPr lang="en-GB">
                        <a:solidFill>
                          <a:schemeClr val="tx1"/>
                        </a:solidFill>
                      </a:endParaRPr>
                    </a:p>
                  </a:txBody>
                  <a:tcPr/>
                </a:tc>
                <a:tc>
                  <a:txBody>
                    <a:bodyPr/>
                    <a:lstStyle/>
                    <a:p>
                      <a:pPr algn="ctr"/>
                      <a:r>
                        <a:rPr lang="en-US">
                          <a:solidFill>
                            <a:schemeClr val="tx1"/>
                          </a:solidFill>
                        </a:rPr>
                        <a:t>L2SFM</a:t>
                      </a:r>
                      <a:endParaRPr lang="en-GB">
                        <a:solidFill>
                          <a:schemeClr val="tx1"/>
                        </a:solidFill>
                      </a:endParaRPr>
                    </a:p>
                  </a:txBody>
                  <a:tcPr/>
                </a:tc>
                <a:tc>
                  <a:txBody>
                    <a:bodyPr/>
                    <a:lstStyle/>
                    <a:p>
                      <a:pPr algn="ctr"/>
                      <a:r>
                        <a:rPr lang="en-US">
                          <a:solidFill>
                            <a:schemeClr val="tx1"/>
                          </a:solidFill>
                        </a:rPr>
                        <a:t>CEM</a:t>
                      </a:r>
                      <a:endParaRPr lang="en-GB">
                        <a:solidFill>
                          <a:schemeClr val="tx1"/>
                        </a:solidFill>
                      </a:endParaRPr>
                    </a:p>
                  </a:txBody>
                  <a:tcPr/>
                </a:tc>
                <a:tc>
                  <a:txBody>
                    <a:bodyPr/>
                    <a:lstStyle/>
                    <a:p>
                      <a:pPr algn="ctr"/>
                      <a:r>
                        <a:rPr lang="en-US">
                          <a:solidFill>
                            <a:schemeClr val="tx1"/>
                          </a:solidFill>
                        </a:rPr>
                        <a:t>LPM</a:t>
                      </a:r>
                      <a:endParaRPr lang="en-GB">
                        <a:solidFill>
                          <a:schemeClr val="tx1"/>
                        </a:solidFill>
                      </a:endParaRPr>
                    </a:p>
                  </a:txBody>
                  <a:tcPr/>
                </a:tc>
                <a:tc>
                  <a:txBody>
                    <a:bodyPr/>
                    <a:lstStyle/>
                    <a:p>
                      <a:pPr algn="ctr"/>
                      <a:r>
                        <a:rPr lang="en-US">
                          <a:solidFill>
                            <a:schemeClr val="tx1"/>
                          </a:solidFill>
                        </a:rPr>
                        <a:t>TPM</a:t>
                      </a:r>
                      <a:endParaRPr lang="en-GB">
                        <a:solidFill>
                          <a:schemeClr val="tx1"/>
                        </a:solidFill>
                      </a:endParaRPr>
                    </a:p>
                  </a:txBody>
                  <a:tcPr/>
                </a:tc>
                <a:extLst>
                  <a:ext uri="{0D108BD9-81ED-4DB2-BD59-A6C34878D82A}">
                    <a16:rowId xmlns:a16="http://schemas.microsoft.com/office/drawing/2014/main" val="456085223"/>
                  </a:ext>
                </a:extLst>
              </a:tr>
              <a:tr h="370840">
                <a:tc>
                  <a:txBody>
                    <a:bodyPr/>
                    <a:lstStyle/>
                    <a:p>
                      <a:endParaRPr lang="en-GB"/>
                    </a:p>
                  </a:txBody>
                  <a:tcPr/>
                </a:tc>
                <a:tc>
                  <a:txBody>
                    <a:bodyPr/>
                    <a:lstStyle/>
                    <a:p>
                      <a:endParaRPr lang="en-US"/>
                    </a:p>
                  </a:txBody>
                  <a:tcPr/>
                </a:tc>
                <a:tc>
                  <a:txBody>
                    <a:bodyPr/>
                    <a:lstStyle/>
                    <a:p>
                      <a:endParaRPr lang="en-US"/>
                    </a:p>
                  </a:txBody>
                  <a:tcPr/>
                </a:tc>
                <a:tc>
                  <a:txBody>
                    <a:bodyPr/>
                    <a:lstStyle/>
                    <a:p>
                      <a:pPr algn="ctr"/>
                      <a:r>
                        <a:rPr lang="en-US">
                          <a:solidFill>
                            <a:schemeClr val="bg1">
                              <a:lumMod val="50000"/>
                            </a:schemeClr>
                          </a:solidFill>
                        </a:rPr>
                        <a:t>L2 default</a:t>
                      </a:r>
                      <a:endParaRPr lang="en-GB">
                        <a:solidFill>
                          <a:schemeClr val="bg1">
                            <a:lumMod val="50000"/>
                          </a:schemeClr>
                        </a:solidFill>
                      </a:endParaRPr>
                    </a:p>
                  </a:txBody>
                  <a:tcPr>
                    <a:solidFill>
                      <a:schemeClr val="accent4">
                        <a:lumMod val="60000"/>
                        <a:lumOff val="40000"/>
                      </a:schemeClr>
                    </a:solidFill>
                  </a:tcPr>
                </a:tc>
                <a:tc>
                  <a:txBody>
                    <a:bodyPr/>
                    <a:lstStyle/>
                    <a:p>
                      <a:pPr algn="ctr"/>
                      <a:r>
                        <a:rPr lang="en-US">
                          <a:solidFill>
                            <a:schemeClr val="bg1">
                              <a:lumMod val="50000"/>
                            </a:schemeClr>
                          </a:solidFill>
                        </a:rPr>
                        <a:t>prop. by prop.</a:t>
                      </a:r>
                      <a:endParaRPr lang="en-GB">
                        <a:solidFill>
                          <a:schemeClr val="bg1">
                            <a:lumMod val="50000"/>
                          </a:schemeClr>
                        </a:solidFill>
                      </a:endParaRPr>
                    </a:p>
                  </a:txBody>
                  <a:tcPr>
                    <a:solidFill>
                      <a:schemeClr val="accent4">
                        <a:lumMod val="60000"/>
                        <a:lumOff val="40000"/>
                      </a:schemeClr>
                    </a:solidFill>
                  </a:tcPr>
                </a:tc>
                <a:tc>
                  <a:txBody>
                    <a:bodyPr/>
                    <a:lstStyle/>
                    <a:p>
                      <a:pPr algn="ctr"/>
                      <a:r>
                        <a:rPr lang="en-US">
                          <a:solidFill>
                            <a:schemeClr val="bg1">
                              <a:lumMod val="50000"/>
                            </a:schemeClr>
                          </a:solidFill>
                        </a:rPr>
                        <a:t>prop. by prop.</a:t>
                      </a:r>
                      <a:endParaRPr lang="en-GB">
                        <a:solidFill>
                          <a:schemeClr val="bg1">
                            <a:lumMod val="50000"/>
                          </a:schemeClr>
                        </a:solidFill>
                      </a:endParaRPr>
                    </a:p>
                  </a:txBody>
                  <a:tcPr>
                    <a:solidFill>
                      <a:schemeClr val="accent4">
                        <a:lumMod val="60000"/>
                        <a:lumOff val="40000"/>
                      </a:schemeClr>
                    </a:solidFill>
                  </a:tcPr>
                </a:tc>
                <a:tc>
                  <a:txBody>
                    <a:bodyPr/>
                    <a:lstStyle/>
                    <a:p>
                      <a:pPr algn="ctr"/>
                      <a:r>
                        <a:rPr lang="en-US">
                          <a:solidFill>
                            <a:schemeClr val="bg1">
                              <a:lumMod val="50000"/>
                            </a:schemeClr>
                          </a:solidFill>
                        </a:rPr>
                        <a:t>full transfer</a:t>
                      </a:r>
                      <a:endParaRPr lang="en-GB">
                        <a:solidFill>
                          <a:schemeClr val="bg1">
                            <a:lumMod val="50000"/>
                          </a:schemeClr>
                        </a:solidFill>
                      </a:endParaRPr>
                    </a:p>
                  </a:txBody>
                  <a:tcPr>
                    <a:solidFill>
                      <a:schemeClr val="accent4">
                        <a:lumMod val="60000"/>
                        <a:lumOff val="40000"/>
                      </a:schemeClr>
                    </a:solidFill>
                  </a:tcPr>
                </a:tc>
                <a:extLst>
                  <a:ext uri="{0D108BD9-81ED-4DB2-BD59-A6C34878D82A}">
                    <a16:rowId xmlns:a16="http://schemas.microsoft.com/office/drawing/2014/main" val="340238849"/>
                  </a:ext>
                </a:extLst>
              </a:tr>
              <a:tr h="370840">
                <a:tc rowSpan="4">
                  <a:txBody>
                    <a:bodyPr/>
                    <a:lstStyle/>
                    <a:p>
                      <a:r>
                        <a:rPr lang="en-US"/>
                        <a:t>Gender agreement</a:t>
                      </a:r>
                      <a:endParaRPr lang="en-GB"/>
                    </a:p>
                  </a:txBody>
                  <a:tcPr anchor="ctr"/>
                </a:tc>
                <a:tc rowSpan="2">
                  <a:txBody>
                    <a:bodyPr/>
                    <a:lstStyle/>
                    <a:p>
                      <a:r>
                        <a:rPr lang="en-US"/>
                        <a:t>L1 Eng, L2 Spa</a:t>
                      </a:r>
                    </a:p>
                  </a:txBody>
                  <a:tcPr anchor="ctr">
                    <a:solidFill>
                      <a:schemeClr val="accent2">
                        <a:lumMod val="40000"/>
                        <a:lumOff val="60000"/>
                      </a:schemeClr>
                    </a:solidFill>
                  </a:tcPr>
                </a:tc>
                <a:tc>
                  <a:txBody>
                    <a:bodyPr/>
                    <a:lstStyle/>
                    <a:p>
                      <a:r>
                        <a:rPr lang="en-US"/>
                        <a:t>Mini-Spanish</a:t>
                      </a:r>
                    </a:p>
                  </a:txBody>
                  <a:tcPr/>
                </a:tc>
                <a:tc>
                  <a:txBody>
                    <a:bodyPr/>
                    <a:lstStyle/>
                    <a:p>
                      <a:pPr algn="ctr"/>
                      <a:r>
                        <a:rPr lang="en-GB"/>
                        <a:t>10?</a:t>
                      </a:r>
                    </a:p>
                  </a:txBody>
                  <a:tcPr/>
                </a:tc>
                <a:tc>
                  <a:txBody>
                    <a:bodyPr/>
                    <a:lstStyle/>
                    <a:p>
                      <a:pPr algn="ctr"/>
                      <a:r>
                        <a:rPr lang="en-GB"/>
                        <a:t>10</a:t>
                      </a:r>
                    </a:p>
                  </a:txBody>
                  <a:tcPr/>
                </a:tc>
                <a:tc>
                  <a:txBody>
                    <a:bodyPr/>
                    <a:lstStyle/>
                    <a:p>
                      <a:pPr algn="ctr"/>
                      <a:r>
                        <a:rPr lang="en-GB"/>
                        <a:t>5-10</a:t>
                      </a:r>
                    </a:p>
                  </a:txBody>
                  <a:tcPr/>
                </a:tc>
                <a:tc>
                  <a:txBody>
                    <a:bodyPr/>
                    <a:lstStyle/>
                    <a:p>
                      <a:pPr algn="ctr"/>
                      <a:r>
                        <a:rPr lang="en-GB"/>
                        <a:t>10</a:t>
                      </a:r>
                    </a:p>
                  </a:txBody>
                  <a:tcPr/>
                </a:tc>
                <a:extLst>
                  <a:ext uri="{0D108BD9-81ED-4DB2-BD59-A6C34878D82A}">
                    <a16:rowId xmlns:a16="http://schemas.microsoft.com/office/drawing/2014/main" val="208914580"/>
                  </a:ext>
                </a:extLst>
              </a:tr>
              <a:tr h="370840">
                <a:tc vMerge="1">
                  <a:txBody>
                    <a:bodyPr/>
                    <a:lstStyle/>
                    <a:p>
                      <a:endParaRPr lang="es-ES_tradnl"/>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L1 </a:t>
                      </a:r>
                      <a:r>
                        <a:rPr lang="en-US" err="1"/>
                        <a:t>Eng</a:t>
                      </a:r>
                      <a:r>
                        <a:rPr lang="en-US"/>
                        <a:t> L2 </a:t>
                      </a:r>
                      <a:r>
                        <a:rPr lang="en-US" err="1"/>
                        <a:t>Sp</a:t>
                      </a:r>
                      <a:endParaRPr lang="en-US"/>
                    </a:p>
                  </a:txBody>
                  <a:tcPr>
                    <a:solidFill>
                      <a:schemeClr val="accent2">
                        <a:lumMod val="40000"/>
                        <a:lumOff val="60000"/>
                      </a:schemeClr>
                    </a:solidFill>
                  </a:tcPr>
                </a:tc>
                <a:tc>
                  <a:txBody>
                    <a:bodyPr/>
                    <a:lstStyle/>
                    <a:p>
                      <a:r>
                        <a:rPr lang="en-US"/>
                        <a:t>Mini-English</a:t>
                      </a:r>
                    </a:p>
                  </a:txBody>
                  <a:tcPr/>
                </a:tc>
                <a:tc>
                  <a:txBody>
                    <a:bodyPr/>
                    <a:lstStyle/>
                    <a:p>
                      <a:pPr algn="ctr"/>
                      <a:r>
                        <a:rPr lang="en-GB"/>
                        <a:t>10?</a:t>
                      </a:r>
                    </a:p>
                  </a:txBody>
                  <a:tcPr/>
                </a:tc>
                <a:tc>
                  <a:txBody>
                    <a:bodyPr/>
                    <a:lstStyle/>
                    <a:p>
                      <a:pPr algn="ctr"/>
                      <a:r>
                        <a:rPr lang="en-GB"/>
                        <a:t>10</a:t>
                      </a:r>
                    </a:p>
                  </a:txBody>
                  <a:tcPr/>
                </a:tc>
                <a:tc>
                  <a:txBody>
                    <a:bodyPr/>
                    <a:lstStyle/>
                    <a:p>
                      <a:pPr algn="ctr"/>
                      <a:r>
                        <a:rPr lang="en-GB"/>
                        <a:t>5-7</a:t>
                      </a:r>
                    </a:p>
                  </a:txBody>
                  <a:tcPr/>
                </a:tc>
                <a:tc>
                  <a:txBody>
                    <a:bodyPr/>
                    <a:lstStyle/>
                    <a:p>
                      <a:pPr algn="ctr"/>
                      <a:r>
                        <a:rPr lang="en-GB"/>
                        <a:t>0</a:t>
                      </a:r>
                    </a:p>
                  </a:txBody>
                  <a:tcPr/>
                </a:tc>
                <a:extLst>
                  <a:ext uri="{0D108BD9-81ED-4DB2-BD59-A6C34878D82A}">
                    <a16:rowId xmlns:a16="http://schemas.microsoft.com/office/drawing/2014/main" val="1411671499"/>
                  </a:ext>
                </a:extLst>
              </a:tr>
              <a:tr h="370840">
                <a:tc vMerge="1">
                  <a:txBody>
                    <a:bodyPr/>
                    <a:lstStyle/>
                    <a:p>
                      <a:endParaRPr lang="en-GB"/>
                    </a:p>
                  </a:txBody>
                  <a:tcPr/>
                </a:tc>
                <a:tc rowSpan="2">
                  <a:txBody>
                    <a:bodyPr/>
                    <a:lstStyle/>
                    <a:p>
                      <a:r>
                        <a:rPr lang="en-GB"/>
                        <a:t>L1 </a:t>
                      </a:r>
                      <a:r>
                        <a:rPr lang="en-US"/>
                        <a:t>Spa,</a:t>
                      </a:r>
                      <a:r>
                        <a:rPr lang="en-GB"/>
                        <a:t> L2 Eng</a:t>
                      </a:r>
                    </a:p>
                  </a:txBody>
                  <a:tcPr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Mini-Spanish</a:t>
                      </a:r>
                    </a:p>
                  </a:txBody>
                  <a:tcPr/>
                </a:tc>
                <a:tc>
                  <a:txBody>
                    <a:bodyPr/>
                    <a:lstStyle/>
                    <a:p>
                      <a:pPr algn="ctr"/>
                      <a:r>
                        <a:rPr lang="en-GB"/>
                        <a:t>0</a:t>
                      </a:r>
                    </a:p>
                  </a:txBody>
                  <a:tcPr/>
                </a:tc>
                <a:tc>
                  <a:txBody>
                    <a:bodyPr/>
                    <a:lstStyle/>
                    <a:p>
                      <a:pPr algn="ctr"/>
                      <a:r>
                        <a:rPr lang="en-GB"/>
                        <a:t>10</a:t>
                      </a:r>
                    </a:p>
                  </a:txBody>
                  <a:tcPr/>
                </a:tc>
                <a:tc>
                  <a:txBody>
                    <a:bodyPr/>
                    <a:lstStyle/>
                    <a:p>
                      <a:pPr algn="ctr"/>
                      <a:r>
                        <a:rPr lang="en-GB"/>
                        <a:t>5-10</a:t>
                      </a:r>
                    </a:p>
                  </a:txBody>
                  <a:tcPr/>
                </a:tc>
                <a:tc>
                  <a:txBody>
                    <a:bodyPr/>
                    <a:lstStyle/>
                    <a:p>
                      <a:pPr algn="ctr"/>
                      <a:r>
                        <a:rPr lang="en-GB"/>
                        <a:t>10</a:t>
                      </a:r>
                    </a:p>
                  </a:txBody>
                  <a:tcPr/>
                </a:tc>
                <a:extLst>
                  <a:ext uri="{0D108BD9-81ED-4DB2-BD59-A6C34878D82A}">
                    <a16:rowId xmlns:a16="http://schemas.microsoft.com/office/drawing/2014/main" val="1526410031"/>
                  </a:ext>
                </a:extLst>
              </a:tr>
              <a:tr h="370840">
                <a:tc vMerge="1">
                  <a:txBody>
                    <a:bodyPr/>
                    <a:lstStyle/>
                    <a:p>
                      <a:endParaRPr lang="en-GB"/>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L1 </a:t>
                      </a:r>
                      <a:r>
                        <a:rPr lang="en-GB" err="1"/>
                        <a:t>Sp</a:t>
                      </a:r>
                      <a:r>
                        <a:rPr lang="en-GB"/>
                        <a:t> L2 </a:t>
                      </a:r>
                      <a:r>
                        <a:rPr lang="en-GB" err="1"/>
                        <a:t>Eng</a:t>
                      </a:r>
                      <a:endParaRPr lang="en-GB"/>
                    </a:p>
                  </a:txBody>
                  <a:tcPr>
                    <a:solidFill>
                      <a:schemeClr val="accent2">
                        <a:lumMod val="20000"/>
                        <a:lumOff val="80000"/>
                      </a:schemeClr>
                    </a:solidFill>
                  </a:tcPr>
                </a:tc>
                <a:tc>
                  <a:txBody>
                    <a:bodyPr/>
                    <a:lstStyle/>
                    <a:p>
                      <a:r>
                        <a:rPr lang="en-US"/>
                        <a:t>Mini-English</a:t>
                      </a:r>
                      <a:endParaRPr lang="en-GB"/>
                    </a:p>
                  </a:txBody>
                  <a:tcPr/>
                </a:tc>
                <a:tc>
                  <a:txBody>
                    <a:bodyPr/>
                    <a:lstStyle/>
                    <a:p>
                      <a:pPr algn="ctr"/>
                      <a:r>
                        <a:rPr lang="en-GB"/>
                        <a:t>0</a:t>
                      </a:r>
                    </a:p>
                  </a:txBody>
                  <a:tcPr/>
                </a:tc>
                <a:tc>
                  <a:txBody>
                    <a:bodyPr/>
                    <a:lstStyle/>
                    <a:p>
                      <a:pPr algn="ctr"/>
                      <a:r>
                        <a:rPr lang="en-GB"/>
                        <a:t>10</a:t>
                      </a:r>
                    </a:p>
                  </a:txBody>
                  <a:tcPr/>
                </a:tc>
                <a:tc>
                  <a:txBody>
                    <a:bodyPr/>
                    <a:lstStyle/>
                    <a:p>
                      <a:pPr algn="ctr"/>
                      <a:r>
                        <a:rPr lang="en-GB"/>
                        <a:t>0-5</a:t>
                      </a:r>
                    </a:p>
                  </a:txBody>
                  <a:tcPr/>
                </a:tc>
                <a:tc>
                  <a:txBody>
                    <a:bodyPr/>
                    <a:lstStyle/>
                    <a:p>
                      <a:pPr algn="ctr"/>
                      <a:r>
                        <a:rPr lang="en-GB"/>
                        <a:t>0</a:t>
                      </a:r>
                    </a:p>
                  </a:txBody>
                  <a:tcPr/>
                </a:tc>
                <a:extLst>
                  <a:ext uri="{0D108BD9-81ED-4DB2-BD59-A6C34878D82A}">
                    <a16:rowId xmlns:a16="http://schemas.microsoft.com/office/drawing/2014/main" val="2823662843"/>
                  </a:ext>
                </a:extLst>
              </a:tr>
              <a:tr h="370840">
                <a:tc rowSpan="4">
                  <a:txBody>
                    <a:bodyPr/>
                    <a:lstStyle/>
                    <a:p>
                      <a:r>
                        <a:rPr lang="en-US"/>
                        <a:t>Differential</a:t>
                      </a:r>
                    </a:p>
                    <a:p>
                      <a:r>
                        <a:rPr lang="en-US"/>
                        <a:t>object</a:t>
                      </a:r>
                    </a:p>
                    <a:p>
                      <a:r>
                        <a:rPr lang="en-US"/>
                        <a:t>marking</a:t>
                      </a:r>
                      <a:endParaRPr lang="en-GB"/>
                    </a:p>
                  </a:txBody>
                  <a:tcPr anchor="ctr"/>
                </a:tc>
                <a:tc rowSpan="2">
                  <a:txBody>
                    <a:bodyPr/>
                    <a:lstStyle/>
                    <a:p>
                      <a:r>
                        <a:rPr lang="en-US"/>
                        <a:t>L1 Eng, L2 Spa</a:t>
                      </a:r>
                    </a:p>
                  </a:txBody>
                  <a:tcPr anchor="ctr">
                    <a:solidFill>
                      <a:schemeClr val="accent2">
                        <a:lumMod val="60000"/>
                        <a:lumOff val="40000"/>
                      </a:schemeClr>
                    </a:solidFill>
                  </a:tcPr>
                </a:tc>
                <a:tc>
                  <a:txBody>
                    <a:bodyPr/>
                    <a:lstStyle/>
                    <a:p>
                      <a:r>
                        <a:rPr lang="en-US"/>
                        <a:t>Mini-Spanish</a:t>
                      </a:r>
                      <a:endParaRPr lang="en-GB"/>
                    </a:p>
                  </a:txBody>
                  <a:tcPr/>
                </a:tc>
                <a:tc>
                  <a:txBody>
                    <a:bodyPr/>
                    <a:lstStyle/>
                    <a:p>
                      <a:pPr algn="ctr"/>
                      <a:r>
                        <a:rPr lang="en-GB"/>
                        <a:t>8?</a:t>
                      </a:r>
                    </a:p>
                  </a:txBody>
                  <a:tcPr/>
                </a:tc>
                <a:tc>
                  <a:txBody>
                    <a:bodyPr/>
                    <a:lstStyle/>
                    <a:p>
                      <a:pPr algn="ctr"/>
                      <a:r>
                        <a:rPr lang="en-GB"/>
                        <a:t>8</a:t>
                      </a:r>
                    </a:p>
                  </a:txBody>
                  <a:tcPr/>
                </a:tc>
                <a:tc>
                  <a:txBody>
                    <a:bodyPr/>
                    <a:lstStyle/>
                    <a:p>
                      <a:pPr algn="ctr"/>
                      <a:r>
                        <a:rPr lang="en-GB"/>
                        <a:t>5-8</a:t>
                      </a:r>
                    </a:p>
                  </a:txBody>
                  <a:tcPr/>
                </a:tc>
                <a:tc>
                  <a:txBody>
                    <a:bodyPr/>
                    <a:lstStyle/>
                    <a:p>
                      <a:pPr algn="ctr"/>
                      <a:r>
                        <a:rPr lang="en-GB"/>
                        <a:t>8</a:t>
                      </a:r>
                    </a:p>
                  </a:txBody>
                  <a:tcPr/>
                </a:tc>
                <a:extLst>
                  <a:ext uri="{0D108BD9-81ED-4DB2-BD59-A6C34878D82A}">
                    <a16:rowId xmlns:a16="http://schemas.microsoft.com/office/drawing/2014/main" val="3575241088"/>
                  </a:ext>
                </a:extLst>
              </a:tr>
              <a:tr h="370840">
                <a:tc vMerge="1">
                  <a:txBody>
                    <a:bodyPr/>
                    <a:lstStyle/>
                    <a:p>
                      <a:endParaRPr lang="es-ES_tradnl"/>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L1 </a:t>
                      </a:r>
                      <a:r>
                        <a:rPr lang="en-US" err="1"/>
                        <a:t>Eng</a:t>
                      </a:r>
                      <a:r>
                        <a:rPr lang="en-US"/>
                        <a:t> L2 </a:t>
                      </a:r>
                      <a:r>
                        <a:rPr lang="en-US" err="1"/>
                        <a:t>Sp</a:t>
                      </a:r>
                      <a:endParaRPr lang="en-US"/>
                    </a:p>
                  </a:txBody>
                  <a:tcPr anchor="ctr">
                    <a:solidFill>
                      <a:schemeClr val="accent2">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Mini-English</a:t>
                      </a:r>
                    </a:p>
                  </a:txBody>
                  <a:tcPr/>
                </a:tc>
                <a:tc>
                  <a:txBody>
                    <a:bodyPr/>
                    <a:lstStyle/>
                    <a:p>
                      <a:pPr algn="ctr"/>
                      <a:r>
                        <a:rPr lang="en-GB"/>
                        <a:t>8?</a:t>
                      </a:r>
                    </a:p>
                  </a:txBody>
                  <a:tcPr/>
                </a:tc>
                <a:tc>
                  <a:txBody>
                    <a:bodyPr/>
                    <a:lstStyle/>
                    <a:p>
                      <a:pPr algn="ctr"/>
                      <a:r>
                        <a:rPr lang="en-GB"/>
                        <a:t>8</a:t>
                      </a:r>
                    </a:p>
                  </a:txBody>
                  <a:tcPr/>
                </a:tc>
                <a:tc>
                  <a:txBody>
                    <a:bodyPr/>
                    <a:lstStyle/>
                    <a:p>
                      <a:pPr algn="ctr"/>
                      <a:r>
                        <a:rPr lang="en-GB"/>
                        <a:t>0-5</a:t>
                      </a:r>
                    </a:p>
                  </a:txBody>
                  <a:tcPr/>
                </a:tc>
                <a:tc>
                  <a:txBody>
                    <a:bodyPr/>
                    <a:lstStyle/>
                    <a:p>
                      <a:pPr algn="ctr"/>
                      <a:r>
                        <a:rPr lang="en-GB"/>
                        <a:t>0-2</a:t>
                      </a:r>
                    </a:p>
                  </a:txBody>
                  <a:tcPr/>
                </a:tc>
                <a:extLst>
                  <a:ext uri="{0D108BD9-81ED-4DB2-BD59-A6C34878D82A}">
                    <a16:rowId xmlns:a16="http://schemas.microsoft.com/office/drawing/2014/main" val="1034224861"/>
                  </a:ext>
                </a:extLst>
              </a:tr>
              <a:tr h="370840">
                <a:tc vMerge="1">
                  <a:txBody>
                    <a:bodyPr/>
                    <a:lstStyle/>
                    <a:p>
                      <a:endParaRPr lang="en-GB"/>
                    </a:p>
                  </a:txBody>
                  <a:tcPr/>
                </a:tc>
                <a:tc rowSpan="2">
                  <a:txBody>
                    <a:bodyPr/>
                    <a:lstStyle/>
                    <a:p>
                      <a:r>
                        <a:rPr lang="en-GB"/>
                        <a:t>L1 </a:t>
                      </a:r>
                      <a:r>
                        <a:rPr lang="en-US"/>
                        <a:t>Spa,</a:t>
                      </a:r>
                      <a:r>
                        <a:rPr lang="en-GB"/>
                        <a:t> L2 Eng</a:t>
                      </a:r>
                    </a:p>
                  </a:txBody>
                  <a:tcPr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Mini-Spanish</a:t>
                      </a:r>
                    </a:p>
                  </a:txBody>
                  <a:tcPr/>
                </a:tc>
                <a:tc>
                  <a:txBody>
                    <a:bodyPr/>
                    <a:lstStyle/>
                    <a:p>
                      <a:pPr algn="ctr"/>
                      <a:r>
                        <a:rPr lang="en-GB"/>
                        <a:t>0</a:t>
                      </a:r>
                    </a:p>
                  </a:txBody>
                  <a:tcPr/>
                </a:tc>
                <a:tc>
                  <a:txBody>
                    <a:bodyPr/>
                    <a:lstStyle/>
                    <a:p>
                      <a:pPr algn="ctr"/>
                      <a:r>
                        <a:rPr lang="en-GB"/>
                        <a:t>8</a:t>
                      </a:r>
                    </a:p>
                  </a:txBody>
                  <a:tcPr/>
                </a:tc>
                <a:tc>
                  <a:txBody>
                    <a:bodyPr/>
                    <a:lstStyle/>
                    <a:p>
                      <a:pPr algn="ctr"/>
                      <a:r>
                        <a:rPr lang="en-GB"/>
                        <a:t>5-8</a:t>
                      </a:r>
                    </a:p>
                  </a:txBody>
                  <a:tcPr/>
                </a:tc>
                <a:tc>
                  <a:txBody>
                    <a:bodyPr/>
                    <a:lstStyle/>
                    <a:p>
                      <a:pPr algn="ctr"/>
                      <a:r>
                        <a:rPr lang="en-GB"/>
                        <a:t>8</a:t>
                      </a:r>
                    </a:p>
                  </a:txBody>
                  <a:tcPr/>
                </a:tc>
                <a:extLst>
                  <a:ext uri="{0D108BD9-81ED-4DB2-BD59-A6C34878D82A}">
                    <a16:rowId xmlns:a16="http://schemas.microsoft.com/office/drawing/2014/main" val="3640799968"/>
                  </a:ext>
                </a:extLst>
              </a:tr>
              <a:tr h="370840">
                <a:tc vMerge="1">
                  <a:txBody>
                    <a:bodyPr/>
                    <a:lstStyle/>
                    <a:p>
                      <a:endParaRPr lang="en-GB"/>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L1 </a:t>
                      </a:r>
                      <a:r>
                        <a:rPr lang="en-GB" err="1"/>
                        <a:t>Sp</a:t>
                      </a:r>
                      <a:r>
                        <a:rPr lang="en-GB"/>
                        <a:t> L2 </a:t>
                      </a:r>
                      <a:r>
                        <a:rPr lang="en-GB" err="1"/>
                        <a:t>Eng</a:t>
                      </a:r>
                      <a:endParaRPr lang="en-GB"/>
                    </a:p>
                  </a:txBody>
                  <a:tcPr anchor="ctr">
                    <a:solidFill>
                      <a:schemeClr val="accent2">
                        <a:lumMod val="20000"/>
                        <a:lumOff val="80000"/>
                      </a:schemeClr>
                    </a:solidFill>
                  </a:tcPr>
                </a:tc>
                <a:tc>
                  <a:txBody>
                    <a:bodyPr/>
                    <a:lstStyle/>
                    <a:p>
                      <a:r>
                        <a:rPr lang="en-US"/>
                        <a:t>Mini-English</a:t>
                      </a:r>
                      <a:endParaRPr lang="en-GB"/>
                    </a:p>
                  </a:txBody>
                  <a:tcPr/>
                </a:tc>
                <a:tc>
                  <a:txBody>
                    <a:bodyPr/>
                    <a:lstStyle/>
                    <a:p>
                      <a:pPr algn="ctr"/>
                      <a:r>
                        <a:rPr lang="en-GB"/>
                        <a:t>0</a:t>
                      </a:r>
                    </a:p>
                  </a:txBody>
                  <a:tcPr/>
                </a:tc>
                <a:tc>
                  <a:txBody>
                    <a:bodyPr/>
                    <a:lstStyle/>
                    <a:p>
                      <a:pPr algn="ctr"/>
                      <a:r>
                        <a:rPr lang="en-GB"/>
                        <a:t>8</a:t>
                      </a:r>
                    </a:p>
                  </a:txBody>
                  <a:tcPr/>
                </a:tc>
                <a:tc>
                  <a:txBody>
                    <a:bodyPr/>
                    <a:lstStyle/>
                    <a:p>
                      <a:pPr algn="ctr"/>
                      <a:r>
                        <a:rPr lang="en-GB"/>
                        <a:t>0-5</a:t>
                      </a:r>
                    </a:p>
                  </a:txBody>
                  <a:tcPr/>
                </a:tc>
                <a:tc>
                  <a:txBody>
                    <a:bodyPr/>
                    <a:lstStyle/>
                    <a:p>
                      <a:pPr algn="ctr"/>
                      <a:r>
                        <a:rPr lang="en-GB"/>
                        <a:t>0-2</a:t>
                      </a:r>
                    </a:p>
                  </a:txBody>
                  <a:tcPr/>
                </a:tc>
                <a:extLst>
                  <a:ext uri="{0D108BD9-81ED-4DB2-BD59-A6C34878D82A}">
                    <a16:rowId xmlns:a16="http://schemas.microsoft.com/office/drawing/2014/main" val="1771941278"/>
                  </a:ext>
                </a:extLst>
              </a:tr>
              <a:tr h="370840">
                <a:tc rowSpan="4">
                  <a:txBody>
                    <a:bodyPr/>
                    <a:lstStyle/>
                    <a:p>
                      <a:r>
                        <a:rPr lang="en-US"/>
                        <a:t>Verb-object number agreement</a:t>
                      </a:r>
                      <a:endParaRPr lang="en-GB"/>
                    </a:p>
                  </a:txBody>
                  <a:tcPr anchor="ctr"/>
                </a:tc>
                <a:tc rowSpan="2">
                  <a:txBody>
                    <a:bodyPr/>
                    <a:lstStyle/>
                    <a:p>
                      <a:r>
                        <a:rPr lang="en-US"/>
                        <a:t>L1 Eng, L2 Spa</a:t>
                      </a:r>
                    </a:p>
                  </a:txBody>
                  <a:tcPr anchor="ctr">
                    <a:solidFill>
                      <a:schemeClr val="accent2">
                        <a:lumMod val="60000"/>
                        <a:lumOff val="40000"/>
                      </a:schemeClr>
                    </a:solidFill>
                  </a:tcPr>
                </a:tc>
                <a:tc>
                  <a:txBody>
                    <a:bodyPr/>
                    <a:lstStyle/>
                    <a:p>
                      <a:r>
                        <a:rPr lang="en-US"/>
                        <a:t>Mini-Spanish</a:t>
                      </a:r>
                      <a:endParaRPr lang="en-GB"/>
                    </a:p>
                  </a:txBody>
                  <a:tcPr/>
                </a:tc>
                <a:tc>
                  <a:txBody>
                    <a:bodyPr/>
                    <a:lstStyle/>
                    <a:p>
                      <a:pPr algn="ctr"/>
                      <a:r>
                        <a:rPr lang="en-GB"/>
                        <a:t>0-5?</a:t>
                      </a:r>
                    </a:p>
                  </a:txBody>
                  <a:tcPr/>
                </a:tc>
                <a:tc>
                  <a:txBody>
                    <a:bodyPr/>
                    <a:lstStyle/>
                    <a:p>
                      <a:pPr algn="ctr"/>
                      <a:r>
                        <a:rPr lang="en-GB"/>
                        <a:t>0-3</a:t>
                      </a:r>
                    </a:p>
                  </a:txBody>
                  <a:tcPr/>
                </a:tc>
                <a:tc>
                  <a:txBody>
                    <a:bodyPr/>
                    <a:lstStyle/>
                    <a:p>
                      <a:pPr algn="ctr"/>
                      <a:r>
                        <a:rPr lang="en-GB"/>
                        <a:t>0-4</a:t>
                      </a:r>
                    </a:p>
                  </a:txBody>
                  <a:tcPr/>
                </a:tc>
                <a:tc>
                  <a:txBody>
                    <a:bodyPr/>
                    <a:lstStyle/>
                    <a:p>
                      <a:pPr algn="ctr"/>
                      <a:r>
                        <a:rPr lang="en-GB"/>
                        <a:t>0-3</a:t>
                      </a:r>
                    </a:p>
                  </a:txBody>
                  <a:tcPr/>
                </a:tc>
                <a:extLst>
                  <a:ext uri="{0D108BD9-81ED-4DB2-BD59-A6C34878D82A}">
                    <a16:rowId xmlns:a16="http://schemas.microsoft.com/office/drawing/2014/main" val="1060422989"/>
                  </a:ext>
                </a:extLst>
              </a:tr>
              <a:tr h="370840">
                <a:tc vMerge="1">
                  <a:txBody>
                    <a:bodyPr/>
                    <a:lstStyle/>
                    <a:p>
                      <a:endParaRPr lang="es-ES_tradnl"/>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L1 </a:t>
                      </a:r>
                      <a:r>
                        <a:rPr lang="en-US" err="1"/>
                        <a:t>Eng</a:t>
                      </a:r>
                      <a:r>
                        <a:rPr lang="en-US"/>
                        <a:t> L2 </a:t>
                      </a:r>
                      <a:r>
                        <a:rPr lang="en-US" err="1"/>
                        <a:t>Sp</a:t>
                      </a:r>
                      <a:endParaRPr lang="en-US"/>
                    </a:p>
                  </a:txBody>
                  <a:tcPr anchor="ctr">
                    <a:solidFill>
                      <a:schemeClr val="accent2">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Mini-English</a:t>
                      </a:r>
                    </a:p>
                  </a:txBody>
                  <a:tcPr/>
                </a:tc>
                <a:tc>
                  <a:txBody>
                    <a:bodyPr/>
                    <a:lstStyle/>
                    <a:p>
                      <a:pPr algn="ctr"/>
                      <a:r>
                        <a:rPr lang="en-GB"/>
                        <a:t>0-5?</a:t>
                      </a:r>
                    </a:p>
                  </a:txBody>
                  <a:tcPr/>
                </a:tc>
                <a:tc>
                  <a:txBody>
                    <a:bodyPr/>
                    <a:lstStyle/>
                    <a:p>
                      <a:pPr algn="ctr"/>
                      <a:r>
                        <a:rPr lang="en-GB"/>
                        <a:t>0-3</a:t>
                      </a:r>
                    </a:p>
                  </a:txBody>
                  <a:tcPr/>
                </a:tc>
                <a:tc>
                  <a:txBody>
                    <a:bodyPr/>
                    <a:lstStyle/>
                    <a:p>
                      <a:pPr algn="ctr"/>
                      <a:r>
                        <a:rPr lang="en-GB"/>
                        <a:t>0-2</a:t>
                      </a:r>
                    </a:p>
                  </a:txBody>
                  <a:tcPr/>
                </a:tc>
                <a:tc>
                  <a:txBody>
                    <a:bodyPr/>
                    <a:lstStyle/>
                    <a:p>
                      <a:pPr algn="ctr"/>
                      <a:r>
                        <a:rPr lang="en-GB"/>
                        <a:t>0-2</a:t>
                      </a:r>
                    </a:p>
                  </a:txBody>
                  <a:tcPr/>
                </a:tc>
                <a:extLst>
                  <a:ext uri="{0D108BD9-81ED-4DB2-BD59-A6C34878D82A}">
                    <a16:rowId xmlns:a16="http://schemas.microsoft.com/office/drawing/2014/main" val="1958166581"/>
                  </a:ext>
                </a:extLst>
              </a:tr>
              <a:tr h="370840">
                <a:tc vMerge="1">
                  <a:txBody>
                    <a:bodyPr/>
                    <a:lstStyle/>
                    <a:p>
                      <a:endParaRPr lang="en-GB"/>
                    </a:p>
                  </a:txBody>
                  <a:tcPr/>
                </a:tc>
                <a:tc rowSpan="2">
                  <a:txBody>
                    <a:bodyPr/>
                    <a:lstStyle/>
                    <a:p>
                      <a:r>
                        <a:rPr lang="en-GB"/>
                        <a:t>L1 </a:t>
                      </a:r>
                      <a:r>
                        <a:rPr lang="en-US"/>
                        <a:t>Spa,</a:t>
                      </a:r>
                      <a:r>
                        <a:rPr lang="en-GB"/>
                        <a:t> L2 Eng</a:t>
                      </a:r>
                    </a:p>
                  </a:txBody>
                  <a:tcPr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Mini-Spanish</a:t>
                      </a:r>
                    </a:p>
                  </a:txBody>
                  <a:tcPr/>
                </a:tc>
                <a:tc>
                  <a:txBody>
                    <a:bodyPr/>
                    <a:lstStyle/>
                    <a:p>
                      <a:pPr algn="ctr"/>
                      <a:r>
                        <a:rPr lang="en-GB"/>
                        <a:t>0-3</a:t>
                      </a:r>
                    </a:p>
                  </a:txBody>
                  <a:tcPr/>
                </a:tc>
                <a:tc>
                  <a:txBody>
                    <a:bodyPr/>
                    <a:lstStyle/>
                    <a:p>
                      <a:pPr algn="ctr"/>
                      <a:r>
                        <a:rPr lang="en-GB"/>
                        <a:t>0-3</a:t>
                      </a:r>
                    </a:p>
                  </a:txBody>
                  <a:tcPr/>
                </a:tc>
                <a:tc>
                  <a:txBody>
                    <a:bodyPr/>
                    <a:lstStyle/>
                    <a:p>
                      <a:pPr algn="ctr"/>
                      <a:r>
                        <a:rPr lang="en-GB"/>
                        <a:t>0-4</a:t>
                      </a:r>
                    </a:p>
                  </a:txBody>
                  <a:tcPr/>
                </a:tc>
                <a:tc>
                  <a:txBody>
                    <a:bodyPr/>
                    <a:lstStyle/>
                    <a:p>
                      <a:pPr algn="ctr"/>
                      <a:r>
                        <a:rPr lang="en-GB"/>
                        <a:t>0-3</a:t>
                      </a:r>
                    </a:p>
                  </a:txBody>
                  <a:tcPr/>
                </a:tc>
                <a:extLst>
                  <a:ext uri="{0D108BD9-81ED-4DB2-BD59-A6C34878D82A}">
                    <a16:rowId xmlns:a16="http://schemas.microsoft.com/office/drawing/2014/main" val="2484412121"/>
                  </a:ext>
                </a:extLst>
              </a:tr>
              <a:tr h="370840">
                <a:tc vMerge="1">
                  <a:txBody>
                    <a:bodyPr/>
                    <a:lstStyle/>
                    <a:p>
                      <a:endParaRPr lang="en-GB"/>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L1 </a:t>
                      </a:r>
                      <a:r>
                        <a:rPr lang="en-GB" err="1"/>
                        <a:t>Sp</a:t>
                      </a:r>
                      <a:r>
                        <a:rPr lang="en-GB"/>
                        <a:t> L2 </a:t>
                      </a:r>
                      <a:r>
                        <a:rPr lang="en-GB" err="1"/>
                        <a:t>Eng</a:t>
                      </a:r>
                      <a:endParaRPr lang="en-GB"/>
                    </a:p>
                  </a:txBody>
                  <a:tcPr anchor="ctr">
                    <a:solidFill>
                      <a:schemeClr val="accent2">
                        <a:lumMod val="20000"/>
                        <a:lumOff val="80000"/>
                      </a:schemeClr>
                    </a:solidFill>
                  </a:tcPr>
                </a:tc>
                <a:tc>
                  <a:txBody>
                    <a:bodyPr/>
                    <a:lstStyle/>
                    <a:p>
                      <a:r>
                        <a:rPr lang="en-US"/>
                        <a:t>Mini-English</a:t>
                      </a:r>
                      <a:endParaRPr lang="en-GB"/>
                    </a:p>
                  </a:txBody>
                  <a:tcPr/>
                </a:tc>
                <a:tc>
                  <a:txBody>
                    <a:bodyPr/>
                    <a:lstStyle/>
                    <a:p>
                      <a:pPr algn="ctr"/>
                      <a:r>
                        <a:rPr lang="en-GB"/>
                        <a:t>0-3</a:t>
                      </a:r>
                    </a:p>
                  </a:txBody>
                  <a:tcPr/>
                </a:tc>
                <a:tc>
                  <a:txBody>
                    <a:bodyPr/>
                    <a:lstStyle/>
                    <a:p>
                      <a:pPr algn="ctr"/>
                      <a:r>
                        <a:rPr lang="en-GB"/>
                        <a:t>0-3</a:t>
                      </a:r>
                    </a:p>
                  </a:txBody>
                  <a:tcPr/>
                </a:tc>
                <a:tc>
                  <a:txBody>
                    <a:bodyPr/>
                    <a:lstStyle/>
                    <a:p>
                      <a:pPr algn="ctr"/>
                      <a:r>
                        <a:rPr lang="en-GB"/>
                        <a:t>0-3</a:t>
                      </a:r>
                    </a:p>
                  </a:txBody>
                  <a:tcPr/>
                </a:tc>
                <a:tc>
                  <a:txBody>
                    <a:bodyPr/>
                    <a:lstStyle/>
                    <a:p>
                      <a:pPr algn="ctr"/>
                      <a:r>
                        <a:rPr lang="en-GB"/>
                        <a:t>0-2</a:t>
                      </a:r>
                    </a:p>
                  </a:txBody>
                  <a:tcPr/>
                </a:tc>
                <a:extLst>
                  <a:ext uri="{0D108BD9-81ED-4DB2-BD59-A6C34878D82A}">
                    <a16:rowId xmlns:a16="http://schemas.microsoft.com/office/drawing/2014/main" val="3190412558"/>
                  </a:ext>
                </a:extLst>
              </a:tr>
            </a:tbl>
          </a:graphicData>
        </a:graphic>
      </p:graphicFrame>
      <p:sp>
        <p:nvSpPr>
          <p:cNvPr id="2" name="TextBox 1">
            <a:extLst>
              <a:ext uri="{FF2B5EF4-FFF2-40B4-BE49-F238E27FC236}">
                <a16:creationId xmlns:a16="http://schemas.microsoft.com/office/drawing/2014/main" id="{7D0DFA3E-E3B1-7E67-8E59-279758D18CF1}"/>
              </a:ext>
            </a:extLst>
          </p:cNvPr>
          <p:cNvSpPr txBox="1"/>
          <p:nvPr/>
        </p:nvSpPr>
        <p:spPr>
          <a:xfrm>
            <a:off x="838198" y="333375"/>
            <a:ext cx="10515603" cy="553998"/>
          </a:xfrm>
          <a:prstGeom prst="rect">
            <a:avLst/>
          </a:prstGeom>
          <a:noFill/>
        </p:spPr>
        <p:txBody>
          <a:bodyPr wrap="square" rtlCol="0">
            <a:spAutoFit/>
          </a:bodyPr>
          <a:lstStyle/>
          <a:p>
            <a:pPr algn="ctr"/>
            <a:r>
              <a:rPr lang="en-US" sz="3000" b="1">
                <a:solidFill>
                  <a:schemeClr val="accent4">
                    <a:lumMod val="75000"/>
                  </a:schemeClr>
                </a:solidFill>
              </a:rPr>
              <a:t>Spain site predictions</a:t>
            </a:r>
            <a:endParaRPr lang="en-GB" sz="3000" b="1">
              <a:solidFill>
                <a:schemeClr val="accent4">
                  <a:lumMod val="75000"/>
                </a:schemeClr>
              </a:solidFill>
            </a:endParaRPr>
          </a:p>
        </p:txBody>
      </p:sp>
    </p:spTree>
    <p:extLst>
      <p:ext uri="{BB962C8B-B14F-4D97-AF65-F5344CB8AC3E}">
        <p14:creationId xmlns:p14="http://schemas.microsoft.com/office/powerpoint/2010/main" val="12533187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365125"/>
            <a:ext cx="10515600" cy="987425"/>
          </a:xfrm>
        </p:spPr>
        <p:txBody>
          <a:bodyPr>
            <a:normAutofit fontScale="90000"/>
          </a:bodyPr>
          <a:lstStyle/>
          <a:p>
            <a:pPr algn="ctr"/>
            <a:r>
              <a:rPr lang="en-US" dirty="0"/>
              <a:t>Executive functions and </a:t>
            </a:r>
            <a:r>
              <a:rPr lang="en-GB" sz="4400" dirty="0"/>
              <a:t>morphosyntactic</a:t>
            </a:r>
            <a:r>
              <a:rPr lang="en-US" dirty="0"/>
              <a:t> transfer</a:t>
            </a:r>
            <a:endParaRPr lang="en-GB" dirty="0"/>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838200" y="1533524"/>
            <a:ext cx="10515600" cy="4752975"/>
          </a:xfrm>
        </p:spPr>
        <p:txBody>
          <a:bodyPr>
            <a:noAutofit/>
          </a:bodyPr>
          <a:lstStyle/>
          <a:p>
            <a:r>
              <a:rPr lang="en-US" sz="2100"/>
              <a:t>Hypothesis 1: greater executive functions (overall, incl. </a:t>
            </a:r>
            <a:r>
              <a:rPr lang="en-US" sz="2100" err="1"/>
              <a:t>rs</a:t>
            </a:r>
            <a:r>
              <a:rPr lang="en-US" sz="2100"/>
              <a:t>-EEG) </a:t>
            </a:r>
            <a:r>
              <a:rPr lang="en-US" sz="2100">
                <a:sym typeface="Wingdings" panose="05000000000000000000" pitchFamily="2" charset="2"/>
              </a:rPr>
              <a:t> greater precursors of transfer (N2, P3)</a:t>
            </a:r>
            <a:endParaRPr lang="en-US" sz="2100"/>
          </a:p>
          <a:p>
            <a:endParaRPr lang="en-US" sz="2100"/>
          </a:p>
          <a:p>
            <a:r>
              <a:rPr lang="en-US" sz="2100"/>
              <a:t>Hypothesis 2: greater executive functions (overall , incl. </a:t>
            </a:r>
            <a:r>
              <a:rPr lang="en-US" sz="2100" err="1"/>
              <a:t>rs</a:t>
            </a:r>
            <a:r>
              <a:rPr lang="en-US" sz="2100"/>
              <a:t>-EEG) </a:t>
            </a:r>
            <a:r>
              <a:rPr lang="en-US" sz="2100">
                <a:sym typeface="Wingdings" panose="05000000000000000000" pitchFamily="2" charset="2"/>
              </a:rPr>
              <a:t> greater signatures of transfer (P600)</a:t>
            </a:r>
            <a:endParaRPr lang="en-US" sz="2100"/>
          </a:p>
          <a:p>
            <a:endParaRPr lang="en-US" sz="2100"/>
          </a:p>
          <a:p>
            <a:endParaRPr lang="en-GB" sz="2100"/>
          </a:p>
        </p:txBody>
      </p:sp>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p:txBody>
          <a:bodyPr/>
          <a:lstStyle/>
          <a:p>
            <a:fld id="{F120EC50-82ED-45BA-9B48-47FD87D12700}" type="slidenum">
              <a:rPr lang="en-GB" smtClean="0"/>
              <a:pPr/>
              <a:t>69</a:t>
            </a:fld>
            <a:endParaRPr lang="en-GB"/>
          </a:p>
        </p:txBody>
      </p:sp>
    </p:spTree>
    <p:extLst>
      <p:ext uri="{BB962C8B-B14F-4D97-AF65-F5344CB8AC3E}">
        <p14:creationId xmlns:p14="http://schemas.microsoft.com/office/powerpoint/2010/main" val="32110098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365125"/>
            <a:ext cx="10515600" cy="987425"/>
          </a:xfrm>
        </p:spPr>
        <p:txBody>
          <a:bodyPr>
            <a:normAutofit fontScale="90000"/>
          </a:bodyPr>
          <a:lstStyle/>
          <a:p>
            <a:pPr algn="ctr"/>
            <a:r>
              <a:rPr lang="en-US" dirty="0"/>
              <a:t>Longitudinal effects in </a:t>
            </a:r>
            <a:r>
              <a:rPr lang="en-GB" sz="4400" dirty="0"/>
              <a:t>morphosyntactic</a:t>
            </a:r>
            <a:r>
              <a:rPr lang="en-US" dirty="0"/>
              <a:t> transfer</a:t>
            </a:r>
            <a:endParaRPr lang="en-GB" dirty="0"/>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838200" y="1533524"/>
            <a:ext cx="10515600" cy="4752975"/>
          </a:xfrm>
        </p:spPr>
        <p:txBody>
          <a:bodyPr>
            <a:noAutofit/>
          </a:bodyPr>
          <a:lstStyle/>
          <a:p>
            <a:r>
              <a:rPr lang="en-US" sz="2100"/>
              <a:t>Hypothesis 1: any signatures of transfer (esp. P600) more likely to occur in </a:t>
            </a:r>
            <a:r>
              <a:rPr lang="en-US" sz="2100" b="1"/>
              <a:t>later </a:t>
            </a:r>
            <a:r>
              <a:rPr lang="en-US" sz="2100"/>
              <a:t>sessions.</a:t>
            </a:r>
          </a:p>
          <a:p>
            <a:endParaRPr lang="en-US" sz="2100"/>
          </a:p>
          <a:p>
            <a:r>
              <a:rPr lang="en-US" sz="2100"/>
              <a:t>Hypothesis 2: any signatures of transfer (esp. P600) should </a:t>
            </a:r>
            <a:r>
              <a:rPr lang="en-US" sz="2100" b="1"/>
              <a:t>persist </a:t>
            </a:r>
            <a:r>
              <a:rPr lang="en-US" sz="2100"/>
              <a:t>in subsequent sessions.</a:t>
            </a:r>
          </a:p>
          <a:p>
            <a:endParaRPr lang="en-US" sz="2100"/>
          </a:p>
          <a:p>
            <a:endParaRPr lang="en-GB" sz="2100"/>
          </a:p>
        </p:txBody>
      </p:sp>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p:txBody>
          <a:bodyPr/>
          <a:lstStyle/>
          <a:p>
            <a:fld id="{F120EC50-82ED-45BA-9B48-47FD87D12700}" type="slidenum">
              <a:rPr lang="en-GB" smtClean="0"/>
              <a:pPr/>
              <a:t>70</a:t>
            </a:fld>
            <a:endParaRPr lang="en-GB"/>
          </a:p>
        </p:txBody>
      </p:sp>
    </p:spTree>
    <p:extLst>
      <p:ext uri="{BB962C8B-B14F-4D97-AF65-F5344CB8AC3E}">
        <p14:creationId xmlns:p14="http://schemas.microsoft.com/office/powerpoint/2010/main" val="22350102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CA68-DD64-960C-3644-EEFFD54B6540}"/>
              </a:ext>
            </a:extLst>
          </p:cNvPr>
          <p:cNvSpPr>
            <a:spLocks noGrp="1"/>
          </p:cNvSpPr>
          <p:nvPr>
            <p:ph type="title"/>
          </p:nvPr>
        </p:nvSpPr>
        <p:spPr/>
        <p:txBody>
          <a:bodyPr/>
          <a:lstStyle/>
          <a:p>
            <a:pPr algn="ctr"/>
            <a:r>
              <a:rPr lang="en-US"/>
              <a:t>Thank you</a:t>
            </a:r>
            <a:endParaRPr lang="en-GB"/>
          </a:p>
        </p:txBody>
      </p:sp>
      <p:sp>
        <p:nvSpPr>
          <p:cNvPr id="3" name="Content Placeholder 2">
            <a:extLst>
              <a:ext uri="{FF2B5EF4-FFF2-40B4-BE49-F238E27FC236}">
                <a16:creationId xmlns:a16="http://schemas.microsoft.com/office/drawing/2014/main" id="{7386AD7E-F66A-9856-AB5C-32079759FE21}"/>
              </a:ext>
            </a:extLst>
          </p:cNvPr>
          <p:cNvSpPr>
            <a:spLocks noGrp="1"/>
          </p:cNvSpPr>
          <p:nvPr>
            <p:ph idx="1"/>
          </p:nvPr>
        </p:nvSpPr>
        <p:spPr>
          <a:xfrm>
            <a:off x="838200" y="2026023"/>
            <a:ext cx="10515600" cy="4150939"/>
          </a:xfrm>
        </p:spPr>
        <p:txBody>
          <a:bodyPr/>
          <a:lstStyle/>
          <a:p>
            <a:r>
              <a:rPr lang="en-US"/>
              <a:t>References and further information available upon request.</a:t>
            </a:r>
          </a:p>
          <a:p>
            <a:endParaRPr lang="en-US"/>
          </a:p>
          <a:p>
            <a:r>
              <a:rPr lang="en-US"/>
              <a:t>Questions and feedback very welcome.</a:t>
            </a:r>
            <a:endParaRPr lang="en-GB"/>
          </a:p>
        </p:txBody>
      </p:sp>
      <p:sp>
        <p:nvSpPr>
          <p:cNvPr id="4" name="Slide Number Placeholder 3">
            <a:extLst>
              <a:ext uri="{FF2B5EF4-FFF2-40B4-BE49-F238E27FC236}">
                <a16:creationId xmlns:a16="http://schemas.microsoft.com/office/drawing/2014/main" id="{583B1AE4-5627-F321-161E-A76D6407A8FA}"/>
              </a:ext>
            </a:extLst>
          </p:cNvPr>
          <p:cNvSpPr>
            <a:spLocks noGrp="1"/>
          </p:cNvSpPr>
          <p:nvPr>
            <p:ph type="sldNum" sz="quarter" idx="12"/>
          </p:nvPr>
        </p:nvSpPr>
        <p:spPr/>
        <p:txBody>
          <a:bodyPr/>
          <a:lstStyle/>
          <a:p>
            <a:fld id="{F120EC50-82ED-45BA-9B48-47FD87D12700}" type="slidenum">
              <a:rPr lang="en-GB" smtClean="0"/>
              <a:pPr/>
              <a:t>71</a:t>
            </a:fld>
            <a:endParaRPr lang="en-GB"/>
          </a:p>
        </p:txBody>
      </p:sp>
    </p:spTree>
    <p:extLst>
      <p:ext uri="{BB962C8B-B14F-4D97-AF65-F5344CB8AC3E}">
        <p14:creationId xmlns:p14="http://schemas.microsoft.com/office/powerpoint/2010/main" val="891492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77</TotalTime>
  <Words>3526</Words>
  <Application>Microsoft Office PowerPoint</Application>
  <PresentationFormat>Widescreen</PresentationFormat>
  <Paragraphs>691</Paragraphs>
  <Slides>71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Arial</vt:lpstr>
      <vt:lpstr>Calibri</vt:lpstr>
      <vt:lpstr>Calibri Light</vt:lpstr>
      <vt:lpstr>ElsevierGulliver</vt:lpstr>
      <vt:lpstr>Times New Roman</vt:lpstr>
      <vt:lpstr>Wingdings</vt:lpstr>
      <vt:lpstr>Office Theme</vt:lpstr>
      <vt:lpstr>Implementation of a longitudinal,           artificial language study to investigate morphosyntactic transfer </vt:lpstr>
      <vt:lpstr>Morphosyntactic transfer</vt:lpstr>
      <vt:lpstr>Morphosyntactic transfer</vt:lpstr>
      <vt:lpstr>Morphosyntactic transfer</vt:lpstr>
      <vt:lpstr>Transfer in L3 acquisition</vt:lpstr>
      <vt:lpstr>Transfer in L3 acquisition</vt:lpstr>
      <vt:lpstr>Transfer in L3 acquisition</vt:lpstr>
      <vt:lpstr>Transfer in L3 acquisition</vt:lpstr>
      <vt:lpstr>Transfer in L3 acquisition</vt:lpstr>
      <vt:lpstr>Transfer in L3 acquisition</vt:lpstr>
      <vt:lpstr>Morphosyntactic transfer in L3 acquisition</vt:lpstr>
      <vt:lpstr>Morphosyntactic transfer in L3 acquisition</vt:lpstr>
      <vt:lpstr>Morphosyntactic transfer in L3 acquisition</vt:lpstr>
      <vt:lpstr>Morphosyntactic transfer in L3 acquisition</vt:lpstr>
      <vt:lpstr>González Alonso et al. (2020)</vt:lpstr>
      <vt:lpstr>González Alonso  et al. (2020)</vt:lpstr>
      <vt:lpstr>González Alonso  et al. (2020)</vt:lpstr>
      <vt:lpstr>González Alonso  et al. (2020)</vt:lpstr>
      <vt:lpstr>González Alonso  et al. (2020)</vt:lpstr>
      <vt:lpstr>González Alonso  et al. (2020)</vt:lpstr>
      <vt:lpstr>González Alonso  et al. (2020)</vt:lpstr>
      <vt:lpstr>González Alonso et al. (2020)</vt:lpstr>
      <vt:lpstr>González Alonso et al. (2020)</vt:lpstr>
      <vt:lpstr>Pereira Soares et al. (2022)</vt:lpstr>
      <vt:lpstr>Pereira Soares et al. (2022)</vt:lpstr>
      <vt:lpstr>Pereira Soares et al. (2022)</vt:lpstr>
      <vt:lpstr>Our study</vt:lpstr>
      <vt:lpstr>Grammatical properties, examples, and presence in natural languages</vt:lpstr>
      <vt:lpstr>Wrap-up buffer: … and ze watch too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Creation of the artificial languages</vt:lpstr>
      <vt:lpstr>Stimulus creation: Phonological and semantic challenges</vt:lpstr>
      <vt:lpstr>Creation of the artificial languages</vt:lpstr>
      <vt:lpstr>PowerPoint Presentation</vt:lpstr>
      <vt:lpstr>Creation of the artificial languages</vt:lpstr>
      <vt:lpstr>PowerPoint Presentation</vt:lpstr>
      <vt:lpstr>Creation of the artificial languages</vt:lpstr>
      <vt:lpstr>Training</vt:lpstr>
      <vt:lpstr>Training</vt:lpstr>
      <vt:lpstr>PowerPoint Presentation</vt:lpstr>
      <vt:lpstr>Test in Session 3  Match image to one of five sentences</vt:lpstr>
      <vt:lpstr>Experiment: example stimuli</vt:lpstr>
      <vt:lpstr>Lab sessions</vt:lpstr>
      <vt:lpstr>PowerPoint Presentation</vt:lpstr>
      <vt:lpstr>Lab sessions</vt:lpstr>
      <vt:lpstr>PowerPoint Presentation</vt:lpstr>
      <vt:lpstr>PowerPoint Presentation</vt:lpstr>
      <vt:lpstr>PowerPoint Presentation</vt:lpstr>
      <vt:lpstr>Lab sessions</vt:lpstr>
      <vt:lpstr>PowerPoint Presentation</vt:lpstr>
      <vt:lpstr>Contingency measures to reduce session time</vt:lpstr>
      <vt:lpstr>Analyses and hypotheses</vt:lpstr>
      <vt:lpstr>PowerPoint Presentation</vt:lpstr>
      <vt:lpstr>Executive functions and rs-EEG</vt:lpstr>
      <vt:lpstr>Longitudinal role of executive functions and rs-EEG</vt:lpstr>
      <vt:lpstr>Longitudinal effects on  executive functions and rs-EEG</vt:lpstr>
      <vt:lpstr>Language learning:   Analyses and hypotheses</vt:lpstr>
      <vt:lpstr>Language learning</vt:lpstr>
      <vt:lpstr>Morphosyntactic transfer:   Analyses and hypotheses</vt:lpstr>
      <vt:lpstr>PowerPoint Presentation</vt:lpstr>
      <vt:lpstr>PowerPoint Presentation</vt:lpstr>
      <vt:lpstr>PowerPoint Presentation</vt:lpstr>
      <vt:lpstr>Executive functions and morphosyntactic transfer</vt:lpstr>
      <vt:lpstr>Longitudinal effects in morphosyntactic transfer</vt:lpstr>
      <vt:lpstr>Thank you</vt:lpstr>
    </vt:vector>
  </TitlesOfParts>
  <Company>UiT The Arctic University of Norway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Pablo Bernabeu</dc:creator>
  <cp:lastModifiedBy>Pablo Bernabeu</cp:lastModifiedBy>
  <cp:revision>1</cp:revision>
  <dcterms:created xsi:type="dcterms:W3CDTF">2023-10-16T11:48:45Z</dcterms:created>
  <dcterms:modified xsi:type="dcterms:W3CDTF">2024-03-11T15:08:11Z</dcterms:modified>
</cp:coreProperties>
</file>