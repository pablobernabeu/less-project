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3"/>
  </p:notesMasterIdLst>
  <p:sldIdLst>
    <p:sldId id="256" r:id="rId2"/>
  </p:sldIdLst>
  <p:sldSz cx="21383625"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595959"/>
    <a:srgbClr val="C2002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98ADD5-5599-AF45-9832-0AE23C75D033}" v="271" dt="2024-02-29T21:47:16.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95"/>
    <p:restoredTop sz="88339"/>
  </p:normalViewPr>
  <p:slideViewPr>
    <p:cSldViewPr snapToGrid="0">
      <p:cViewPr>
        <p:scale>
          <a:sx n="50" d="100"/>
          <a:sy n="50" d="100"/>
        </p:scale>
        <p:origin x="1308" y="-3702"/>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5CDEAD-B1F6-4FB6-8013-0FAF78E31D79}"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s-ES"/>
        </a:p>
      </dgm:t>
    </dgm:pt>
    <dgm:pt modelId="{95095F6F-71E0-4200-9D43-C1E6AA62D15E}">
      <dgm:prSet phldrT="[Text]" custT="1"/>
      <dgm:spPr>
        <a:solidFill>
          <a:schemeClr val="bg1">
            <a:lumMod val="85000"/>
          </a:schemeClr>
        </a:solidFill>
        <a:ln>
          <a:noFill/>
        </a:ln>
      </dgm:spPr>
      <dgm:t>
        <a:bodyPr/>
        <a:lstStyle/>
        <a:p>
          <a:r>
            <a:rPr lang="es-ES" sz="2800" dirty="0">
              <a:solidFill>
                <a:schemeClr val="tx1"/>
              </a:solidFill>
              <a:latin typeface="Roboto" pitchFamily="2" charset="0"/>
              <a:ea typeface="Roboto" pitchFamily="2" charset="0"/>
            </a:rPr>
            <a:t>L1 English – L2 </a:t>
          </a:r>
          <a:r>
            <a:rPr lang="es-ES" sz="2800" dirty="0" err="1">
              <a:solidFill>
                <a:schemeClr val="tx1"/>
              </a:solidFill>
              <a:latin typeface="Roboto" pitchFamily="2" charset="0"/>
              <a:ea typeface="Roboto" pitchFamily="2" charset="0"/>
            </a:rPr>
            <a:t>Spanish</a:t>
          </a:r>
          <a:r>
            <a:rPr lang="es-ES" sz="2800" dirty="0">
              <a:solidFill>
                <a:schemeClr val="tx1"/>
              </a:solidFill>
              <a:latin typeface="Roboto" pitchFamily="2" charset="0"/>
              <a:ea typeface="Roboto" pitchFamily="2" charset="0"/>
            </a:rPr>
            <a:t> </a:t>
          </a:r>
          <a:br>
            <a:rPr lang="es-ES" sz="2800" dirty="0">
              <a:solidFill>
                <a:schemeClr val="tx1"/>
              </a:solidFill>
              <a:latin typeface="Roboto" pitchFamily="2" charset="0"/>
              <a:ea typeface="Roboto" pitchFamily="2" charset="0"/>
            </a:rPr>
          </a:br>
          <a:r>
            <a:rPr lang="es-ES" sz="2800" dirty="0">
              <a:solidFill>
                <a:schemeClr val="tx1"/>
              </a:solidFill>
              <a:latin typeface="Roboto" pitchFamily="2" charset="0"/>
              <a:ea typeface="Roboto" pitchFamily="2" charset="0"/>
            </a:rPr>
            <a:t>(Mini-English)</a:t>
          </a:r>
        </a:p>
        <a:p>
          <a:endParaRPr lang="es-ES" sz="1600" dirty="0">
            <a:solidFill>
              <a:schemeClr val="tx1"/>
            </a:solidFill>
            <a:latin typeface="Roboto" pitchFamily="2" charset="0"/>
            <a:ea typeface="Roboto" pitchFamily="2" charset="0"/>
          </a:endParaRPr>
        </a:p>
      </dgm:t>
    </dgm:pt>
    <dgm:pt modelId="{FAF719B9-5D15-46D2-A572-BF661C5A2B38}" type="parTrans" cxnId="{578BB650-5A62-458C-A9F0-C68A3C02CDD8}">
      <dgm:prSet/>
      <dgm:spPr/>
      <dgm:t>
        <a:bodyPr/>
        <a:lstStyle/>
        <a:p>
          <a:endParaRPr lang="es-ES" sz="1600"/>
        </a:p>
      </dgm:t>
    </dgm:pt>
    <dgm:pt modelId="{E488ABC9-6454-4696-8C8C-D4688F392B8C}" type="sibTrans" cxnId="{578BB650-5A62-458C-A9F0-C68A3C02CDD8}">
      <dgm:prSet/>
      <dgm:spPr/>
      <dgm:t>
        <a:bodyPr/>
        <a:lstStyle/>
        <a:p>
          <a:endParaRPr lang="es-ES" sz="1600"/>
        </a:p>
      </dgm:t>
    </dgm:pt>
    <dgm:pt modelId="{6C16EE82-05FA-0E41-ABDB-8B9E01600316}">
      <dgm:prSet phldrT="[Text]" custT="1"/>
      <dgm:spPr>
        <a:solidFill>
          <a:srgbClr val="C2132F"/>
        </a:solidFill>
        <a:ln>
          <a:noFill/>
        </a:ln>
      </dgm:spPr>
      <dgm:t>
        <a:bodyPr/>
        <a:lstStyle/>
        <a:p>
          <a:endParaRPr lang="es-ES" sz="1600" dirty="0">
            <a:latin typeface="Roboto" pitchFamily="2" charset="0"/>
            <a:ea typeface="Roboto" pitchFamily="2" charset="0"/>
          </a:endParaRPr>
        </a:p>
        <a:p>
          <a:r>
            <a:rPr lang="es-ES" sz="2800" dirty="0">
              <a:latin typeface="Roboto" pitchFamily="2" charset="0"/>
              <a:ea typeface="Roboto" pitchFamily="2" charset="0"/>
            </a:rPr>
            <a:t>L1 </a:t>
          </a:r>
          <a:r>
            <a:rPr lang="es-ES" sz="2800" dirty="0" err="1">
              <a:latin typeface="Roboto" pitchFamily="2" charset="0"/>
              <a:ea typeface="Roboto" pitchFamily="2" charset="0"/>
            </a:rPr>
            <a:t>Spanish</a:t>
          </a:r>
          <a:r>
            <a:rPr lang="es-ES" sz="2800" dirty="0">
              <a:latin typeface="Roboto" pitchFamily="2" charset="0"/>
              <a:ea typeface="Roboto" pitchFamily="2" charset="0"/>
            </a:rPr>
            <a:t> –  L2 English</a:t>
          </a:r>
          <a:br>
            <a:rPr lang="es-ES" sz="2800" dirty="0">
              <a:latin typeface="Roboto" pitchFamily="2" charset="0"/>
              <a:ea typeface="Roboto" pitchFamily="2" charset="0"/>
            </a:rPr>
          </a:br>
          <a:r>
            <a:rPr lang="es-ES" sz="2800" dirty="0">
              <a:latin typeface="Roboto" pitchFamily="2" charset="0"/>
              <a:ea typeface="Roboto" pitchFamily="2" charset="0"/>
            </a:rPr>
            <a:t>(Mini-</a:t>
          </a:r>
          <a:r>
            <a:rPr lang="es-ES" sz="2800" dirty="0" err="1">
              <a:latin typeface="Roboto" pitchFamily="2" charset="0"/>
              <a:ea typeface="Roboto" pitchFamily="2" charset="0"/>
            </a:rPr>
            <a:t>Spanish</a:t>
          </a:r>
          <a:r>
            <a:rPr lang="es-ES" sz="2800" dirty="0">
              <a:latin typeface="Roboto" pitchFamily="2" charset="0"/>
              <a:ea typeface="Roboto" pitchFamily="2" charset="0"/>
            </a:rPr>
            <a:t>) </a:t>
          </a:r>
        </a:p>
      </dgm:t>
    </dgm:pt>
    <dgm:pt modelId="{878535C8-537C-2A40-8397-24262AE28306}" type="parTrans" cxnId="{DC0FDBC6-4E12-6A41-BC81-73DBBEBC06AF}">
      <dgm:prSet/>
      <dgm:spPr/>
      <dgm:t>
        <a:bodyPr/>
        <a:lstStyle/>
        <a:p>
          <a:endParaRPr lang="en-GB" sz="1600"/>
        </a:p>
      </dgm:t>
    </dgm:pt>
    <dgm:pt modelId="{7AC85120-8A2F-C143-AE00-2AC643D472FF}" type="sibTrans" cxnId="{DC0FDBC6-4E12-6A41-BC81-73DBBEBC06AF}">
      <dgm:prSet/>
      <dgm:spPr/>
      <dgm:t>
        <a:bodyPr/>
        <a:lstStyle/>
        <a:p>
          <a:endParaRPr lang="en-GB" sz="1600"/>
        </a:p>
      </dgm:t>
    </dgm:pt>
    <dgm:pt modelId="{62CD3BE8-A1BF-CF4C-AEBE-8DCC8E9C6638}">
      <dgm:prSet phldrT="[Text]" custT="1"/>
      <dgm:spPr>
        <a:solidFill>
          <a:schemeClr val="tx1">
            <a:lumMod val="95000"/>
            <a:lumOff val="5000"/>
          </a:schemeClr>
        </a:solidFill>
        <a:ln>
          <a:noFill/>
        </a:ln>
      </dgm:spPr>
      <dgm:t>
        <a:bodyPr/>
        <a:lstStyle/>
        <a:p>
          <a:endParaRPr lang="es-ES" sz="1400" dirty="0">
            <a:latin typeface="Roboto" pitchFamily="2" charset="0"/>
            <a:ea typeface="Roboto" pitchFamily="2" charset="0"/>
          </a:endParaRPr>
        </a:p>
        <a:p>
          <a:r>
            <a:rPr lang="es-ES" sz="2800" dirty="0">
              <a:latin typeface="Roboto" pitchFamily="2" charset="0"/>
              <a:ea typeface="Roboto" pitchFamily="2" charset="0"/>
            </a:rPr>
            <a:t>L1 English –   L2 </a:t>
          </a:r>
          <a:r>
            <a:rPr lang="es-ES" sz="2800" dirty="0" err="1">
              <a:latin typeface="Roboto" pitchFamily="2" charset="0"/>
              <a:ea typeface="Roboto" pitchFamily="2" charset="0"/>
            </a:rPr>
            <a:t>Spanish</a:t>
          </a:r>
          <a:r>
            <a:rPr lang="es-ES" sz="2800" dirty="0">
              <a:latin typeface="Roboto" pitchFamily="2" charset="0"/>
              <a:ea typeface="Roboto" pitchFamily="2" charset="0"/>
            </a:rPr>
            <a:t> </a:t>
          </a:r>
          <a:br>
            <a:rPr lang="es-ES" sz="2800" dirty="0">
              <a:latin typeface="Roboto" pitchFamily="2" charset="0"/>
              <a:ea typeface="Roboto" pitchFamily="2" charset="0"/>
            </a:rPr>
          </a:br>
          <a:r>
            <a:rPr lang="es-ES" sz="2800" dirty="0">
              <a:latin typeface="Roboto" pitchFamily="2" charset="0"/>
              <a:ea typeface="Roboto" pitchFamily="2" charset="0"/>
            </a:rPr>
            <a:t>(Mini-</a:t>
          </a:r>
          <a:r>
            <a:rPr lang="es-ES" sz="2800" dirty="0" err="1">
              <a:latin typeface="Roboto" pitchFamily="2" charset="0"/>
              <a:ea typeface="Roboto" pitchFamily="2" charset="0"/>
            </a:rPr>
            <a:t>Spanish</a:t>
          </a:r>
          <a:r>
            <a:rPr lang="es-ES" sz="2800" dirty="0">
              <a:latin typeface="Roboto" pitchFamily="2" charset="0"/>
              <a:ea typeface="Roboto" pitchFamily="2" charset="0"/>
            </a:rPr>
            <a:t>)</a:t>
          </a:r>
        </a:p>
      </dgm:t>
    </dgm:pt>
    <dgm:pt modelId="{DC87B2E3-E6EF-A741-AC86-2BFF0F20F107}" type="parTrans" cxnId="{ECA89598-0A83-374C-9BF5-E0D19C5686AE}">
      <dgm:prSet/>
      <dgm:spPr/>
      <dgm:t>
        <a:bodyPr/>
        <a:lstStyle/>
        <a:p>
          <a:endParaRPr lang="en-GB" sz="1600"/>
        </a:p>
      </dgm:t>
    </dgm:pt>
    <dgm:pt modelId="{E10E7D4E-A80B-C849-B3E5-4EF7C3876D00}" type="sibTrans" cxnId="{ECA89598-0A83-374C-9BF5-E0D19C5686AE}">
      <dgm:prSet/>
      <dgm:spPr/>
      <dgm:t>
        <a:bodyPr/>
        <a:lstStyle/>
        <a:p>
          <a:endParaRPr lang="en-GB" sz="1600"/>
        </a:p>
      </dgm:t>
    </dgm:pt>
    <dgm:pt modelId="{F6CC906C-0150-D64E-94DC-58FF873713FE}">
      <dgm:prSet phldrT="[Text]" custT="1"/>
      <dgm:spPr>
        <a:solidFill>
          <a:schemeClr val="bg1">
            <a:lumMod val="65000"/>
          </a:schemeClr>
        </a:solidFill>
        <a:ln>
          <a:noFill/>
        </a:ln>
      </dgm:spPr>
      <dgm:t>
        <a:bodyPr/>
        <a:lstStyle/>
        <a:p>
          <a:r>
            <a:rPr lang="es-ES" sz="2800" dirty="0">
              <a:solidFill>
                <a:schemeClr val="tx1"/>
              </a:solidFill>
              <a:latin typeface="Roboto" pitchFamily="2" charset="0"/>
              <a:ea typeface="Roboto" pitchFamily="2" charset="0"/>
            </a:rPr>
            <a:t>L1 </a:t>
          </a:r>
          <a:r>
            <a:rPr lang="es-ES" sz="2800" dirty="0" err="1">
              <a:solidFill>
                <a:schemeClr val="tx1"/>
              </a:solidFill>
              <a:latin typeface="Roboto" pitchFamily="2" charset="0"/>
              <a:ea typeface="Roboto" pitchFamily="2" charset="0"/>
            </a:rPr>
            <a:t>Spanish</a:t>
          </a:r>
          <a:r>
            <a:rPr lang="es-ES" sz="2800" dirty="0">
              <a:solidFill>
                <a:schemeClr val="tx1"/>
              </a:solidFill>
              <a:latin typeface="Roboto" pitchFamily="2" charset="0"/>
              <a:ea typeface="Roboto" pitchFamily="2" charset="0"/>
            </a:rPr>
            <a:t> – L2 English</a:t>
          </a:r>
          <a:br>
            <a:rPr lang="es-ES" sz="2800" dirty="0">
              <a:solidFill>
                <a:schemeClr val="tx1"/>
              </a:solidFill>
              <a:latin typeface="Roboto" pitchFamily="2" charset="0"/>
              <a:ea typeface="Roboto" pitchFamily="2" charset="0"/>
            </a:rPr>
          </a:br>
          <a:r>
            <a:rPr lang="es-ES" sz="2800" dirty="0">
              <a:solidFill>
                <a:schemeClr val="tx1"/>
              </a:solidFill>
              <a:latin typeface="Roboto" pitchFamily="2" charset="0"/>
              <a:ea typeface="Roboto" pitchFamily="2" charset="0"/>
            </a:rPr>
            <a:t>(Mini-English)</a:t>
          </a:r>
        </a:p>
        <a:p>
          <a:endParaRPr lang="es-ES" sz="1400" dirty="0">
            <a:solidFill>
              <a:schemeClr val="tx1"/>
            </a:solidFill>
            <a:latin typeface="Roboto" pitchFamily="2" charset="0"/>
            <a:ea typeface="Roboto" pitchFamily="2" charset="0"/>
          </a:endParaRPr>
        </a:p>
      </dgm:t>
    </dgm:pt>
    <dgm:pt modelId="{8ABD7244-352A-3747-9C6C-EED1FE701280}" type="parTrans" cxnId="{34EFA2EA-D5D0-F743-9015-C9FD2602E89E}">
      <dgm:prSet/>
      <dgm:spPr/>
      <dgm:t>
        <a:bodyPr/>
        <a:lstStyle/>
        <a:p>
          <a:endParaRPr lang="en-GB" sz="1600"/>
        </a:p>
      </dgm:t>
    </dgm:pt>
    <dgm:pt modelId="{0E7192FD-AD7C-B342-B75D-26BF288929DA}" type="sibTrans" cxnId="{34EFA2EA-D5D0-F743-9015-C9FD2602E89E}">
      <dgm:prSet/>
      <dgm:spPr/>
      <dgm:t>
        <a:bodyPr/>
        <a:lstStyle/>
        <a:p>
          <a:endParaRPr lang="en-GB" sz="1600"/>
        </a:p>
      </dgm:t>
    </dgm:pt>
    <dgm:pt modelId="{D7C6560A-AAE9-44B0-893A-E5D41D8D6DF8}">
      <dgm:prSet phldrT="[Text]" custT="1"/>
      <dgm:spPr>
        <a:noFill/>
        <a:ln>
          <a:noFill/>
        </a:ln>
      </dgm:spPr>
      <dgm:t>
        <a:bodyPr/>
        <a:lstStyle/>
        <a:p>
          <a:endParaRPr lang="es-ES" sz="2800" b="1" dirty="0">
            <a:solidFill>
              <a:schemeClr val="tx1"/>
            </a:solidFill>
            <a:latin typeface="Roboto" pitchFamily="2" charset="0"/>
            <a:ea typeface="Roboto" pitchFamily="2" charset="0"/>
          </a:endParaRPr>
        </a:p>
      </dgm:t>
    </dgm:pt>
    <dgm:pt modelId="{8C3DD7EA-6686-4286-B9B4-9AC4F50BA9BD}" type="sibTrans" cxnId="{C68281B1-90E6-44D3-AB55-0D2509528A7F}">
      <dgm:prSet/>
      <dgm:spPr/>
      <dgm:t>
        <a:bodyPr/>
        <a:lstStyle/>
        <a:p>
          <a:endParaRPr lang="es-ES" sz="1600"/>
        </a:p>
      </dgm:t>
    </dgm:pt>
    <dgm:pt modelId="{9F2F0A78-8954-4670-8775-E6AC27584AA7}" type="parTrans" cxnId="{C68281B1-90E6-44D3-AB55-0D2509528A7F}">
      <dgm:prSet/>
      <dgm:spPr/>
      <dgm:t>
        <a:bodyPr/>
        <a:lstStyle/>
        <a:p>
          <a:endParaRPr lang="es-ES" sz="1600"/>
        </a:p>
      </dgm:t>
    </dgm:pt>
    <dgm:pt modelId="{E0D734C7-C7F4-43C0-8611-42A41EE8663A}" type="pres">
      <dgm:prSet presAssocID="{A25CDEAD-B1F6-4FB6-8013-0FAF78E31D79}" presName="diagram" presStyleCnt="0">
        <dgm:presLayoutVars>
          <dgm:chMax val="1"/>
          <dgm:dir/>
          <dgm:animLvl val="ctr"/>
          <dgm:resizeHandles val="exact"/>
        </dgm:presLayoutVars>
      </dgm:prSet>
      <dgm:spPr/>
    </dgm:pt>
    <dgm:pt modelId="{DB77739C-04AC-413D-903D-2E8EBDADDE72}" type="pres">
      <dgm:prSet presAssocID="{A25CDEAD-B1F6-4FB6-8013-0FAF78E31D79}" presName="matrix" presStyleCnt="0"/>
      <dgm:spPr/>
    </dgm:pt>
    <dgm:pt modelId="{89C3886E-B1E0-4F78-8F33-2BD7113C1024}" type="pres">
      <dgm:prSet presAssocID="{A25CDEAD-B1F6-4FB6-8013-0FAF78E31D79}" presName="tile1" presStyleLbl="node1" presStyleIdx="0" presStyleCnt="4" custLinFactNeighborX="-53904"/>
      <dgm:spPr/>
    </dgm:pt>
    <dgm:pt modelId="{1DFA5C4A-1144-457E-9855-E296F1A1EE16}" type="pres">
      <dgm:prSet presAssocID="{A25CDEAD-B1F6-4FB6-8013-0FAF78E31D79}" presName="tile1text" presStyleLbl="node1" presStyleIdx="0" presStyleCnt="4">
        <dgm:presLayoutVars>
          <dgm:chMax val="0"/>
          <dgm:chPref val="0"/>
          <dgm:bulletEnabled val="1"/>
        </dgm:presLayoutVars>
      </dgm:prSet>
      <dgm:spPr/>
    </dgm:pt>
    <dgm:pt modelId="{17A7F798-E150-43A3-94CC-0BC369C1032C}" type="pres">
      <dgm:prSet presAssocID="{A25CDEAD-B1F6-4FB6-8013-0FAF78E31D79}" presName="tile2" presStyleLbl="node1" presStyleIdx="1" presStyleCnt="4" custLinFactNeighborX="1607" custLinFactNeighborY="-9511"/>
      <dgm:spPr/>
    </dgm:pt>
    <dgm:pt modelId="{6361DE2D-FF2D-4DAD-9119-EE42E751DDA1}" type="pres">
      <dgm:prSet presAssocID="{A25CDEAD-B1F6-4FB6-8013-0FAF78E31D79}" presName="tile2text" presStyleLbl="node1" presStyleIdx="1" presStyleCnt="4">
        <dgm:presLayoutVars>
          <dgm:chMax val="0"/>
          <dgm:chPref val="0"/>
          <dgm:bulletEnabled val="1"/>
        </dgm:presLayoutVars>
      </dgm:prSet>
      <dgm:spPr/>
    </dgm:pt>
    <dgm:pt modelId="{E3579E98-7B57-4EC5-ABB1-FB2C962EEFA0}" type="pres">
      <dgm:prSet presAssocID="{A25CDEAD-B1F6-4FB6-8013-0FAF78E31D79}" presName="tile3" presStyleLbl="node1" presStyleIdx="2" presStyleCnt="4"/>
      <dgm:spPr/>
    </dgm:pt>
    <dgm:pt modelId="{EDD3CABF-CB5D-47A4-9578-3D16087A68C5}" type="pres">
      <dgm:prSet presAssocID="{A25CDEAD-B1F6-4FB6-8013-0FAF78E31D79}" presName="tile3text" presStyleLbl="node1" presStyleIdx="2" presStyleCnt="4">
        <dgm:presLayoutVars>
          <dgm:chMax val="0"/>
          <dgm:chPref val="0"/>
          <dgm:bulletEnabled val="1"/>
        </dgm:presLayoutVars>
      </dgm:prSet>
      <dgm:spPr/>
    </dgm:pt>
    <dgm:pt modelId="{69734D6D-4F1B-41E1-94C0-84290D7F7B76}" type="pres">
      <dgm:prSet presAssocID="{A25CDEAD-B1F6-4FB6-8013-0FAF78E31D79}" presName="tile4" presStyleLbl="node1" presStyleIdx="3" presStyleCnt="4" custLinFactX="483531" custLinFactY="430463" custLinFactNeighborX="500000" custLinFactNeighborY="500000"/>
      <dgm:spPr/>
    </dgm:pt>
    <dgm:pt modelId="{DA5D2645-FC79-41BD-AB12-90C498A1F8B7}" type="pres">
      <dgm:prSet presAssocID="{A25CDEAD-B1F6-4FB6-8013-0FAF78E31D79}" presName="tile4text" presStyleLbl="node1" presStyleIdx="3" presStyleCnt="4">
        <dgm:presLayoutVars>
          <dgm:chMax val="0"/>
          <dgm:chPref val="0"/>
          <dgm:bulletEnabled val="1"/>
        </dgm:presLayoutVars>
      </dgm:prSet>
      <dgm:spPr/>
    </dgm:pt>
    <dgm:pt modelId="{9CAA1E03-AA21-404D-B3F9-42B1742A88CC}" type="pres">
      <dgm:prSet presAssocID="{A25CDEAD-B1F6-4FB6-8013-0FAF78E31D79}" presName="centerTile" presStyleLbl="fgShp" presStyleIdx="0" presStyleCnt="1" custLinFactNeighborX="-7379" custLinFactNeighborY="10194">
        <dgm:presLayoutVars>
          <dgm:chMax val="0"/>
          <dgm:chPref val="0"/>
        </dgm:presLayoutVars>
      </dgm:prSet>
      <dgm:spPr/>
    </dgm:pt>
  </dgm:ptLst>
  <dgm:cxnLst>
    <dgm:cxn modelId="{996FE720-3087-1A4C-B0D3-3D70F5FB66B2}" type="presOf" srcId="{62CD3BE8-A1BF-CF4C-AEBE-8DCC8E9C6638}" destId="{6361DE2D-FF2D-4DAD-9119-EE42E751DDA1}" srcOrd="1" destOrd="0" presId="urn:microsoft.com/office/officeart/2005/8/layout/matrix1"/>
    <dgm:cxn modelId="{B4E71128-839B-494A-A128-5271EC843464}" type="presOf" srcId="{95095F6F-71E0-4200-9D43-C1E6AA62D15E}" destId="{69734D6D-4F1B-41E1-94C0-84290D7F7B76}" srcOrd="0" destOrd="0" presId="urn:microsoft.com/office/officeart/2005/8/layout/matrix1"/>
    <dgm:cxn modelId="{7535533E-25DA-E842-BD77-822FA8AD322E}" type="presOf" srcId="{6C16EE82-05FA-0E41-ABDB-8B9E01600316}" destId="{89C3886E-B1E0-4F78-8F33-2BD7113C1024}" srcOrd="0" destOrd="0" presId="urn:microsoft.com/office/officeart/2005/8/layout/matrix1"/>
    <dgm:cxn modelId="{7BE0E044-FDFA-434A-88B1-1857EEE4D06A}" type="presOf" srcId="{D7C6560A-AAE9-44B0-893A-E5D41D8D6DF8}" destId="{9CAA1E03-AA21-404D-B3F9-42B1742A88CC}" srcOrd="0" destOrd="0" presId="urn:microsoft.com/office/officeart/2005/8/layout/matrix1"/>
    <dgm:cxn modelId="{68A21D6A-BB04-2A42-9304-C08E0E29930D}" type="presOf" srcId="{62CD3BE8-A1BF-CF4C-AEBE-8DCC8E9C6638}" destId="{17A7F798-E150-43A3-94CC-0BC369C1032C}" srcOrd="0" destOrd="0" presId="urn:microsoft.com/office/officeart/2005/8/layout/matrix1"/>
    <dgm:cxn modelId="{578BB650-5A62-458C-A9F0-C68A3C02CDD8}" srcId="{D7C6560A-AAE9-44B0-893A-E5D41D8D6DF8}" destId="{95095F6F-71E0-4200-9D43-C1E6AA62D15E}" srcOrd="3" destOrd="0" parTransId="{FAF719B9-5D15-46D2-A572-BF661C5A2B38}" sibTransId="{E488ABC9-6454-4696-8C8C-D4688F392B8C}"/>
    <dgm:cxn modelId="{B249AF8C-FA9C-F148-BC33-1A3864410B6A}" type="presOf" srcId="{95095F6F-71E0-4200-9D43-C1E6AA62D15E}" destId="{DA5D2645-FC79-41BD-AB12-90C498A1F8B7}" srcOrd="1" destOrd="0" presId="urn:microsoft.com/office/officeart/2005/8/layout/matrix1"/>
    <dgm:cxn modelId="{AEFABD90-869D-3541-8336-34F90ED6EC4B}" type="presOf" srcId="{F6CC906C-0150-D64E-94DC-58FF873713FE}" destId="{EDD3CABF-CB5D-47A4-9578-3D16087A68C5}" srcOrd="1" destOrd="0" presId="urn:microsoft.com/office/officeart/2005/8/layout/matrix1"/>
    <dgm:cxn modelId="{ECA89598-0A83-374C-9BF5-E0D19C5686AE}" srcId="{D7C6560A-AAE9-44B0-893A-E5D41D8D6DF8}" destId="{62CD3BE8-A1BF-CF4C-AEBE-8DCC8E9C6638}" srcOrd="1" destOrd="0" parTransId="{DC87B2E3-E6EF-A741-AC86-2BFF0F20F107}" sibTransId="{E10E7D4E-A80B-C849-B3E5-4EF7C3876D00}"/>
    <dgm:cxn modelId="{C68281B1-90E6-44D3-AB55-0D2509528A7F}" srcId="{A25CDEAD-B1F6-4FB6-8013-0FAF78E31D79}" destId="{D7C6560A-AAE9-44B0-893A-E5D41D8D6DF8}" srcOrd="0" destOrd="0" parTransId="{9F2F0A78-8954-4670-8775-E6AC27584AA7}" sibTransId="{8C3DD7EA-6686-4286-B9B4-9AC4F50BA9BD}"/>
    <dgm:cxn modelId="{DC0FDBC6-4E12-6A41-BC81-73DBBEBC06AF}" srcId="{D7C6560A-AAE9-44B0-893A-E5D41D8D6DF8}" destId="{6C16EE82-05FA-0E41-ABDB-8B9E01600316}" srcOrd="0" destOrd="0" parTransId="{878535C8-537C-2A40-8397-24262AE28306}" sibTransId="{7AC85120-8A2F-C143-AE00-2AC643D472FF}"/>
    <dgm:cxn modelId="{C8175AD9-E300-A64D-8711-B58CA4624943}" type="presOf" srcId="{6C16EE82-05FA-0E41-ABDB-8B9E01600316}" destId="{1DFA5C4A-1144-457E-9855-E296F1A1EE16}" srcOrd="1" destOrd="0" presId="urn:microsoft.com/office/officeart/2005/8/layout/matrix1"/>
    <dgm:cxn modelId="{CF3D55DD-083A-455E-8D75-BE1941180901}" type="presOf" srcId="{A25CDEAD-B1F6-4FB6-8013-0FAF78E31D79}" destId="{E0D734C7-C7F4-43C0-8611-42A41EE8663A}" srcOrd="0" destOrd="0" presId="urn:microsoft.com/office/officeart/2005/8/layout/matrix1"/>
    <dgm:cxn modelId="{34EFA2EA-D5D0-F743-9015-C9FD2602E89E}" srcId="{D7C6560A-AAE9-44B0-893A-E5D41D8D6DF8}" destId="{F6CC906C-0150-D64E-94DC-58FF873713FE}" srcOrd="2" destOrd="0" parTransId="{8ABD7244-352A-3747-9C6C-EED1FE701280}" sibTransId="{0E7192FD-AD7C-B342-B75D-26BF288929DA}"/>
    <dgm:cxn modelId="{FB5ADDEC-8822-FD4A-A698-3FFBF418FA3D}" type="presOf" srcId="{F6CC906C-0150-D64E-94DC-58FF873713FE}" destId="{E3579E98-7B57-4EC5-ABB1-FB2C962EEFA0}" srcOrd="0" destOrd="0" presId="urn:microsoft.com/office/officeart/2005/8/layout/matrix1"/>
    <dgm:cxn modelId="{6E9C6F54-3D3B-425F-B482-A69707AA74EE}" type="presParOf" srcId="{E0D734C7-C7F4-43C0-8611-42A41EE8663A}" destId="{DB77739C-04AC-413D-903D-2E8EBDADDE72}" srcOrd="0" destOrd="0" presId="urn:microsoft.com/office/officeart/2005/8/layout/matrix1"/>
    <dgm:cxn modelId="{8505CA42-70DE-42CF-9B4D-FD9860FB9B73}" type="presParOf" srcId="{DB77739C-04AC-413D-903D-2E8EBDADDE72}" destId="{89C3886E-B1E0-4F78-8F33-2BD7113C1024}" srcOrd="0" destOrd="0" presId="urn:microsoft.com/office/officeart/2005/8/layout/matrix1"/>
    <dgm:cxn modelId="{BE769CB7-ADB8-4AA1-915F-83B88DEDBACE}" type="presParOf" srcId="{DB77739C-04AC-413D-903D-2E8EBDADDE72}" destId="{1DFA5C4A-1144-457E-9855-E296F1A1EE16}" srcOrd="1" destOrd="0" presId="urn:microsoft.com/office/officeart/2005/8/layout/matrix1"/>
    <dgm:cxn modelId="{5D969607-7593-4DA4-B7A6-E40DBE033DB6}" type="presParOf" srcId="{DB77739C-04AC-413D-903D-2E8EBDADDE72}" destId="{17A7F798-E150-43A3-94CC-0BC369C1032C}" srcOrd="2" destOrd="0" presId="urn:microsoft.com/office/officeart/2005/8/layout/matrix1"/>
    <dgm:cxn modelId="{04E96639-399C-4365-AC3E-670E79569397}" type="presParOf" srcId="{DB77739C-04AC-413D-903D-2E8EBDADDE72}" destId="{6361DE2D-FF2D-4DAD-9119-EE42E751DDA1}" srcOrd="3" destOrd="0" presId="urn:microsoft.com/office/officeart/2005/8/layout/matrix1"/>
    <dgm:cxn modelId="{0CAE646E-32F1-4044-A83C-012A9EC4D831}" type="presParOf" srcId="{DB77739C-04AC-413D-903D-2E8EBDADDE72}" destId="{E3579E98-7B57-4EC5-ABB1-FB2C962EEFA0}" srcOrd="4" destOrd="0" presId="urn:microsoft.com/office/officeart/2005/8/layout/matrix1"/>
    <dgm:cxn modelId="{B2A3F293-7947-4E83-91E7-50BCA6DDDFAF}" type="presParOf" srcId="{DB77739C-04AC-413D-903D-2E8EBDADDE72}" destId="{EDD3CABF-CB5D-47A4-9578-3D16087A68C5}" srcOrd="5" destOrd="0" presId="urn:microsoft.com/office/officeart/2005/8/layout/matrix1"/>
    <dgm:cxn modelId="{42F0DE59-B7B5-4198-B19E-EA4F463961D8}" type="presParOf" srcId="{DB77739C-04AC-413D-903D-2E8EBDADDE72}" destId="{69734D6D-4F1B-41E1-94C0-84290D7F7B76}" srcOrd="6" destOrd="0" presId="urn:microsoft.com/office/officeart/2005/8/layout/matrix1"/>
    <dgm:cxn modelId="{6208F361-BCC1-4364-B3BB-86E751748A13}" type="presParOf" srcId="{DB77739C-04AC-413D-903D-2E8EBDADDE72}" destId="{DA5D2645-FC79-41BD-AB12-90C498A1F8B7}" srcOrd="7" destOrd="0" presId="urn:microsoft.com/office/officeart/2005/8/layout/matrix1"/>
    <dgm:cxn modelId="{37B7AC45-5565-44B1-8A86-22135ED46F10}" type="presParOf" srcId="{E0D734C7-C7F4-43C0-8611-42A41EE8663A}" destId="{9CAA1E03-AA21-404D-B3F9-42B1742A88CC}" srcOrd="1" destOrd="0" presId="urn:microsoft.com/office/officeart/2005/8/layout/matrix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AE2C23-8E45-3549-ABED-A9B1AB6E176F}" type="doc">
      <dgm:prSet loTypeId="urn:microsoft.com/office/officeart/2009/3/layout/HorizontalOrganizationChart" loCatId="matrix" qsTypeId="urn:microsoft.com/office/officeart/2005/8/quickstyle/simple1" qsCatId="simple" csTypeId="urn:microsoft.com/office/officeart/2005/8/colors/accent0_1" csCatId="mainScheme" phldr="1"/>
      <dgm:spPr/>
      <dgm:t>
        <a:bodyPr/>
        <a:lstStyle/>
        <a:p>
          <a:endParaRPr lang="en-GB"/>
        </a:p>
      </dgm:t>
    </dgm:pt>
    <dgm:pt modelId="{6C06419C-AACF-7C44-BB0E-7959E0D27A03}">
      <dgm:prSet phldrT="[Text]"/>
      <dgm:spPr/>
      <dgm:t>
        <a:bodyPr/>
        <a:lstStyle/>
        <a:p>
          <a:r>
            <a:rPr lang="en-GB" dirty="0"/>
            <a:t>Cognitive Tasks</a:t>
          </a:r>
        </a:p>
      </dgm:t>
    </dgm:pt>
    <dgm:pt modelId="{E4343F43-25B2-D04F-9803-BF0525C4C481}" type="parTrans" cxnId="{2DD53ACC-C973-0F4C-901B-723893D47A81}">
      <dgm:prSet/>
      <dgm:spPr/>
      <dgm:t>
        <a:bodyPr/>
        <a:lstStyle/>
        <a:p>
          <a:endParaRPr lang="en-GB"/>
        </a:p>
      </dgm:t>
    </dgm:pt>
    <dgm:pt modelId="{8A32655C-5302-6C48-A2E1-F92AEDBFD3F8}" type="sibTrans" cxnId="{2DD53ACC-C973-0F4C-901B-723893D47A81}">
      <dgm:prSet/>
      <dgm:spPr/>
      <dgm:t>
        <a:bodyPr/>
        <a:lstStyle/>
        <a:p>
          <a:endParaRPr lang="en-GB"/>
        </a:p>
      </dgm:t>
    </dgm:pt>
    <dgm:pt modelId="{ED4F75C0-113B-DE4D-B175-6ED7DEAA3AF8}">
      <dgm:prSet phldrT="[Text]"/>
      <dgm:spPr/>
      <dgm:t>
        <a:bodyPr/>
        <a:lstStyle/>
        <a:p>
          <a:r>
            <a:rPr lang="en-GB" dirty="0"/>
            <a:t>Stroop Task</a:t>
          </a:r>
        </a:p>
      </dgm:t>
    </dgm:pt>
    <dgm:pt modelId="{394D42DB-DEBA-A144-95F9-5D72D0664C09}" type="parTrans" cxnId="{552A6734-A945-5041-8CE0-01A5113919B0}">
      <dgm:prSet/>
      <dgm:spPr/>
      <dgm:t>
        <a:bodyPr/>
        <a:lstStyle/>
        <a:p>
          <a:endParaRPr lang="en-GB"/>
        </a:p>
      </dgm:t>
    </dgm:pt>
    <dgm:pt modelId="{4D42CFDF-35B9-7049-8F65-6FBED1A30825}" type="sibTrans" cxnId="{552A6734-A945-5041-8CE0-01A5113919B0}">
      <dgm:prSet/>
      <dgm:spPr/>
      <dgm:t>
        <a:bodyPr/>
        <a:lstStyle/>
        <a:p>
          <a:endParaRPr lang="en-GB"/>
        </a:p>
      </dgm:t>
    </dgm:pt>
    <dgm:pt modelId="{65755E7D-020F-C349-BB90-0085DA9BEADD}">
      <dgm:prSet phldrT="[Text]"/>
      <dgm:spPr/>
      <dgm:t>
        <a:bodyPr/>
        <a:lstStyle/>
        <a:p>
          <a:r>
            <a:rPr lang="en-GB" dirty="0"/>
            <a:t>Forward</a:t>
          </a:r>
        </a:p>
      </dgm:t>
    </dgm:pt>
    <dgm:pt modelId="{3FA766A8-C6F3-3547-82AE-05F6461C1AF2}" type="parTrans" cxnId="{A7541BB6-C948-4C4A-9441-442E08B751B1}">
      <dgm:prSet/>
      <dgm:spPr/>
      <dgm:t>
        <a:bodyPr/>
        <a:lstStyle/>
        <a:p>
          <a:endParaRPr lang="en-GB"/>
        </a:p>
      </dgm:t>
    </dgm:pt>
    <dgm:pt modelId="{2FA2B09F-BAFE-394E-8856-4C82FE803F3B}" type="sibTrans" cxnId="{A7541BB6-C948-4C4A-9441-442E08B751B1}">
      <dgm:prSet/>
      <dgm:spPr/>
      <dgm:t>
        <a:bodyPr/>
        <a:lstStyle/>
        <a:p>
          <a:endParaRPr lang="en-GB"/>
        </a:p>
      </dgm:t>
    </dgm:pt>
    <dgm:pt modelId="{71DE1CFF-5ED1-954C-B460-6D58743FB466}">
      <dgm:prSet phldrT="[Text]"/>
      <dgm:spPr/>
      <dgm:t>
        <a:bodyPr/>
        <a:lstStyle/>
        <a:p>
          <a:r>
            <a:rPr lang="en-GB" dirty="0"/>
            <a:t>Backward</a:t>
          </a:r>
        </a:p>
      </dgm:t>
    </dgm:pt>
    <dgm:pt modelId="{C12E8078-7978-C04D-B1C3-80B6EF14A50C}" type="parTrans" cxnId="{81CF89FE-853B-1A4A-9088-C3C9E56D5DD9}">
      <dgm:prSet/>
      <dgm:spPr/>
      <dgm:t>
        <a:bodyPr/>
        <a:lstStyle/>
        <a:p>
          <a:endParaRPr lang="en-GB"/>
        </a:p>
      </dgm:t>
    </dgm:pt>
    <dgm:pt modelId="{E8CADBB6-C684-9E48-B08F-9DE1A9DC7BD0}" type="sibTrans" cxnId="{81CF89FE-853B-1A4A-9088-C3C9E56D5DD9}">
      <dgm:prSet/>
      <dgm:spPr/>
      <dgm:t>
        <a:bodyPr/>
        <a:lstStyle/>
        <a:p>
          <a:endParaRPr lang="en-GB"/>
        </a:p>
      </dgm:t>
    </dgm:pt>
    <dgm:pt modelId="{0402E4E3-AE1A-9040-A23B-3A242ACFDAAC}">
      <dgm:prSet phldrT="[Text]"/>
      <dgm:spPr/>
      <dgm:t>
        <a:bodyPr/>
        <a:lstStyle/>
        <a:p>
          <a:r>
            <a:rPr lang="en-GB" dirty="0"/>
            <a:t>Language background</a:t>
          </a:r>
        </a:p>
      </dgm:t>
    </dgm:pt>
    <dgm:pt modelId="{7352D212-1CF0-8F45-83D2-0E6CFBC70150}" type="parTrans" cxnId="{60ACFBC4-4319-E24C-BEE8-1C0562BBDA56}">
      <dgm:prSet/>
      <dgm:spPr/>
      <dgm:t>
        <a:bodyPr/>
        <a:lstStyle/>
        <a:p>
          <a:endParaRPr lang="en-GB"/>
        </a:p>
      </dgm:t>
    </dgm:pt>
    <dgm:pt modelId="{ABEED51F-4025-844B-974A-3FBD6BC3CB20}" type="sibTrans" cxnId="{60ACFBC4-4319-E24C-BEE8-1C0562BBDA56}">
      <dgm:prSet/>
      <dgm:spPr/>
      <dgm:t>
        <a:bodyPr/>
        <a:lstStyle/>
        <a:p>
          <a:endParaRPr lang="en-GB"/>
        </a:p>
      </dgm:t>
    </dgm:pt>
    <dgm:pt modelId="{BABB5BDF-5E61-9A4A-AAC6-9F309FA64610}">
      <dgm:prSet phldrT="[Text]"/>
      <dgm:spPr/>
      <dgm:t>
        <a:bodyPr/>
        <a:lstStyle/>
        <a:p>
          <a:r>
            <a:rPr lang="en-GB" dirty="0"/>
            <a:t>LHQ 3.0.</a:t>
          </a:r>
        </a:p>
      </dgm:t>
    </dgm:pt>
    <dgm:pt modelId="{A60612D5-3068-8449-B022-9BFF2772E491}" type="parTrans" cxnId="{8C60374C-1EA2-D64E-A48D-C97BE568AA19}">
      <dgm:prSet/>
      <dgm:spPr/>
      <dgm:t>
        <a:bodyPr/>
        <a:lstStyle/>
        <a:p>
          <a:endParaRPr lang="en-GB"/>
        </a:p>
      </dgm:t>
    </dgm:pt>
    <dgm:pt modelId="{E9180ACD-EC2F-8A4F-AEA4-C5096049EA33}" type="sibTrans" cxnId="{8C60374C-1EA2-D64E-A48D-C97BE568AA19}">
      <dgm:prSet/>
      <dgm:spPr/>
      <dgm:t>
        <a:bodyPr/>
        <a:lstStyle/>
        <a:p>
          <a:endParaRPr lang="en-GB"/>
        </a:p>
      </dgm:t>
    </dgm:pt>
    <dgm:pt modelId="{CE245605-AC3E-654A-81B7-EEBDBB86F3C6}">
      <dgm:prSet phldrT="[Text]"/>
      <dgm:spPr/>
      <dgm:t>
        <a:bodyPr/>
        <a:lstStyle/>
        <a:p>
          <a:r>
            <a:rPr lang="en-GB" dirty="0"/>
            <a:t>Digit Span</a:t>
          </a:r>
        </a:p>
      </dgm:t>
    </dgm:pt>
    <dgm:pt modelId="{A0844A7A-53A4-E249-8E0F-1404A6406636}" type="parTrans" cxnId="{8AAE29CE-9B44-0244-9715-B561D5FF3B6D}">
      <dgm:prSet/>
      <dgm:spPr/>
      <dgm:t>
        <a:bodyPr/>
        <a:lstStyle/>
        <a:p>
          <a:endParaRPr lang="en-GB"/>
        </a:p>
      </dgm:t>
    </dgm:pt>
    <dgm:pt modelId="{CF0B3C61-DD49-904E-A9ED-902BB8C9CC72}" type="sibTrans" cxnId="{8AAE29CE-9B44-0244-9715-B561D5FF3B6D}">
      <dgm:prSet/>
      <dgm:spPr/>
      <dgm:t>
        <a:bodyPr/>
        <a:lstStyle/>
        <a:p>
          <a:endParaRPr lang="en-GB"/>
        </a:p>
      </dgm:t>
    </dgm:pt>
    <dgm:pt modelId="{CFE948A8-723D-DF42-9F18-A147FCF34A86}">
      <dgm:prSet phldrT="[Text]"/>
      <dgm:spPr/>
      <dgm:t>
        <a:bodyPr/>
        <a:lstStyle/>
        <a:p>
          <a:r>
            <a:rPr lang="en-GB" dirty="0"/>
            <a:t>ASRT</a:t>
          </a:r>
        </a:p>
      </dgm:t>
    </dgm:pt>
    <dgm:pt modelId="{3E7CAD7F-E410-E946-AB49-C456D73F539E}" type="parTrans" cxnId="{4A3CCC7A-221D-3840-B25D-327CC09F9B29}">
      <dgm:prSet/>
      <dgm:spPr/>
      <dgm:t>
        <a:bodyPr/>
        <a:lstStyle/>
        <a:p>
          <a:endParaRPr lang="en-GB"/>
        </a:p>
      </dgm:t>
    </dgm:pt>
    <dgm:pt modelId="{2ED620E2-8D20-9545-AB97-9ADFB147E0AB}" type="sibTrans" cxnId="{4A3CCC7A-221D-3840-B25D-327CC09F9B29}">
      <dgm:prSet/>
      <dgm:spPr/>
      <dgm:t>
        <a:bodyPr/>
        <a:lstStyle/>
        <a:p>
          <a:endParaRPr lang="en-GB"/>
        </a:p>
      </dgm:t>
    </dgm:pt>
    <dgm:pt modelId="{E8612A29-5514-9345-BF2E-F77703AA15F7}" type="pres">
      <dgm:prSet presAssocID="{8DAE2C23-8E45-3549-ABED-A9B1AB6E176F}" presName="hierChild1" presStyleCnt="0">
        <dgm:presLayoutVars>
          <dgm:orgChart val="1"/>
          <dgm:chPref val="1"/>
          <dgm:dir/>
          <dgm:animOne val="branch"/>
          <dgm:animLvl val="lvl"/>
          <dgm:resizeHandles/>
        </dgm:presLayoutVars>
      </dgm:prSet>
      <dgm:spPr/>
    </dgm:pt>
    <dgm:pt modelId="{47794D85-B5A0-0847-8CBB-357DE491548C}" type="pres">
      <dgm:prSet presAssocID="{0402E4E3-AE1A-9040-A23B-3A242ACFDAAC}" presName="hierRoot1" presStyleCnt="0">
        <dgm:presLayoutVars>
          <dgm:hierBranch val="init"/>
        </dgm:presLayoutVars>
      </dgm:prSet>
      <dgm:spPr/>
    </dgm:pt>
    <dgm:pt modelId="{3E4A7837-816B-8046-AA2C-C1E627AAAFB9}" type="pres">
      <dgm:prSet presAssocID="{0402E4E3-AE1A-9040-A23B-3A242ACFDAAC}" presName="rootComposite1" presStyleCnt="0"/>
      <dgm:spPr/>
    </dgm:pt>
    <dgm:pt modelId="{417654B1-395E-614F-A9F1-A228CFB1607A}" type="pres">
      <dgm:prSet presAssocID="{0402E4E3-AE1A-9040-A23B-3A242ACFDAAC}" presName="rootText1" presStyleLbl="node0" presStyleIdx="0" presStyleCnt="2" custLinFactY="-100000" custLinFactNeighborX="-11306" custLinFactNeighborY="-122679">
        <dgm:presLayoutVars>
          <dgm:chPref val="3"/>
        </dgm:presLayoutVars>
      </dgm:prSet>
      <dgm:spPr/>
    </dgm:pt>
    <dgm:pt modelId="{F2C1EE21-AD04-5949-9FFC-C004B6F6CB23}" type="pres">
      <dgm:prSet presAssocID="{0402E4E3-AE1A-9040-A23B-3A242ACFDAAC}" presName="rootConnector1" presStyleLbl="node1" presStyleIdx="0" presStyleCnt="0"/>
      <dgm:spPr/>
    </dgm:pt>
    <dgm:pt modelId="{269EE11B-D8F3-114A-8F31-0316128C0322}" type="pres">
      <dgm:prSet presAssocID="{0402E4E3-AE1A-9040-A23B-3A242ACFDAAC}" presName="hierChild2" presStyleCnt="0"/>
      <dgm:spPr/>
    </dgm:pt>
    <dgm:pt modelId="{56732C9E-4467-0F4E-A71A-6CC21F79C804}" type="pres">
      <dgm:prSet presAssocID="{A60612D5-3068-8449-B022-9BFF2772E491}" presName="Name64" presStyleLbl="parChTrans1D2" presStyleIdx="0" presStyleCnt="4"/>
      <dgm:spPr/>
    </dgm:pt>
    <dgm:pt modelId="{2B178B4C-BD4F-3C43-8265-7DCDB9611296}" type="pres">
      <dgm:prSet presAssocID="{BABB5BDF-5E61-9A4A-AAC6-9F309FA64610}" presName="hierRoot2" presStyleCnt="0">
        <dgm:presLayoutVars>
          <dgm:hierBranch val="init"/>
        </dgm:presLayoutVars>
      </dgm:prSet>
      <dgm:spPr/>
    </dgm:pt>
    <dgm:pt modelId="{38A1B2BD-2647-C04E-B9E4-0DE591678A8A}" type="pres">
      <dgm:prSet presAssocID="{BABB5BDF-5E61-9A4A-AAC6-9F309FA64610}" presName="rootComposite" presStyleCnt="0"/>
      <dgm:spPr/>
    </dgm:pt>
    <dgm:pt modelId="{AC54B86C-A99E-404C-9CB4-79D9E56B0354}" type="pres">
      <dgm:prSet presAssocID="{BABB5BDF-5E61-9A4A-AAC6-9F309FA64610}" presName="rootText" presStyleLbl="node2" presStyleIdx="0" presStyleCnt="4">
        <dgm:presLayoutVars>
          <dgm:chPref val="3"/>
        </dgm:presLayoutVars>
      </dgm:prSet>
      <dgm:spPr/>
    </dgm:pt>
    <dgm:pt modelId="{6B086B5A-E5A3-154F-8FC1-CF08D98802F7}" type="pres">
      <dgm:prSet presAssocID="{BABB5BDF-5E61-9A4A-AAC6-9F309FA64610}" presName="rootConnector" presStyleLbl="node2" presStyleIdx="0" presStyleCnt="4"/>
      <dgm:spPr/>
    </dgm:pt>
    <dgm:pt modelId="{122D9251-8BEB-EE41-B133-4150AA6DE440}" type="pres">
      <dgm:prSet presAssocID="{BABB5BDF-5E61-9A4A-AAC6-9F309FA64610}" presName="hierChild4" presStyleCnt="0"/>
      <dgm:spPr/>
    </dgm:pt>
    <dgm:pt modelId="{9DD4421F-BB1A-634D-82EB-4293475F5FF5}" type="pres">
      <dgm:prSet presAssocID="{BABB5BDF-5E61-9A4A-AAC6-9F309FA64610}" presName="hierChild5" presStyleCnt="0"/>
      <dgm:spPr/>
    </dgm:pt>
    <dgm:pt modelId="{FFD09490-3CA1-6242-A318-90BA73A7A385}" type="pres">
      <dgm:prSet presAssocID="{0402E4E3-AE1A-9040-A23B-3A242ACFDAAC}" presName="hierChild3" presStyleCnt="0"/>
      <dgm:spPr/>
    </dgm:pt>
    <dgm:pt modelId="{8FE41EBE-4B93-DF41-891B-B87B3CECA486}" type="pres">
      <dgm:prSet presAssocID="{6C06419C-AACF-7C44-BB0E-7959E0D27A03}" presName="hierRoot1" presStyleCnt="0">
        <dgm:presLayoutVars>
          <dgm:hierBranch val="init"/>
        </dgm:presLayoutVars>
      </dgm:prSet>
      <dgm:spPr/>
    </dgm:pt>
    <dgm:pt modelId="{C5CFA9B6-A784-994D-8067-6D999F9D900F}" type="pres">
      <dgm:prSet presAssocID="{6C06419C-AACF-7C44-BB0E-7959E0D27A03}" presName="rootComposite1" presStyleCnt="0"/>
      <dgm:spPr/>
    </dgm:pt>
    <dgm:pt modelId="{8015054E-2CEE-A24D-A244-0C7139A3E056}" type="pres">
      <dgm:prSet presAssocID="{6C06419C-AACF-7C44-BB0E-7959E0D27A03}" presName="rootText1" presStyleLbl="node0" presStyleIdx="1" presStyleCnt="2">
        <dgm:presLayoutVars>
          <dgm:chPref val="3"/>
        </dgm:presLayoutVars>
      </dgm:prSet>
      <dgm:spPr/>
    </dgm:pt>
    <dgm:pt modelId="{16A9FBA2-1545-B44E-B93A-D4B7EB2CC822}" type="pres">
      <dgm:prSet presAssocID="{6C06419C-AACF-7C44-BB0E-7959E0D27A03}" presName="rootConnector1" presStyleLbl="node1" presStyleIdx="0" presStyleCnt="0"/>
      <dgm:spPr/>
    </dgm:pt>
    <dgm:pt modelId="{DC869B0D-6530-EF49-962C-727450667F54}" type="pres">
      <dgm:prSet presAssocID="{6C06419C-AACF-7C44-BB0E-7959E0D27A03}" presName="hierChild2" presStyleCnt="0"/>
      <dgm:spPr/>
    </dgm:pt>
    <dgm:pt modelId="{2F1FD9F6-17FC-0547-AF15-B54D3D3C1CD3}" type="pres">
      <dgm:prSet presAssocID="{394D42DB-DEBA-A144-95F9-5D72D0664C09}" presName="Name64" presStyleLbl="parChTrans1D2" presStyleIdx="1" presStyleCnt="4"/>
      <dgm:spPr/>
    </dgm:pt>
    <dgm:pt modelId="{74F658F4-9E80-9844-B265-780A49A68E0F}" type="pres">
      <dgm:prSet presAssocID="{ED4F75C0-113B-DE4D-B175-6ED7DEAA3AF8}" presName="hierRoot2" presStyleCnt="0">
        <dgm:presLayoutVars>
          <dgm:hierBranch val="init"/>
        </dgm:presLayoutVars>
      </dgm:prSet>
      <dgm:spPr/>
    </dgm:pt>
    <dgm:pt modelId="{457868EF-87C1-B74B-80F9-F18EA6DA8B3C}" type="pres">
      <dgm:prSet presAssocID="{ED4F75C0-113B-DE4D-B175-6ED7DEAA3AF8}" presName="rootComposite" presStyleCnt="0"/>
      <dgm:spPr/>
    </dgm:pt>
    <dgm:pt modelId="{38DE1604-CA6F-464E-A0FE-B6A11099B41A}" type="pres">
      <dgm:prSet presAssocID="{ED4F75C0-113B-DE4D-B175-6ED7DEAA3AF8}" presName="rootText" presStyleLbl="node2" presStyleIdx="1" presStyleCnt="4">
        <dgm:presLayoutVars>
          <dgm:chPref val="3"/>
        </dgm:presLayoutVars>
      </dgm:prSet>
      <dgm:spPr/>
    </dgm:pt>
    <dgm:pt modelId="{33581086-DF14-2647-8163-9E8BAC2DB042}" type="pres">
      <dgm:prSet presAssocID="{ED4F75C0-113B-DE4D-B175-6ED7DEAA3AF8}" presName="rootConnector" presStyleLbl="node2" presStyleIdx="1" presStyleCnt="4"/>
      <dgm:spPr/>
    </dgm:pt>
    <dgm:pt modelId="{5BE6FDA2-AD24-1E42-B812-040FF21319E5}" type="pres">
      <dgm:prSet presAssocID="{ED4F75C0-113B-DE4D-B175-6ED7DEAA3AF8}" presName="hierChild4" presStyleCnt="0"/>
      <dgm:spPr/>
    </dgm:pt>
    <dgm:pt modelId="{16B0D7A9-3B71-D642-B2A9-1586ECEA8DF7}" type="pres">
      <dgm:prSet presAssocID="{ED4F75C0-113B-DE4D-B175-6ED7DEAA3AF8}" presName="hierChild5" presStyleCnt="0"/>
      <dgm:spPr/>
    </dgm:pt>
    <dgm:pt modelId="{F6266755-BAE6-F04C-8215-4DD91B5ABB37}" type="pres">
      <dgm:prSet presAssocID="{3E7CAD7F-E410-E946-AB49-C456D73F539E}" presName="Name64" presStyleLbl="parChTrans1D2" presStyleIdx="2" presStyleCnt="4"/>
      <dgm:spPr/>
    </dgm:pt>
    <dgm:pt modelId="{1DE469F2-6F56-CD4F-A3C9-AC380FFA892A}" type="pres">
      <dgm:prSet presAssocID="{CFE948A8-723D-DF42-9F18-A147FCF34A86}" presName="hierRoot2" presStyleCnt="0">
        <dgm:presLayoutVars>
          <dgm:hierBranch val="init"/>
        </dgm:presLayoutVars>
      </dgm:prSet>
      <dgm:spPr/>
    </dgm:pt>
    <dgm:pt modelId="{D2F21574-FDED-5A43-8BF4-CAA24A31B041}" type="pres">
      <dgm:prSet presAssocID="{CFE948A8-723D-DF42-9F18-A147FCF34A86}" presName="rootComposite" presStyleCnt="0"/>
      <dgm:spPr/>
    </dgm:pt>
    <dgm:pt modelId="{3D19BE03-A1EF-D54F-AB74-1DA6313C82FF}" type="pres">
      <dgm:prSet presAssocID="{CFE948A8-723D-DF42-9F18-A147FCF34A86}" presName="rootText" presStyleLbl="node2" presStyleIdx="2" presStyleCnt="4">
        <dgm:presLayoutVars>
          <dgm:chPref val="3"/>
        </dgm:presLayoutVars>
      </dgm:prSet>
      <dgm:spPr/>
    </dgm:pt>
    <dgm:pt modelId="{8DEE3F8C-4A58-4644-A995-9074FF6E4F4C}" type="pres">
      <dgm:prSet presAssocID="{CFE948A8-723D-DF42-9F18-A147FCF34A86}" presName="rootConnector" presStyleLbl="node2" presStyleIdx="2" presStyleCnt="4"/>
      <dgm:spPr/>
    </dgm:pt>
    <dgm:pt modelId="{F51C24F9-F66E-9947-8906-184C13A80F2A}" type="pres">
      <dgm:prSet presAssocID="{CFE948A8-723D-DF42-9F18-A147FCF34A86}" presName="hierChild4" presStyleCnt="0"/>
      <dgm:spPr/>
    </dgm:pt>
    <dgm:pt modelId="{25A41024-0DF9-CC4E-A1B4-9A64D33090CC}" type="pres">
      <dgm:prSet presAssocID="{CFE948A8-723D-DF42-9F18-A147FCF34A86}" presName="hierChild5" presStyleCnt="0"/>
      <dgm:spPr/>
    </dgm:pt>
    <dgm:pt modelId="{775FC369-B0E6-524F-A582-9C8E4E42E852}" type="pres">
      <dgm:prSet presAssocID="{A0844A7A-53A4-E249-8E0F-1404A6406636}" presName="Name64" presStyleLbl="parChTrans1D2" presStyleIdx="3" presStyleCnt="4"/>
      <dgm:spPr/>
    </dgm:pt>
    <dgm:pt modelId="{AF93D858-AB74-AC46-B282-D7EA8A32D62A}" type="pres">
      <dgm:prSet presAssocID="{CE245605-AC3E-654A-81B7-EEBDBB86F3C6}" presName="hierRoot2" presStyleCnt="0">
        <dgm:presLayoutVars>
          <dgm:hierBranch val="init"/>
        </dgm:presLayoutVars>
      </dgm:prSet>
      <dgm:spPr/>
    </dgm:pt>
    <dgm:pt modelId="{E602D6AE-3EFC-C34B-9D78-3BCAFBA478D4}" type="pres">
      <dgm:prSet presAssocID="{CE245605-AC3E-654A-81B7-EEBDBB86F3C6}" presName="rootComposite" presStyleCnt="0"/>
      <dgm:spPr/>
    </dgm:pt>
    <dgm:pt modelId="{F2030458-A3B1-A048-AEB8-B48A15C08B0A}" type="pres">
      <dgm:prSet presAssocID="{CE245605-AC3E-654A-81B7-EEBDBB86F3C6}" presName="rootText" presStyleLbl="node2" presStyleIdx="3" presStyleCnt="4">
        <dgm:presLayoutVars>
          <dgm:chPref val="3"/>
        </dgm:presLayoutVars>
      </dgm:prSet>
      <dgm:spPr/>
    </dgm:pt>
    <dgm:pt modelId="{18A1B630-88BA-D140-9A25-B88AA12A1DE1}" type="pres">
      <dgm:prSet presAssocID="{CE245605-AC3E-654A-81B7-EEBDBB86F3C6}" presName="rootConnector" presStyleLbl="node2" presStyleIdx="3" presStyleCnt="4"/>
      <dgm:spPr/>
    </dgm:pt>
    <dgm:pt modelId="{4DB113FC-A1F0-DE41-B185-D64B627B4AF5}" type="pres">
      <dgm:prSet presAssocID="{CE245605-AC3E-654A-81B7-EEBDBB86F3C6}" presName="hierChild4" presStyleCnt="0"/>
      <dgm:spPr/>
    </dgm:pt>
    <dgm:pt modelId="{8B73D101-68EE-8B41-84EE-5D32F2455AE2}" type="pres">
      <dgm:prSet presAssocID="{3FA766A8-C6F3-3547-82AE-05F6461C1AF2}" presName="Name64" presStyleLbl="parChTrans1D3" presStyleIdx="0" presStyleCnt="2"/>
      <dgm:spPr/>
    </dgm:pt>
    <dgm:pt modelId="{8249D341-3F79-4943-A3A6-03B368BAC2B5}" type="pres">
      <dgm:prSet presAssocID="{65755E7D-020F-C349-BB90-0085DA9BEADD}" presName="hierRoot2" presStyleCnt="0">
        <dgm:presLayoutVars>
          <dgm:hierBranch val="init"/>
        </dgm:presLayoutVars>
      </dgm:prSet>
      <dgm:spPr/>
    </dgm:pt>
    <dgm:pt modelId="{F2C64873-8D87-B74D-A59B-51EDCA81EDD7}" type="pres">
      <dgm:prSet presAssocID="{65755E7D-020F-C349-BB90-0085DA9BEADD}" presName="rootComposite" presStyleCnt="0"/>
      <dgm:spPr/>
    </dgm:pt>
    <dgm:pt modelId="{1155C9E0-BC4B-6249-8B34-96B6CF802B4A}" type="pres">
      <dgm:prSet presAssocID="{65755E7D-020F-C349-BB90-0085DA9BEADD}" presName="rootText" presStyleLbl="node3" presStyleIdx="0" presStyleCnt="2">
        <dgm:presLayoutVars>
          <dgm:chPref val="3"/>
        </dgm:presLayoutVars>
      </dgm:prSet>
      <dgm:spPr/>
    </dgm:pt>
    <dgm:pt modelId="{CEBE2770-B052-0E43-BD5F-84AACC5913B0}" type="pres">
      <dgm:prSet presAssocID="{65755E7D-020F-C349-BB90-0085DA9BEADD}" presName="rootConnector" presStyleLbl="node3" presStyleIdx="0" presStyleCnt="2"/>
      <dgm:spPr/>
    </dgm:pt>
    <dgm:pt modelId="{554C1F9A-F3EF-8F41-AF1A-8213A33992FB}" type="pres">
      <dgm:prSet presAssocID="{65755E7D-020F-C349-BB90-0085DA9BEADD}" presName="hierChild4" presStyleCnt="0"/>
      <dgm:spPr/>
    </dgm:pt>
    <dgm:pt modelId="{893C603B-016C-C041-8831-98A09B38BF2F}" type="pres">
      <dgm:prSet presAssocID="{65755E7D-020F-C349-BB90-0085DA9BEADD}" presName="hierChild5" presStyleCnt="0"/>
      <dgm:spPr/>
    </dgm:pt>
    <dgm:pt modelId="{26472786-AFE7-A841-8734-3C6539EB4CD5}" type="pres">
      <dgm:prSet presAssocID="{C12E8078-7978-C04D-B1C3-80B6EF14A50C}" presName="Name64" presStyleLbl="parChTrans1D3" presStyleIdx="1" presStyleCnt="2"/>
      <dgm:spPr/>
    </dgm:pt>
    <dgm:pt modelId="{37BB913D-58CD-E74C-A401-FE7164D279DC}" type="pres">
      <dgm:prSet presAssocID="{71DE1CFF-5ED1-954C-B460-6D58743FB466}" presName="hierRoot2" presStyleCnt="0">
        <dgm:presLayoutVars>
          <dgm:hierBranch val="init"/>
        </dgm:presLayoutVars>
      </dgm:prSet>
      <dgm:spPr/>
    </dgm:pt>
    <dgm:pt modelId="{09AEB5C9-1756-4A42-AA8A-05BB973DBB57}" type="pres">
      <dgm:prSet presAssocID="{71DE1CFF-5ED1-954C-B460-6D58743FB466}" presName="rootComposite" presStyleCnt="0"/>
      <dgm:spPr/>
    </dgm:pt>
    <dgm:pt modelId="{6BAD8059-BB09-FF49-ACCE-CF0C151627A4}" type="pres">
      <dgm:prSet presAssocID="{71DE1CFF-5ED1-954C-B460-6D58743FB466}" presName="rootText" presStyleLbl="node3" presStyleIdx="1" presStyleCnt="2">
        <dgm:presLayoutVars>
          <dgm:chPref val="3"/>
        </dgm:presLayoutVars>
      </dgm:prSet>
      <dgm:spPr/>
    </dgm:pt>
    <dgm:pt modelId="{46B3A146-57E7-9049-A002-DFB78B93A0BE}" type="pres">
      <dgm:prSet presAssocID="{71DE1CFF-5ED1-954C-B460-6D58743FB466}" presName="rootConnector" presStyleLbl="node3" presStyleIdx="1" presStyleCnt="2"/>
      <dgm:spPr/>
    </dgm:pt>
    <dgm:pt modelId="{CA47CD50-630F-6D47-BAB7-BC7A305717EC}" type="pres">
      <dgm:prSet presAssocID="{71DE1CFF-5ED1-954C-B460-6D58743FB466}" presName="hierChild4" presStyleCnt="0"/>
      <dgm:spPr/>
    </dgm:pt>
    <dgm:pt modelId="{8AE74837-8C4B-A44C-AA5D-90D0CBCDB138}" type="pres">
      <dgm:prSet presAssocID="{71DE1CFF-5ED1-954C-B460-6D58743FB466}" presName="hierChild5" presStyleCnt="0"/>
      <dgm:spPr/>
    </dgm:pt>
    <dgm:pt modelId="{46492304-097E-884B-AAAE-587410D4F7E7}" type="pres">
      <dgm:prSet presAssocID="{CE245605-AC3E-654A-81B7-EEBDBB86F3C6}" presName="hierChild5" presStyleCnt="0"/>
      <dgm:spPr/>
    </dgm:pt>
    <dgm:pt modelId="{02B2C967-7329-4942-8556-B43700274981}" type="pres">
      <dgm:prSet presAssocID="{6C06419C-AACF-7C44-BB0E-7959E0D27A03}" presName="hierChild3" presStyleCnt="0"/>
      <dgm:spPr/>
    </dgm:pt>
  </dgm:ptLst>
  <dgm:cxnLst>
    <dgm:cxn modelId="{7AB98B09-D4E3-754D-974F-CAEE3F6828AE}" type="presOf" srcId="{CFE948A8-723D-DF42-9F18-A147FCF34A86}" destId="{3D19BE03-A1EF-D54F-AB74-1DA6313C82FF}" srcOrd="0" destOrd="0" presId="urn:microsoft.com/office/officeart/2009/3/layout/HorizontalOrganizationChart"/>
    <dgm:cxn modelId="{F7186D0B-1B2E-7E41-82D5-AAC190BE9FD6}" type="presOf" srcId="{ED4F75C0-113B-DE4D-B175-6ED7DEAA3AF8}" destId="{38DE1604-CA6F-464E-A0FE-B6A11099B41A}" srcOrd="0" destOrd="0" presId="urn:microsoft.com/office/officeart/2009/3/layout/HorizontalOrganizationChart"/>
    <dgm:cxn modelId="{A86AB515-1D00-0644-8CFC-72567BB5B0AA}" type="presOf" srcId="{A0844A7A-53A4-E249-8E0F-1404A6406636}" destId="{775FC369-B0E6-524F-A582-9C8E4E42E852}" srcOrd="0" destOrd="0" presId="urn:microsoft.com/office/officeart/2009/3/layout/HorizontalOrganizationChart"/>
    <dgm:cxn modelId="{C0CC9316-A3F3-294C-B9B4-FB3098894BD0}" type="presOf" srcId="{CE245605-AC3E-654A-81B7-EEBDBB86F3C6}" destId="{18A1B630-88BA-D140-9A25-B88AA12A1DE1}" srcOrd="1" destOrd="0" presId="urn:microsoft.com/office/officeart/2009/3/layout/HorizontalOrganizationChart"/>
    <dgm:cxn modelId="{9DB4E51E-95D8-1441-9CB9-0EEBC148972D}" type="presOf" srcId="{71DE1CFF-5ED1-954C-B460-6D58743FB466}" destId="{6BAD8059-BB09-FF49-ACCE-CF0C151627A4}" srcOrd="0" destOrd="0" presId="urn:microsoft.com/office/officeart/2009/3/layout/HorizontalOrganizationChart"/>
    <dgm:cxn modelId="{971C1C2C-4B54-7E46-A9D3-9D3886F735E4}" type="presOf" srcId="{BABB5BDF-5E61-9A4A-AAC6-9F309FA64610}" destId="{AC54B86C-A99E-404C-9CB4-79D9E56B0354}" srcOrd="0" destOrd="0" presId="urn:microsoft.com/office/officeart/2009/3/layout/HorizontalOrganizationChart"/>
    <dgm:cxn modelId="{552A6734-A945-5041-8CE0-01A5113919B0}" srcId="{6C06419C-AACF-7C44-BB0E-7959E0D27A03}" destId="{ED4F75C0-113B-DE4D-B175-6ED7DEAA3AF8}" srcOrd="0" destOrd="0" parTransId="{394D42DB-DEBA-A144-95F9-5D72D0664C09}" sibTransId="{4D42CFDF-35B9-7049-8F65-6FBED1A30825}"/>
    <dgm:cxn modelId="{3A4A1539-1F33-364A-84A1-4258B4FBF4CC}" type="presOf" srcId="{CFE948A8-723D-DF42-9F18-A147FCF34A86}" destId="{8DEE3F8C-4A58-4644-A995-9074FF6E4F4C}" srcOrd="1" destOrd="0" presId="urn:microsoft.com/office/officeart/2009/3/layout/HorizontalOrganizationChart"/>
    <dgm:cxn modelId="{8C60374C-1EA2-D64E-A48D-C97BE568AA19}" srcId="{0402E4E3-AE1A-9040-A23B-3A242ACFDAAC}" destId="{BABB5BDF-5E61-9A4A-AAC6-9F309FA64610}" srcOrd="0" destOrd="0" parTransId="{A60612D5-3068-8449-B022-9BFF2772E491}" sibTransId="{E9180ACD-EC2F-8A4F-AEA4-C5096049EA33}"/>
    <dgm:cxn modelId="{CD19486D-B392-674F-AA48-E5B58D7F0121}" type="presOf" srcId="{3FA766A8-C6F3-3547-82AE-05F6461C1AF2}" destId="{8B73D101-68EE-8B41-84EE-5D32F2455AE2}" srcOrd="0" destOrd="0" presId="urn:microsoft.com/office/officeart/2009/3/layout/HorizontalOrganizationChart"/>
    <dgm:cxn modelId="{66F53A4F-FB2B-9444-BFDE-1909DF56ADB2}" type="presOf" srcId="{6C06419C-AACF-7C44-BB0E-7959E0D27A03}" destId="{16A9FBA2-1545-B44E-B93A-D4B7EB2CC822}" srcOrd="1" destOrd="0" presId="urn:microsoft.com/office/officeart/2009/3/layout/HorizontalOrganizationChart"/>
    <dgm:cxn modelId="{BF640D51-B616-CE44-873A-66820105B8E1}" type="presOf" srcId="{A60612D5-3068-8449-B022-9BFF2772E491}" destId="{56732C9E-4467-0F4E-A71A-6CC21F79C804}" srcOrd="0" destOrd="0" presId="urn:microsoft.com/office/officeart/2009/3/layout/HorizontalOrganizationChart"/>
    <dgm:cxn modelId="{89265C53-0131-A84C-BD49-E14208126CD9}" type="presOf" srcId="{CE245605-AC3E-654A-81B7-EEBDBB86F3C6}" destId="{F2030458-A3B1-A048-AEB8-B48A15C08B0A}" srcOrd="0" destOrd="0" presId="urn:microsoft.com/office/officeart/2009/3/layout/HorizontalOrganizationChart"/>
    <dgm:cxn modelId="{3DB68C55-8ABC-1B4E-80E7-4BA8B0A23864}" type="presOf" srcId="{0402E4E3-AE1A-9040-A23B-3A242ACFDAAC}" destId="{417654B1-395E-614F-A9F1-A228CFB1607A}" srcOrd="0" destOrd="0" presId="urn:microsoft.com/office/officeart/2009/3/layout/HorizontalOrganizationChart"/>
    <dgm:cxn modelId="{4A3CCC7A-221D-3840-B25D-327CC09F9B29}" srcId="{6C06419C-AACF-7C44-BB0E-7959E0D27A03}" destId="{CFE948A8-723D-DF42-9F18-A147FCF34A86}" srcOrd="1" destOrd="0" parTransId="{3E7CAD7F-E410-E946-AB49-C456D73F539E}" sibTransId="{2ED620E2-8D20-9545-AB97-9ADFB147E0AB}"/>
    <dgm:cxn modelId="{01E58E7C-A09D-644D-9E96-018AE8D2E2CC}" type="presOf" srcId="{71DE1CFF-5ED1-954C-B460-6D58743FB466}" destId="{46B3A146-57E7-9049-A002-DFB78B93A0BE}" srcOrd="1" destOrd="0" presId="urn:microsoft.com/office/officeart/2009/3/layout/HorizontalOrganizationChart"/>
    <dgm:cxn modelId="{494D1296-F067-E44C-941F-3304743E9FF5}" type="presOf" srcId="{65755E7D-020F-C349-BB90-0085DA9BEADD}" destId="{1155C9E0-BC4B-6249-8B34-96B6CF802B4A}" srcOrd="0" destOrd="0" presId="urn:microsoft.com/office/officeart/2009/3/layout/HorizontalOrganizationChart"/>
    <dgm:cxn modelId="{6F9B5EA2-0192-C94F-89C1-72A514561B05}" type="presOf" srcId="{65755E7D-020F-C349-BB90-0085DA9BEADD}" destId="{CEBE2770-B052-0E43-BD5F-84AACC5913B0}" srcOrd="1" destOrd="0" presId="urn:microsoft.com/office/officeart/2009/3/layout/HorizontalOrganizationChart"/>
    <dgm:cxn modelId="{05FD02AB-3A5E-AB44-8A61-CFA50501E1F1}" type="presOf" srcId="{3E7CAD7F-E410-E946-AB49-C456D73F539E}" destId="{F6266755-BAE6-F04C-8215-4DD91B5ABB37}" srcOrd="0" destOrd="0" presId="urn:microsoft.com/office/officeart/2009/3/layout/HorizontalOrganizationChart"/>
    <dgm:cxn modelId="{A7541BB6-C948-4C4A-9441-442E08B751B1}" srcId="{CE245605-AC3E-654A-81B7-EEBDBB86F3C6}" destId="{65755E7D-020F-C349-BB90-0085DA9BEADD}" srcOrd="0" destOrd="0" parTransId="{3FA766A8-C6F3-3547-82AE-05F6461C1AF2}" sibTransId="{2FA2B09F-BAFE-394E-8856-4C82FE803F3B}"/>
    <dgm:cxn modelId="{6F92FBB6-A526-2A4E-A909-BD536515F6B6}" type="presOf" srcId="{0402E4E3-AE1A-9040-A23B-3A242ACFDAAC}" destId="{F2C1EE21-AD04-5949-9FFC-C004B6F6CB23}" srcOrd="1" destOrd="0" presId="urn:microsoft.com/office/officeart/2009/3/layout/HorizontalOrganizationChart"/>
    <dgm:cxn modelId="{B580DCBC-EB05-084C-82AD-BFBD3DA4DC89}" type="presOf" srcId="{394D42DB-DEBA-A144-95F9-5D72D0664C09}" destId="{2F1FD9F6-17FC-0547-AF15-B54D3D3C1CD3}" srcOrd="0" destOrd="0" presId="urn:microsoft.com/office/officeart/2009/3/layout/HorizontalOrganizationChart"/>
    <dgm:cxn modelId="{A8B470BE-E966-574D-8EC2-465A1B3B7636}" type="presOf" srcId="{BABB5BDF-5E61-9A4A-AAC6-9F309FA64610}" destId="{6B086B5A-E5A3-154F-8FC1-CF08D98802F7}" srcOrd="1" destOrd="0" presId="urn:microsoft.com/office/officeart/2009/3/layout/HorizontalOrganizationChart"/>
    <dgm:cxn modelId="{0C7C0EC1-E565-3F48-9C04-783A89F3F779}" type="presOf" srcId="{8DAE2C23-8E45-3549-ABED-A9B1AB6E176F}" destId="{E8612A29-5514-9345-BF2E-F77703AA15F7}" srcOrd="0" destOrd="0" presId="urn:microsoft.com/office/officeart/2009/3/layout/HorizontalOrganizationChart"/>
    <dgm:cxn modelId="{D4407DC1-C909-734C-894D-91E87F564C2F}" type="presOf" srcId="{ED4F75C0-113B-DE4D-B175-6ED7DEAA3AF8}" destId="{33581086-DF14-2647-8163-9E8BAC2DB042}" srcOrd="1" destOrd="0" presId="urn:microsoft.com/office/officeart/2009/3/layout/HorizontalOrganizationChart"/>
    <dgm:cxn modelId="{60ACFBC4-4319-E24C-BEE8-1C0562BBDA56}" srcId="{8DAE2C23-8E45-3549-ABED-A9B1AB6E176F}" destId="{0402E4E3-AE1A-9040-A23B-3A242ACFDAAC}" srcOrd="0" destOrd="0" parTransId="{7352D212-1CF0-8F45-83D2-0E6CFBC70150}" sibTransId="{ABEED51F-4025-844B-974A-3FBD6BC3CB20}"/>
    <dgm:cxn modelId="{2DD53ACC-C973-0F4C-901B-723893D47A81}" srcId="{8DAE2C23-8E45-3549-ABED-A9B1AB6E176F}" destId="{6C06419C-AACF-7C44-BB0E-7959E0D27A03}" srcOrd="1" destOrd="0" parTransId="{E4343F43-25B2-D04F-9803-BF0525C4C481}" sibTransId="{8A32655C-5302-6C48-A2E1-F92AEDBFD3F8}"/>
    <dgm:cxn modelId="{8AAE29CE-9B44-0244-9715-B561D5FF3B6D}" srcId="{6C06419C-AACF-7C44-BB0E-7959E0D27A03}" destId="{CE245605-AC3E-654A-81B7-EEBDBB86F3C6}" srcOrd="2" destOrd="0" parTransId="{A0844A7A-53A4-E249-8E0F-1404A6406636}" sibTransId="{CF0B3C61-DD49-904E-A9ED-902BB8C9CC72}"/>
    <dgm:cxn modelId="{A8EE56CF-4A35-3E4B-8FA1-EC178FBFD83D}" type="presOf" srcId="{6C06419C-AACF-7C44-BB0E-7959E0D27A03}" destId="{8015054E-2CEE-A24D-A244-0C7139A3E056}" srcOrd="0" destOrd="0" presId="urn:microsoft.com/office/officeart/2009/3/layout/HorizontalOrganizationChart"/>
    <dgm:cxn modelId="{4B1DC2FA-1343-524E-8243-B0ACE1B376F6}" type="presOf" srcId="{C12E8078-7978-C04D-B1C3-80B6EF14A50C}" destId="{26472786-AFE7-A841-8734-3C6539EB4CD5}" srcOrd="0" destOrd="0" presId="urn:microsoft.com/office/officeart/2009/3/layout/HorizontalOrganizationChart"/>
    <dgm:cxn modelId="{81CF89FE-853B-1A4A-9088-C3C9E56D5DD9}" srcId="{CE245605-AC3E-654A-81B7-EEBDBB86F3C6}" destId="{71DE1CFF-5ED1-954C-B460-6D58743FB466}" srcOrd="1" destOrd="0" parTransId="{C12E8078-7978-C04D-B1C3-80B6EF14A50C}" sibTransId="{E8CADBB6-C684-9E48-B08F-9DE1A9DC7BD0}"/>
    <dgm:cxn modelId="{439F71BB-B0D2-D443-94A5-ECEA5FAC2077}" type="presParOf" srcId="{E8612A29-5514-9345-BF2E-F77703AA15F7}" destId="{47794D85-B5A0-0847-8CBB-357DE491548C}" srcOrd="0" destOrd="0" presId="urn:microsoft.com/office/officeart/2009/3/layout/HorizontalOrganizationChart"/>
    <dgm:cxn modelId="{907E0597-DB83-1C44-BC1E-B93E2FB0FF3F}" type="presParOf" srcId="{47794D85-B5A0-0847-8CBB-357DE491548C}" destId="{3E4A7837-816B-8046-AA2C-C1E627AAAFB9}" srcOrd="0" destOrd="0" presId="urn:microsoft.com/office/officeart/2009/3/layout/HorizontalOrganizationChart"/>
    <dgm:cxn modelId="{DD228DE4-0FF7-6F42-8C45-43DD796F7506}" type="presParOf" srcId="{3E4A7837-816B-8046-AA2C-C1E627AAAFB9}" destId="{417654B1-395E-614F-A9F1-A228CFB1607A}" srcOrd="0" destOrd="0" presId="urn:microsoft.com/office/officeart/2009/3/layout/HorizontalOrganizationChart"/>
    <dgm:cxn modelId="{E6F72B80-335A-5B42-ACFB-8BD3338E7853}" type="presParOf" srcId="{3E4A7837-816B-8046-AA2C-C1E627AAAFB9}" destId="{F2C1EE21-AD04-5949-9FFC-C004B6F6CB23}" srcOrd="1" destOrd="0" presId="urn:microsoft.com/office/officeart/2009/3/layout/HorizontalOrganizationChart"/>
    <dgm:cxn modelId="{2D080889-4DFE-D842-B60E-D701833F1B54}" type="presParOf" srcId="{47794D85-B5A0-0847-8CBB-357DE491548C}" destId="{269EE11B-D8F3-114A-8F31-0316128C0322}" srcOrd="1" destOrd="0" presId="urn:microsoft.com/office/officeart/2009/3/layout/HorizontalOrganizationChart"/>
    <dgm:cxn modelId="{98A8B9AD-C7FD-F449-947A-7314AEC7B9C6}" type="presParOf" srcId="{269EE11B-D8F3-114A-8F31-0316128C0322}" destId="{56732C9E-4467-0F4E-A71A-6CC21F79C804}" srcOrd="0" destOrd="0" presId="urn:microsoft.com/office/officeart/2009/3/layout/HorizontalOrganizationChart"/>
    <dgm:cxn modelId="{F54B5897-A61A-404F-A898-DBB8D4F1D16A}" type="presParOf" srcId="{269EE11B-D8F3-114A-8F31-0316128C0322}" destId="{2B178B4C-BD4F-3C43-8265-7DCDB9611296}" srcOrd="1" destOrd="0" presId="urn:microsoft.com/office/officeart/2009/3/layout/HorizontalOrganizationChart"/>
    <dgm:cxn modelId="{E0127DEE-F8DB-694C-B970-B0FE08DC2279}" type="presParOf" srcId="{2B178B4C-BD4F-3C43-8265-7DCDB9611296}" destId="{38A1B2BD-2647-C04E-B9E4-0DE591678A8A}" srcOrd="0" destOrd="0" presId="urn:microsoft.com/office/officeart/2009/3/layout/HorizontalOrganizationChart"/>
    <dgm:cxn modelId="{6376EC7D-3A49-8748-808A-3FDDDB68C380}" type="presParOf" srcId="{38A1B2BD-2647-C04E-B9E4-0DE591678A8A}" destId="{AC54B86C-A99E-404C-9CB4-79D9E56B0354}" srcOrd="0" destOrd="0" presId="urn:microsoft.com/office/officeart/2009/3/layout/HorizontalOrganizationChart"/>
    <dgm:cxn modelId="{028ACBC7-8A9C-B840-87B2-74531E347401}" type="presParOf" srcId="{38A1B2BD-2647-C04E-B9E4-0DE591678A8A}" destId="{6B086B5A-E5A3-154F-8FC1-CF08D98802F7}" srcOrd="1" destOrd="0" presId="urn:microsoft.com/office/officeart/2009/3/layout/HorizontalOrganizationChart"/>
    <dgm:cxn modelId="{5CC6CF8E-0DF2-544C-A288-1BB3620FDCA7}" type="presParOf" srcId="{2B178B4C-BD4F-3C43-8265-7DCDB9611296}" destId="{122D9251-8BEB-EE41-B133-4150AA6DE440}" srcOrd="1" destOrd="0" presId="urn:microsoft.com/office/officeart/2009/3/layout/HorizontalOrganizationChart"/>
    <dgm:cxn modelId="{8949407D-D6EE-974E-A75E-79A86624EA4B}" type="presParOf" srcId="{2B178B4C-BD4F-3C43-8265-7DCDB9611296}" destId="{9DD4421F-BB1A-634D-82EB-4293475F5FF5}" srcOrd="2" destOrd="0" presId="urn:microsoft.com/office/officeart/2009/3/layout/HorizontalOrganizationChart"/>
    <dgm:cxn modelId="{C6932FAD-D634-2648-9662-AECB1974936E}" type="presParOf" srcId="{47794D85-B5A0-0847-8CBB-357DE491548C}" destId="{FFD09490-3CA1-6242-A318-90BA73A7A385}" srcOrd="2" destOrd="0" presId="urn:microsoft.com/office/officeart/2009/3/layout/HorizontalOrganizationChart"/>
    <dgm:cxn modelId="{59FDE702-40D6-A348-A2A5-B15745C463D1}" type="presParOf" srcId="{E8612A29-5514-9345-BF2E-F77703AA15F7}" destId="{8FE41EBE-4B93-DF41-891B-B87B3CECA486}" srcOrd="1" destOrd="0" presId="urn:microsoft.com/office/officeart/2009/3/layout/HorizontalOrganizationChart"/>
    <dgm:cxn modelId="{732C0CD2-FD37-944B-B590-8648D107BD98}" type="presParOf" srcId="{8FE41EBE-4B93-DF41-891B-B87B3CECA486}" destId="{C5CFA9B6-A784-994D-8067-6D999F9D900F}" srcOrd="0" destOrd="0" presId="urn:microsoft.com/office/officeart/2009/3/layout/HorizontalOrganizationChart"/>
    <dgm:cxn modelId="{1D9C8188-F5F2-0E4F-BDBC-51CBEF2D61B9}" type="presParOf" srcId="{C5CFA9B6-A784-994D-8067-6D999F9D900F}" destId="{8015054E-2CEE-A24D-A244-0C7139A3E056}" srcOrd="0" destOrd="0" presId="urn:microsoft.com/office/officeart/2009/3/layout/HorizontalOrganizationChart"/>
    <dgm:cxn modelId="{FCE1A652-E726-A345-8CE8-2E964E8877C3}" type="presParOf" srcId="{C5CFA9B6-A784-994D-8067-6D999F9D900F}" destId="{16A9FBA2-1545-B44E-B93A-D4B7EB2CC822}" srcOrd="1" destOrd="0" presId="urn:microsoft.com/office/officeart/2009/3/layout/HorizontalOrganizationChart"/>
    <dgm:cxn modelId="{9464DA1D-20A3-0643-9293-8F6159C3F855}" type="presParOf" srcId="{8FE41EBE-4B93-DF41-891B-B87B3CECA486}" destId="{DC869B0D-6530-EF49-962C-727450667F54}" srcOrd="1" destOrd="0" presId="urn:microsoft.com/office/officeart/2009/3/layout/HorizontalOrganizationChart"/>
    <dgm:cxn modelId="{5940F4B8-4E33-DF47-8F2D-F11E69FCE954}" type="presParOf" srcId="{DC869B0D-6530-EF49-962C-727450667F54}" destId="{2F1FD9F6-17FC-0547-AF15-B54D3D3C1CD3}" srcOrd="0" destOrd="0" presId="urn:microsoft.com/office/officeart/2009/3/layout/HorizontalOrganizationChart"/>
    <dgm:cxn modelId="{619A096D-83B1-A94B-90BA-BAAB816B4CC9}" type="presParOf" srcId="{DC869B0D-6530-EF49-962C-727450667F54}" destId="{74F658F4-9E80-9844-B265-780A49A68E0F}" srcOrd="1" destOrd="0" presId="urn:microsoft.com/office/officeart/2009/3/layout/HorizontalOrganizationChart"/>
    <dgm:cxn modelId="{DFD8B8EB-58A7-1C4B-A5CB-3DE05B59BE73}" type="presParOf" srcId="{74F658F4-9E80-9844-B265-780A49A68E0F}" destId="{457868EF-87C1-B74B-80F9-F18EA6DA8B3C}" srcOrd="0" destOrd="0" presId="urn:microsoft.com/office/officeart/2009/3/layout/HorizontalOrganizationChart"/>
    <dgm:cxn modelId="{4A7A76FF-E193-914F-A956-C5F3CF583374}" type="presParOf" srcId="{457868EF-87C1-B74B-80F9-F18EA6DA8B3C}" destId="{38DE1604-CA6F-464E-A0FE-B6A11099B41A}" srcOrd="0" destOrd="0" presId="urn:microsoft.com/office/officeart/2009/3/layout/HorizontalOrganizationChart"/>
    <dgm:cxn modelId="{B9840598-9588-124D-8273-8EA732E8D453}" type="presParOf" srcId="{457868EF-87C1-B74B-80F9-F18EA6DA8B3C}" destId="{33581086-DF14-2647-8163-9E8BAC2DB042}" srcOrd="1" destOrd="0" presId="urn:microsoft.com/office/officeart/2009/3/layout/HorizontalOrganizationChart"/>
    <dgm:cxn modelId="{53129DDA-B6DE-5D4A-AF5E-9A02A8E101EF}" type="presParOf" srcId="{74F658F4-9E80-9844-B265-780A49A68E0F}" destId="{5BE6FDA2-AD24-1E42-B812-040FF21319E5}" srcOrd="1" destOrd="0" presId="urn:microsoft.com/office/officeart/2009/3/layout/HorizontalOrganizationChart"/>
    <dgm:cxn modelId="{8AE57F8C-0366-D94A-B73A-66AF81E93B83}" type="presParOf" srcId="{74F658F4-9E80-9844-B265-780A49A68E0F}" destId="{16B0D7A9-3B71-D642-B2A9-1586ECEA8DF7}" srcOrd="2" destOrd="0" presId="urn:microsoft.com/office/officeart/2009/3/layout/HorizontalOrganizationChart"/>
    <dgm:cxn modelId="{D5C0DC32-3F50-0049-A185-3083C26B8BA7}" type="presParOf" srcId="{DC869B0D-6530-EF49-962C-727450667F54}" destId="{F6266755-BAE6-F04C-8215-4DD91B5ABB37}" srcOrd="2" destOrd="0" presId="urn:microsoft.com/office/officeart/2009/3/layout/HorizontalOrganizationChart"/>
    <dgm:cxn modelId="{AE524CF1-923E-6245-A247-805189432C88}" type="presParOf" srcId="{DC869B0D-6530-EF49-962C-727450667F54}" destId="{1DE469F2-6F56-CD4F-A3C9-AC380FFA892A}" srcOrd="3" destOrd="0" presId="urn:microsoft.com/office/officeart/2009/3/layout/HorizontalOrganizationChart"/>
    <dgm:cxn modelId="{9B27C08E-CE86-C740-A3F2-FBDF4490C4F3}" type="presParOf" srcId="{1DE469F2-6F56-CD4F-A3C9-AC380FFA892A}" destId="{D2F21574-FDED-5A43-8BF4-CAA24A31B041}" srcOrd="0" destOrd="0" presId="urn:microsoft.com/office/officeart/2009/3/layout/HorizontalOrganizationChart"/>
    <dgm:cxn modelId="{52AA2E55-FA99-304C-AA1D-B42A9BA2E352}" type="presParOf" srcId="{D2F21574-FDED-5A43-8BF4-CAA24A31B041}" destId="{3D19BE03-A1EF-D54F-AB74-1DA6313C82FF}" srcOrd="0" destOrd="0" presId="urn:microsoft.com/office/officeart/2009/3/layout/HorizontalOrganizationChart"/>
    <dgm:cxn modelId="{EDBC03E6-4AE9-AE4C-8043-53FCA61EA1A7}" type="presParOf" srcId="{D2F21574-FDED-5A43-8BF4-CAA24A31B041}" destId="{8DEE3F8C-4A58-4644-A995-9074FF6E4F4C}" srcOrd="1" destOrd="0" presId="urn:microsoft.com/office/officeart/2009/3/layout/HorizontalOrganizationChart"/>
    <dgm:cxn modelId="{267B1A12-64C6-3A4F-9FDF-BEE01E0E002F}" type="presParOf" srcId="{1DE469F2-6F56-CD4F-A3C9-AC380FFA892A}" destId="{F51C24F9-F66E-9947-8906-184C13A80F2A}" srcOrd="1" destOrd="0" presId="urn:microsoft.com/office/officeart/2009/3/layout/HorizontalOrganizationChart"/>
    <dgm:cxn modelId="{A48533F4-8222-8542-90CB-F0B802FB8072}" type="presParOf" srcId="{1DE469F2-6F56-CD4F-A3C9-AC380FFA892A}" destId="{25A41024-0DF9-CC4E-A1B4-9A64D33090CC}" srcOrd="2" destOrd="0" presId="urn:microsoft.com/office/officeart/2009/3/layout/HorizontalOrganizationChart"/>
    <dgm:cxn modelId="{C290EBB1-AC3E-4E42-81A4-B0D973562572}" type="presParOf" srcId="{DC869B0D-6530-EF49-962C-727450667F54}" destId="{775FC369-B0E6-524F-A582-9C8E4E42E852}" srcOrd="4" destOrd="0" presId="urn:microsoft.com/office/officeart/2009/3/layout/HorizontalOrganizationChart"/>
    <dgm:cxn modelId="{803C4BC3-B99C-3148-831A-9C6C58C6E59B}" type="presParOf" srcId="{DC869B0D-6530-EF49-962C-727450667F54}" destId="{AF93D858-AB74-AC46-B282-D7EA8A32D62A}" srcOrd="5" destOrd="0" presId="urn:microsoft.com/office/officeart/2009/3/layout/HorizontalOrganizationChart"/>
    <dgm:cxn modelId="{3AFE80DA-7371-0C42-847E-2E4686600574}" type="presParOf" srcId="{AF93D858-AB74-AC46-B282-D7EA8A32D62A}" destId="{E602D6AE-3EFC-C34B-9D78-3BCAFBA478D4}" srcOrd="0" destOrd="0" presId="urn:microsoft.com/office/officeart/2009/3/layout/HorizontalOrganizationChart"/>
    <dgm:cxn modelId="{0D1E8E5A-D03D-5544-9989-A69DAE8E14F2}" type="presParOf" srcId="{E602D6AE-3EFC-C34B-9D78-3BCAFBA478D4}" destId="{F2030458-A3B1-A048-AEB8-B48A15C08B0A}" srcOrd="0" destOrd="0" presId="urn:microsoft.com/office/officeart/2009/3/layout/HorizontalOrganizationChart"/>
    <dgm:cxn modelId="{7BDEA96D-1B1D-334C-B323-41481A378778}" type="presParOf" srcId="{E602D6AE-3EFC-C34B-9D78-3BCAFBA478D4}" destId="{18A1B630-88BA-D140-9A25-B88AA12A1DE1}" srcOrd="1" destOrd="0" presId="urn:microsoft.com/office/officeart/2009/3/layout/HorizontalOrganizationChart"/>
    <dgm:cxn modelId="{EBA64842-7A0A-C340-8FC4-0C08EE7195CE}" type="presParOf" srcId="{AF93D858-AB74-AC46-B282-D7EA8A32D62A}" destId="{4DB113FC-A1F0-DE41-B185-D64B627B4AF5}" srcOrd="1" destOrd="0" presId="urn:microsoft.com/office/officeart/2009/3/layout/HorizontalOrganizationChart"/>
    <dgm:cxn modelId="{380CDE68-879D-7B4F-A526-F87ACEF5D30A}" type="presParOf" srcId="{4DB113FC-A1F0-DE41-B185-D64B627B4AF5}" destId="{8B73D101-68EE-8B41-84EE-5D32F2455AE2}" srcOrd="0" destOrd="0" presId="urn:microsoft.com/office/officeart/2009/3/layout/HorizontalOrganizationChart"/>
    <dgm:cxn modelId="{CE252D1B-A7A1-2041-83B0-39166169A144}" type="presParOf" srcId="{4DB113FC-A1F0-DE41-B185-D64B627B4AF5}" destId="{8249D341-3F79-4943-A3A6-03B368BAC2B5}" srcOrd="1" destOrd="0" presId="urn:microsoft.com/office/officeart/2009/3/layout/HorizontalOrganizationChart"/>
    <dgm:cxn modelId="{AF5F06B4-529C-364D-94B7-C9378EFD71EB}" type="presParOf" srcId="{8249D341-3F79-4943-A3A6-03B368BAC2B5}" destId="{F2C64873-8D87-B74D-A59B-51EDCA81EDD7}" srcOrd="0" destOrd="0" presId="urn:microsoft.com/office/officeart/2009/3/layout/HorizontalOrganizationChart"/>
    <dgm:cxn modelId="{A09D7FEC-4416-C545-91E8-506EE3C6AFCF}" type="presParOf" srcId="{F2C64873-8D87-B74D-A59B-51EDCA81EDD7}" destId="{1155C9E0-BC4B-6249-8B34-96B6CF802B4A}" srcOrd="0" destOrd="0" presId="urn:microsoft.com/office/officeart/2009/3/layout/HorizontalOrganizationChart"/>
    <dgm:cxn modelId="{0F8E697B-C4D9-C142-8AD9-46D447952562}" type="presParOf" srcId="{F2C64873-8D87-B74D-A59B-51EDCA81EDD7}" destId="{CEBE2770-B052-0E43-BD5F-84AACC5913B0}" srcOrd="1" destOrd="0" presId="urn:microsoft.com/office/officeart/2009/3/layout/HorizontalOrganizationChart"/>
    <dgm:cxn modelId="{D154F197-A1A9-F146-9F93-1D2DE5FA3975}" type="presParOf" srcId="{8249D341-3F79-4943-A3A6-03B368BAC2B5}" destId="{554C1F9A-F3EF-8F41-AF1A-8213A33992FB}" srcOrd="1" destOrd="0" presId="urn:microsoft.com/office/officeart/2009/3/layout/HorizontalOrganizationChart"/>
    <dgm:cxn modelId="{06F2B6CB-1A52-5C4A-AE27-5BDFE3EDDA89}" type="presParOf" srcId="{8249D341-3F79-4943-A3A6-03B368BAC2B5}" destId="{893C603B-016C-C041-8831-98A09B38BF2F}" srcOrd="2" destOrd="0" presId="urn:microsoft.com/office/officeart/2009/3/layout/HorizontalOrganizationChart"/>
    <dgm:cxn modelId="{587EA4BE-96B8-7D4B-9F1B-C736F81EF626}" type="presParOf" srcId="{4DB113FC-A1F0-DE41-B185-D64B627B4AF5}" destId="{26472786-AFE7-A841-8734-3C6539EB4CD5}" srcOrd="2" destOrd="0" presId="urn:microsoft.com/office/officeart/2009/3/layout/HorizontalOrganizationChart"/>
    <dgm:cxn modelId="{8D80139C-CC6C-824D-8BB0-8F5C69489E47}" type="presParOf" srcId="{4DB113FC-A1F0-DE41-B185-D64B627B4AF5}" destId="{37BB913D-58CD-E74C-A401-FE7164D279DC}" srcOrd="3" destOrd="0" presId="urn:microsoft.com/office/officeart/2009/3/layout/HorizontalOrganizationChart"/>
    <dgm:cxn modelId="{E3B700B6-6C18-F947-BFA9-64ED9C4C1EAA}" type="presParOf" srcId="{37BB913D-58CD-E74C-A401-FE7164D279DC}" destId="{09AEB5C9-1756-4A42-AA8A-05BB973DBB57}" srcOrd="0" destOrd="0" presId="urn:microsoft.com/office/officeart/2009/3/layout/HorizontalOrganizationChart"/>
    <dgm:cxn modelId="{8A85175F-0F52-9C4A-8D7C-75409AE9FBD4}" type="presParOf" srcId="{09AEB5C9-1756-4A42-AA8A-05BB973DBB57}" destId="{6BAD8059-BB09-FF49-ACCE-CF0C151627A4}" srcOrd="0" destOrd="0" presId="urn:microsoft.com/office/officeart/2009/3/layout/HorizontalOrganizationChart"/>
    <dgm:cxn modelId="{FF296053-A194-A448-AF3A-7FB2357E7479}" type="presParOf" srcId="{09AEB5C9-1756-4A42-AA8A-05BB973DBB57}" destId="{46B3A146-57E7-9049-A002-DFB78B93A0BE}" srcOrd="1" destOrd="0" presId="urn:microsoft.com/office/officeart/2009/3/layout/HorizontalOrganizationChart"/>
    <dgm:cxn modelId="{32403AED-B800-4A49-8911-EA1A7A670E4D}" type="presParOf" srcId="{37BB913D-58CD-E74C-A401-FE7164D279DC}" destId="{CA47CD50-630F-6D47-BAB7-BC7A305717EC}" srcOrd="1" destOrd="0" presId="urn:microsoft.com/office/officeart/2009/3/layout/HorizontalOrganizationChart"/>
    <dgm:cxn modelId="{184C5C06-239F-794B-9BA0-D785B63D6538}" type="presParOf" srcId="{37BB913D-58CD-E74C-A401-FE7164D279DC}" destId="{8AE74837-8C4B-A44C-AA5D-90D0CBCDB138}" srcOrd="2" destOrd="0" presId="urn:microsoft.com/office/officeart/2009/3/layout/HorizontalOrganizationChart"/>
    <dgm:cxn modelId="{7DBF75AB-6DC5-864A-8E57-40963118E0B0}" type="presParOf" srcId="{AF93D858-AB74-AC46-B282-D7EA8A32D62A}" destId="{46492304-097E-884B-AAAE-587410D4F7E7}" srcOrd="2" destOrd="0" presId="urn:microsoft.com/office/officeart/2009/3/layout/HorizontalOrganizationChart"/>
    <dgm:cxn modelId="{16ABCD1D-0C94-6F4C-95F3-7DFE94462506}" type="presParOf" srcId="{8FE41EBE-4B93-DF41-891B-B87B3CECA486}" destId="{02B2C967-7329-4942-8556-B43700274981}" srcOrd="2" destOrd="0" presId="urn:microsoft.com/office/officeart/2009/3/layout/HorizontalOrganizationChart"/>
  </dgm:cxnLst>
  <dgm:bg>
    <a:noFill/>
  </dgm:bg>
  <dgm:whole/>
  <dgm:extLst>
    <a:ext uri="http://schemas.microsoft.com/office/drawing/2008/diagram">
      <dsp:dataModelExt xmlns:dsp="http://schemas.microsoft.com/office/drawing/2008/diagram" relId="rId1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928CD5-4F97-084E-96E9-E36FD89352E2}" type="doc">
      <dgm:prSet loTypeId="urn:microsoft.com/office/officeart/2009/3/layout/HorizontalOrganizationChart" loCatId="matrix" qsTypeId="urn:microsoft.com/office/officeart/2005/8/quickstyle/simple1" qsCatId="simple" csTypeId="urn:microsoft.com/office/officeart/2005/8/colors/accent0_1" csCatId="mainScheme" phldr="1"/>
      <dgm:spPr/>
      <dgm:t>
        <a:bodyPr/>
        <a:lstStyle/>
        <a:p>
          <a:endParaRPr lang="en-GB"/>
        </a:p>
      </dgm:t>
    </dgm:pt>
    <dgm:pt modelId="{A0049A35-B52C-5D40-8620-E9288A9D0444}">
      <dgm:prSet phldrT="[Text]" custT="1"/>
      <dgm:spPr/>
      <dgm:t>
        <a:bodyPr/>
        <a:lstStyle/>
        <a:p>
          <a:r>
            <a:rPr lang="en-GB" sz="1000" dirty="0"/>
            <a:t>Artificial Languages (</a:t>
          </a:r>
          <a:r>
            <a:rPr lang="en-US" sz="1000" dirty="0">
              <a:effectLst/>
              <a:latin typeface="Calibri" panose="020F0502020204030204" pitchFamily="34" charset="0"/>
              <a:ea typeface="Times New Roman" panose="02020603050405020304" pitchFamily="18" charset="0"/>
            </a:rPr>
            <a:t>adapted from González Alonso et al. (2020))</a:t>
          </a:r>
          <a:endParaRPr lang="en-GB" sz="1000" dirty="0"/>
        </a:p>
      </dgm:t>
    </dgm:pt>
    <dgm:pt modelId="{094B5555-E182-184D-B5DE-502F03001A74}" type="parTrans" cxnId="{4E4AB861-9A83-564F-9D6B-5AB4E5FB1C37}">
      <dgm:prSet/>
      <dgm:spPr/>
      <dgm:t>
        <a:bodyPr/>
        <a:lstStyle/>
        <a:p>
          <a:endParaRPr lang="en-GB">
            <a:solidFill>
              <a:schemeClr val="tx1"/>
            </a:solidFill>
          </a:endParaRPr>
        </a:p>
      </dgm:t>
    </dgm:pt>
    <dgm:pt modelId="{802E2785-5551-F342-B02B-8A0E1E2428A8}" type="sibTrans" cxnId="{4E4AB861-9A83-564F-9D6B-5AB4E5FB1C37}">
      <dgm:prSet/>
      <dgm:spPr/>
      <dgm:t>
        <a:bodyPr/>
        <a:lstStyle/>
        <a:p>
          <a:endParaRPr lang="en-GB">
            <a:solidFill>
              <a:schemeClr val="tx1"/>
            </a:solidFill>
          </a:endParaRPr>
        </a:p>
      </dgm:t>
    </dgm:pt>
    <dgm:pt modelId="{7EEF9094-A86C-F444-BD78-23D8118D1F05}" type="asst">
      <dgm:prSet phldrT="[Text]"/>
      <dgm:spPr/>
      <dgm:t>
        <a:bodyPr/>
        <a:lstStyle/>
        <a:p>
          <a:r>
            <a:rPr lang="en-GB" dirty="0"/>
            <a:t>mini-English</a:t>
          </a:r>
        </a:p>
      </dgm:t>
    </dgm:pt>
    <dgm:pt modelId="{90C266B6-112D-6141-967C-0338EF0C3CAB}" type="parTrans" cxnId="{3D1BBA93-2B94-F148-B4BB-6E90222887D0}">
      <dgm:prSet/>
      <dgm:spPr/>
      <dgm:t>
        <a:bodyPr/>
        <a:lstStyle/>
        <a:p>
          <a:endParaRPr lang="en-GB">
            <a:solidFill>
              <a:schemeClr val="tx1"/>
            </a:solidFill>
          </a:endParaRPr>
        </a:p>
      </dgm:t>
    </dgm:pt>
    <dgm:pt modelId="{EF52D2A2-1443-4B4E-A216-AB0D94EA257A}" type="sibTrans" cxnId="{3D1BBA93-2B94-F148-B4BB-6E90222887D0}">
      <dgm:prSet/>
      <dgm:spPr/>
      <dgm:t>
        <a:bodyPr/>
        <a:lstStyle/>
        <a:p>
          <a:endParaRPr lang="en-GB">
            <a:solidFill>
              <a:schemeClr val="tx1"/>
            </a:solidFill>
          </a:endParaRPr>
        </a:p>
      </dgm:t>
    </dgm:pt>
    <dgm:pt modelId="{77FD886D-3036-FA4E-A507-FCAA1D1F4070}" type="asst">
      <dgm:prSet phldrT="[Text]"/>
      <dgm:spPr/>
      <dgm:t>
        <a:bodyPr/>
        <a:lstStyle/>
        <a:p>
          <a:r>
            <a:rPr lang="en-GB" dirty="0"/>
            <a:t>mini-Spanish</a:t>
          </a:r>
        </a:p>
      </dgm:t>
    </dgm:pt>
    <dgm:pt modelId="{A7B0C06F-4DF8-7748-8107-17143851945F}" type="parTrans" cxnId="{C9D5EF40-5D5F-0F49-8335-C9715AA746EB}">
      <dgm:prSet/>
      <dgm:spPr/>
      <dgm:t>
        <a:bodyPr/>
        <a:lstStyle/>
        <a:p>
          <a:endParaRPr lang="en-GB">
            <a:solidFill>
              <a:schemeClr val="tx1"/>
            </a:solidFill>
          </a:endParaRPr>
        </a:p>
      </dgm:t>
    </dgm:pt>
    <dgm:pt modelId="{0CDD39E1-2C5E-8841-AC4C-3095C12C1F01}" type="sibTrans" cxnId="{C9D5EF40-5D5F-0F49-8335-C9715AA746EB}">
      <dgm:prSet/>
      <dgm:spPr/>
      <dgm:t>
        <a:bodyPr/>
        <a:lstStyle/>
        <a:p>
          <a:endParaRPr lang="en-GB">
            <a:solidFill>
              <a:schemeClr val="tx1"/>
            </a:solidFill>
          </a:endParaRPr>
        </a:p>
      </dgm:t>
    </dgm:pt>
    <dgm:pt modelId="{3BDD730A-97F9-B044-9B36-D6B5677D871D}">
      <dgm:prSet/>
      <dgm:spPr/>
      <dgm:t>
        <a:bodyPr/>
        <a:lstStyle/>
        <a:p>
          <a:r>
            <a:rPr lang="en-ES" dirty="0">
              <a:effectLst/>
              <a:latin typeface="Calibri" panose="020F0502020204030204" pitchFamily="34" charset="0"/>
              <a:ea typeface="Times New Roman" panose="02020603050405020304" pitchFamily="18" charset="0"/>
            </a:rPr>
            <a:t>Gender and number agreement</a:t>
          </a:r>
          <a:endParaRPr lang="en-ES" dirty="0"/>
        </a:p>
      </dgm:t>
    </dgm:pt>
    <dgm:pt modelId="{59B12636-547D-6943-A375-4E8CA6B3EB20}" type="parTrans" cxnId="{39779725-3142-414A-8FDC-CE7B1A02D755}">
      <dgm:prSet/>
      <dgm:spPr/>
      <dgm:t>
        <a:bodyPr/>
        <a:lstStyle/>
        <a:p>
          <a:endParaRPr lang="en-GB">
            <a:solidFill>
              <a:schemeClr val="tx1"/>
            </a:solidFill>
          </a:endParaRPr>
        </a:p>
      </dgm:t>
    </dgm:pt>
    <dgm:pt modelId="{DB960791-D423-A349-A092-7B6AEF034D93}" type="sibTrans" cxnId="{39779725-3142-414A-8FDC-CE7B1A02D755}">
      <dgm:prSet/>
      <dgm:spPr/>
      <dgm:t>
        <a:bodyPr/>
        <a:lstStyle/>
        <a:p>
          <a:endParaRPr lang="en-GB">
            <a:solidFill>
              <a:schemeClr val="tx1"/>
            </a:solidFill>
          </a:endParaRPr>
        </a:p>
      </dgm:t>
    </dgm:pt>
    <dgm:pt modelId="{D8E36C54-2FA4-7D49-9EB0-12121EB6DDDE}">
      <dgm:prSet phldrT="[Text]"/>
      <dgm:spPr/>
      <dgm:t>
        <a:bodyPr/>
        <a:lstStyle/>
        <a:p>
          <a:r>
            <a:rPr lang="en-GB" dirty="0"/>
            <a:t>Differential Object marking</a:t>
          </a:r>
        </a:p>
      </dgm:t>
    </dgm:pt>
    <dgm:pt modelId="{8874495B-6437-8544-811C-D77E83D9484F}" type="parTrans" cxnId="{451D4A4D-8694-4649-A831-7473978DFBD5}">
      <dgm:prSet/>
      <dgm:spPr/>
      <dgm:t>
        <a:bodyPr/>
        <a:lstStyle/>
        <a:p>
          <a:endParaRPr lang="en-GB">
            <a:solidFill>
              <a:schemeClr val="tx1"/>
            </a:solidFill>
          </a:endParaRPr>
        </a:p>
      </dgm:t>
    </dgm:pt>
    <dgm:pt modelId="{9B75C82D-A118-514A-90B9-05BB3B309A76}" type="sibTrans" cxnId="{451D4A4D-8694-4649-A831-7473978DFBD5}">
      <dgm:prSet/>
      <dgm:spPr/>
      <dgm:t>
        <a:bodyPr/>
        <a:lstStyle/>
        <a:p>
          <a:endParaRPr lang="en-GB">
            <a:solidFill>
              <a:schemeClr val="tx1"/>
            </a:solidFill>
          </a:endParaRPr>
        </a:p>
      </dgm:t>
    </dgm:pt>
    <dgm:pt modelId="{3FB65DF5-EE79-3C4F-8241-5068E948E80E}">
      <dgm:prSet phldrT="[Text]"/>
      <dgm:spPr/>
      <dgm:t>
        <a:bodyPr/>
        <a:lstStyle/>
        <a:p>
          <a:r>
            <a:rPr lang="en-US" dirty="0">
              <a:effectLst/>
              <a:latin typeface="Calibri" panose="020F0502020204030204" pitchFamily="34" charset="0"/>
              <a:ea typeface="Times New Roman" panose="02020603050405020304" pitchFamily="18" charset="0"/>
            </a:rPr>
            <a:t>Direct objects are marked with the DOM suffix </a:t>
          </a:r>
          <a:r>
            <a:rPr lang="en-US" i="1" dirty="0">
              <a:effectLst/>
              <a:latin typeface="Calibri" panose="020F0502020204030204" pitchFamily="34" charset="0"/>
              <a:ea typeface="Times New Roman" panose="02020603050405020304" pitchFamily="18" charset="0"/>
            </a:rPr>
            <a:t>-fi</a:t>
          </a:r>
          <a:endParaRPr lang="en-GB" i="1" dirty="0"/>
        </a:p>
      </dgm:t>
    </dgm:pt>
    <dgm:pt modelId="{D804172A-C870-DF42-9BBD-EEE4F4485323}" type="parTrans" cxnId="{3F1B6679-C7CD-0F4C-A069-C63584C9CBB7}">
      <dgm:prSet/>
      <dgm:spPr/>
      <dgm:t>
        <a:bodyPr/>
        <a:lstStyle/>
        <a:p>
          <a:endParaRPr lang="en-GB">
            <a:solidFill>
              <a:schemeClr val="tx1"/>
            </a:solidFill>
          </a:endParaRPr>
        </a:p>
      </dgm:t>
    </dgm:pt>
    <dgm:pt modelId="{D4123EE4-273E-2F4E-B829-3B4B3DC3A02F}" type="sibTrans" cxnId="{3F1B6679-C7CD-0F4C-A069-C63584C9CBB7}">
      <dgm:prSet/>
      <dgm:spPr/>
      <dgm:t>
        <a:bodyPr/>
        <a:lstStyle/>
        <a:p>
          <a:endParaRPr lang="en-GB">
            <a:solidFill>
              <a:schemeClr val="tx1"/>
            </a:solidFill>
          </a:endParaRPr>
        </a:p>
      </dgm:t>
    </dgm:pt>
    <dgm:pt modelId="{DFC5B9DF-F706-B941-B122-D52643999387}">
      <dgm:prSet phldrT="[Text]"/>
      <dgm:spPr/>
      <dgm:t>
        <a:bodyPr/>
        <a:lstStyle/>
        <a:p>
          <a:r>
            <a:rPr lang="en-US" dirty="0">
              <a:effectLst/>
              <a:latin typeface="Calibri" panose="020F0502020204030204" pitchFamily="34" charset="0"/>
              <a:ea typeface="Times New Roman" panose="02020603050405020304" pitchFamily="18" charset="0"/>
            </a:rPr>
            <a:t>For example, </a:t>
          </a:r>
          <a:r>
            <a:rPr lang="en-US" i="1" dirty="0">
              <a:effectLst/>
              <a:latin typeface="Calibri" panose="020F0502020204030204" pitchFamily="34" charset="0"/>
              <a:ea typeface="Times New Roman" panose="02020603050405020304" pitchFamily="18" charset="0"/>
            </a:rPr>
            <a:t>He buys a </a:t>
          </a:r>
          <a:r>
            <a:rPr lang="en-US" i="1" dirty="0" err="1">
              <a:effectLst/>
              <a:latin typeface="Calibri" panose="020F0502020204030204" pitchFamily="34" charset="0"/>
              <a:ea typeface="Times New Roman" panose="02020603050405020304" pitchFamily="18" charset="0"/>
            </a:rPr>
            <a:t>boxfi</a:t>
          </a:r>
          <a:endParaRPr lang="en-GB" dirty="0"/>
        </a:p>
      </dgm:t>
    </dgm:pt>
    <dgm:pt modelId="{B5A571E3-0B65-7D4D-B671-08BAABD01616}" type="parTrans" cxnId="{654148C0-B6DE-3F4E-A169-897CA81E071D}">
      <dgm:prSet/>
      <dgm:spPr/>
      <dgm:t>
        <a:bodyPr/>
        <a:lstStyle/>
        <a:p>
          <a:endParaRPr lang="en-GB">
            <a:solidFill>
              <a:schemeClr val="tx1"/>
            </a:solidFill>
          </a:endParaRPr>
        </a:p>
      </dgm:t>
    </dgm:pt>
    <dgm:pt modelId="{38CBB1AE-B7CC-9B43-9A20-DAF6DC8EA3F9}" type="sibTrans" cxnId="{654148C0-B6DE-3F4E-A169-897CA81E071D}">
      <dgm:prSet/>
      <dgm:spPr/>
      <dgm:t>
        <a:bodyPr/>
        <a:lstStyle/>
        <a:p>
          <a:endParaRPr lang="en-GB">
            <a:solidFill>
              <a:schemeClr val="tx1"/>
            </a:solidFill>
          </a:endParaRPr>
        </a:p>
      </dgm:t>
    </dgm:pt>
    <dgm:pt modelId="{8EE94A97-B238-C144-A961-5D233479E622}">
      <dgm:prSet phldrT="[Text]"/>
      <dgm:spPr/>
      <dgm:t>
        <a:bodyPr/>
        <a:lstStyle/>
        <a:p>
          <a:r>
            <a:rPr lang="en-GB"/>
            <a:t>Verb-object number agreement </a:t>
          </a:r>
          <a:endParaRPr lang="en-GB" dirty="0"/>
        </a:p>
      </dgm:t>
    </dgm:pt>
    <dgm:pt modelId="{792ACB1F-3A6E-0F45-9C51-03E99005B0F1}" type="parTrans" cxnId="{1AFEC8EC-0FB2-F247-80F3-8520F735A69B}">
      <dgm:prSet/>
      <dgm:spPr/>
      <dgm:t>
        <a:bodyPr/>
        <a:lstStyle/>
        <a:p>
          <a:endParaRPr lang="en-GB">
            <a:solidFill>
              <a:schemeClr val="tx1"/>
            </a:solidFill>
          </a:endParaRPr>
        </a:p>
      </dgm:t>
    </dgm:pt>
    <dgm:pt modelId="{7AED54C0-3750-8248-8308-A985347AF1DD}" type="sibTrans" cxnId="{1AFEC8EC-0FB2-F247-80F3-8520F735A69B}">
      <dgm:prSet/>
      <dgm:spPr/>
      <dgm:t>
        <a:bodyPr/>
        <a:lstStyle/>
        <a:p>
          <a:endParaRPr lang="en-GB">
            <a:solidFill>
              <a:schemeClr val="tx1"/>
            </a:solidFill>
          </a:endParaRPr>
        </a:p>
      </dgm:t>
    </dgm:pt>
    <dgm:pt modelId="{4E2AA890-69D1-C84E-8635-FC997D898A6B}">
      <dgm:prSet phldrT="[Text]"/>
      <dgm:spPr/>
      <dgm:t>
        <a:bodyPr/>
        <a:lstStyle/>
        <a:p>
          <a:r>
            <a:rPr lang="en-ES" dirty="0">
              <a:effectLst/>
              <a:latin typeface="Calibri" panose="020F0502020204030204" pitchFamily="34" charset="0"/>
              <a:ea typeface="Times New Roman" panose="02020603050405020304" pitchFamily="18" charset="0"/>
            </a:rPr>
            <a:t> Verb </a:t>
          </a:r>
          <a:r>
            <a:rPr lang="en-US" dirty="0">
              <a:effectLst/>
              <a:latin typeface="Calibri" panose="020F0502020204030204" pitchFamily="34" charset="0"/>
              <a:ea typeface="Times New Roman" panose="02020603050405020304" pitchFamily="18" charset="0"/>
            </a:rPr>
            <a:t>carries the infix</a:t>
          </a:r>
          <a:r>
            <a:rPr lang="en-ES" dirty="0">
              <a:effectLst/>
              <a:latin typeface="Calibri" panose="020F0502020204030204" pitchFamily="34" charset="0"/>
              <a:ea typeface="Times New Roman" panose="02020603050405020304" pitchFamily="18" charset="0"/>
            </a:rPr>
            <a:t> </a:t>
          </a:r>
          <a:r>
            <a:rPr lang="en-ES" i="1" dirty="0">
              <a:effectLst/>
              <a:latin typeface="Calibri" panose="020F0502020204030204" pitchFamily="34" charset="0"/>
              <a:ea typeface="Times New Roman" panose="02020603050405020304" pitchFamily="18" charset="0"/>
            </a:rPr>
            <a:t>-ba- </a:t>
          </a:r>
          <a:r>
            <a:rPr lang="en-ES" dirty="0">
              <a:effectLst/>
              <a:latin typeface="Calibri" panose="020F0502020204030204" pitchFamily="34" charset="0"/>
              <a:ea typeface="Times New Roman" panose="02020603050405020304" pitchFamily="18" charset="0"/>
            </a:rPr>
            <a:t>in sentences with a plural direct object</a:t>
          </a:r>
          <a:endParaRPr lang="en-GB" dirty="0"/>
        </a:p>
      </dgm:t>
    </dgm:pt>
    <dgm:pt modelId="{6DE28A55-2F5E-1342-B281-6EF031FE1A60}" type="parTrans" cxnId="{2BB59A2D-BB13-4948-A1C9-39851054B3E8}">
      <dgm:prSet/>
      <dgm:spPr/>
      <dgm:t>
        <a:bodyPr/>
        <a:lstStyle/>
        <a:p>
          <a:endParaRPr lang="en-GB">
            <a:solidFill>
              <a:schemeClr val="tx1"/>
            </a:solidFill>
          </a:endParaRPr>
        </a:p>
      </dgm:t>
    </dgm:pt>
    <dgm:pt modelId="{C5333F7D-2FFD-F546-9BF0-05D18DC61B27}" type="sibTrans" cxnId="{2BB59A2D-BB13-4948-A1C9-39851054B3E8}">
      <dgm:prSet/>
      <dgm:spPr/>
      <dgm:t>
        <a:bodyPr/>
        <a:lstStyle/>
        <a:p>
          <a:endParaRPr lang="en-GB">
            <a:solidFill>
              <a:schemeClr val="tx1"/>
            </a:solidFill>
          </a:endParaRPr>
        </a:p>
      </dgm:t>
    </dgm:pt>
    <dgm:pt modelId="{3D0B431E-C2B1-624D-8EDE-4FAD3267F928}">
      <dgm:prSet phldrT="[Text]"/>
      <dgm:spPr/>
      <dgm:t>
        <a:bodyPr/>
        <a:lstStyle/>
        <a:p>
          <a:r>
            <a:rPr lang="en-ES" dirty="0">
              <a:effectLst/>
              <a:latin typeface="Calibri" panose="020F0502020204030204" pitchFamily="34" charset="0"/>
              <a:ea typeface="Times New Roman" panose="02020603050405020304" pitchFamily="18" charset="0"/>
            </a:rPr>
            <a:t>For example,</a:t>
          </a:r>
          <a:r>
            <a:rPr lang="en-US" i="1" dirty="0">
              <a:effectLst/>
              <a:latin typeface="Calibri" panose="020F0502020204030204" pitchFamily="34" charset="0"/>
              <a:ea typeface="Times New Roman" panose="02020603050405020304" pitchFamily="18" charset="0"/>
            </a:rPr>
            <a:t> He </a:t>
          </a:r>
          <a:r>
            <a:rPr lang="en-US" i="1" dirty="0" err="1">
              <a:effectLst/>
              <a:latin typeface="Calibri" panose="020F0502020204030204" pitchFamily="34" charset="0"/>
              <a:ea typeface="Times New Roman" panose="02020603050405020304" pitchFamily="18" charset="0"/>
            </a:rPr>
            <a:t>buybas</a:t>
          </a:r>
          <a:r>
            <a:rPr lang="en-US" i="1" dirty="0">
              <a:effectLst/>
              <a:latin typeface="Calibri" panose="020F0502020204030204" pitchFamily="34" charset="0"/>
              <a:ea typeface="Times New Roman" panose="02020603050405020304" pitchFamily="18" charset="0"/>
            </a:rPr>
            <a:t> some </a:t>
          </a:r>
          <a:r>
            <a:rPr lang="en-US" i="1" dirty="0" err="1">
              <a:effectLst/>
              <a:latin typeface="Calibri" panose="020F0502020204030204" pitchFamily="34" charset="0"/>
              <a:ea typeface="Times New Roman" panose="02020603050405020304" pitchFamily="18" charset="0"/>
            </a:rPr>
            <a:t>boxesfi</a:t>
          </a:r>
          <a:endParaRPr lang="en-GB" dirty="0"/>
        </a:p>
      </dgm:t>
    </dgm:pt>
    <dgm:pt modelId="{B15CACB7-5F82-D74C-9266-94F709FD8F24}" type="parTrans" cxnId="{8A1EE322-7ECB-624F-A57E-B9E34FE8B477}">
      <dgm:prSet/>
      <dgm:spPr/>
      <dgm:t>
        <a:bodyPr/>
        <a:lstStyle/>
        <a:p>
          <a:endParaRPr lang="en-GB">
            <a:solidFill>
              <a:schemeClr val="tx1"/>
            </a:solidFill>
          </a:endParaRPr>
        </a:p>
      </dgm:t>
    </dgm:pt>
    <dgm:pt modelId="{02FB04B4-479F-E44F-8BCD-8C0D1930567C}" type="sibTrans" cxnId="{8A1EE322-7ECB-624F-A57E-B9E34FE8B477}">
      <dgm:prSet/>
      <dgm:spPr/>
      <dgm:t>
        <a:bodyPr/>
        <a:lstStyle/>
        <a:p>
          <a:endParaRPr lang="en-GB">
            <a:solidFill>
              <a:schemeClr val="tx1"/>
            </a:solidFill>
          </a:endParaRPr>
        </a:p>
      </dgm:t>
    </dgm:pt>
    <dgm:pt modelId="{D69403B1-9776-3D47-A84D-2BA8C985868D}">
      <dgm:prSet/>
      <dgm:spPr/>
      <dgm:t>
        <a:bodyPr/>
        <a:lstStyle/>
        <a:p>
          <a:r>
            <a:rPr lang="en-ES" dirty="0"/>
            <a:t>Female marked with </a:t>
          </a:r>
          <a:r>
            <a:rPr lang="en-ES" i="1" dirty="0"/>
            <a:t>-(e)ju </a:t>
          </a:r>
          <a:r>
            <a:rPr lang="en-ES" dirty="0"/>
            <a:t>and male marked with -</a:t>
          </a:r>
          <a:r>
            <a:rPr lang="en-ES" i="1" dirty="0"/>
            <a:t>(e)zu</a:t>
          </a:r>
          <a:r>
            <a:rPr lang="en-ES" dirty="0"/>
            <a:t>. Plural marked with </a:t>
          </a:r>
          <a:r>
            <a:rPr lang="en-ES" i="1" dirty="0"/>
            <a:t>-r</a:t>
          </a:r>
        </a:p>
      </dgm:t>
    </dgm:pt>
    <dgm:pt modelId="{3FF6CCC2-5F52-2C44-B134-7A5AA9945D05}" type="parTrans" cxnId="{37E90FD8-1C7E-7647-9912-CFB7723EB036}">
      <dgm:prSet/>
      <dgm:spPr/>
      <dgm:t>
        <a:bodyPr/>
        <a:lstStyle/>
        <a:p>
          <a:endParaRPr lang="en-GB"/>
        </a:p>
      </dgm:t>
    </dgm:pt>
    <dgm:pt modelId="{CD53E5B6-756C-6F4B-B85F-10E2CA59F143}" type="sibTrans" cxnId="{37E90FD8-1C7E-7647-9912-CFB7723EB036}">
      <dgm:prSet/>
      <dgm:spPr/>
      <dgm:t>
        <a:bodyPr/>
        <a:lstStyle/>
        <a:p>
          <a:endParaRPr lang="en-GB"/>
        </a:p>
      </dgm:t>
    </dgm:pt>
    <dgm:pt modelId="{91A37130-75AE-E347-B273-A3B47349C5C7}">
      <dgm:prSet/>
      <dgm:spPr/>
      <dgm:t>
        <a:bodyPr/>
        <a:lstStyle/>
        <a:p>
          <a:r>
            <a:rPr lang="en-ES" dirty="0"/>
            <a:t>For example, je(r) box is bigeju(r) and ze(r) pencil is bigezu(r)</a:t>
          </a:r>
        </a:p>
      </dgm:t>
    </dgm:pt>
    <dgm:pt modelId="{DEDC4D93-6A5F-F947-A544-6666FA095C11}" type="parTrans" cxnId="{0535FA12-F39B-9748-A48B-B78637CDA975}">
      <dgm:prSet/>
      <dgm:spPr/>
      <dgm:t>
        <a:bodyPr/>
        <a:lstStyle/>
        <a:p>
          <a:endParaRPr lang="en-GB"/>
        </a:p>
      </dgm:t>
    </dgm:pt>
    <dgm:pt modelId="{0E2441AF-722F-5741-8964-9D5D06231C28}" type="sibTrans" cxnId="{0535FA12-F39B-9748-A48B-B78637CDA975}">
      <dgm:prSet/>
      <dgm:spPr/>
      <dgm:t>
        <a:bodyPr/>
        <a:lstStyle/>
        <a:p>
          <a:endParaRPr lang="en-GB"/>
        </a:p>
      </dgm:t>
    </dgm:pt>
    <dgm:pt modelId="{F173FAA9-A6CD-5542-9087-3CE9188B737E}" type="pres">
      <dgm:prSet presAssocID="{0D928CD5-4F97-084E-96E9-E36FD89352E2}" presName="hierChild1" presStyleCnt="0">
        <dgm:presLayoutVars>
          <dgm:orgChart val="1"/>
          <dgm:chPref val="1"/>
          <dgm:dir/>
          <dgm:animOne val="branch"/>
          <dgm:animLvl val="lvl"/>
          <dgm:resizeHandles/>
        </dgm:presLayoutVars>
      </dgm:prSet>
      <dgm:spPr/>
    </dgm:pt>
    <dgm:pt modelId="{657906B2-00D9-6145-819D-F2D2FE830E4F}" type="pres">
      <dgm:prSet presAssocID="{A0049A35-B52C-5D40-8620-E9288A9D0444}" presName="hierRoot1" presStyleCnt="0">
        <dgm:presLayoutVars>
          <dgm:hierBranch val="init"/>
        </dgm:presLayoutVars>
      </dgm:prSet>
      <dgm:spPr/>
    </dgm:pt>
    <dgm:pt modelId="{A28FF586-EE76-D24D-A00E-5978DC226D9D}" type="pres">
      <dgm:prSet presAssocID="{A0049A35-B52C-5D40-8620-E9288A9D0444}" presName="rootComposite1" presStyleCnt="0"/>
      <dgm:spPr/>
    </dgm:pt>
    <dgm:pt modelId="{58055F1D-B661-E142-A3A9-28CEE1B8E122}" type="pres">
      <dgm:prSet presAssocID="{A0049A35-B52C-5D40-8620-E9288A9D0444}" presName="rootText1" presStyleLbl="node0" presStyleIdx="0" presStyleCnt="1">
        <dgm:presLayoutVars>
          <dgm:chPref val="3"/>
        </dgm:presLayoutVars>
      </dgm:prSet>
      <dgm:spPr/>
    </dgm:pt>
    <dgm:pt modelId="{DAE7E163-927B-2545-B36F-D44AAFD6E989}" type="pres">
      <dgm:prSet presAssocID="{A0049A35-B52C-5D40-8620-E9288A9D0444}" presName="rootConnector1" presStyleLbl="node1" presStyleIdx="0" presStyleCnt="0"/>
      <dgm:spPr/>
    </dgm:pt>
    <dgm:pt modelId="{DB7A930B-6C40-CC40-9CBB-67BE2D31A15E}" type="pres">
      <dgm:prSet presAssocID="{A0049A35-B52C-5D40-8620-E9288A9D0444}" presName="hierChild2" presStyleCnt="0"/>
      <dgm:spPr/>
    </dgm:pt>
    <dgm:pt modelId="{5FD449CA-0500-DF45-AFE9-2F3FD99C52C8}" type="pres">
      <dgm:prSet presAssocID="{59B12636-547D-6943-A375-4E8CA6B3EB20}" presName="Name64" presStyleLbl="parChTrans1D2" presStyleIdx="0" presStyleCnt="5"/>
      <dgm:spPr/>
    </dgm:pt>
    <dgm:pt modelId="{A6CAA834-6E89-5645-AA68-21173E3FEC96}" type="pres">
      <dgm:prSet presAssocID="{3BDD730A-97F9-B044-9B36-D6B5677D871D}" presName="hierRoot2" presStyleCnt="0">
        <dgm:presLayoutVars>
          <dgm:hierBranch val="init"/>
        </dgm:presLayoutVars>
      </dgm:prSet>
      <dgm:spPr/>
    </dgm:pt>
    <dgm:pt modelId="{BDA7CDC3-8680-9B4A-BE26-4EE4129F84A1}" type="pres">
      <dgm:prSet presAssocID="{3BDD730A-97F9-B044-9B36-D6B5677D871D}" presName="rootComposite" presStyleCnt="0"/>
      <dgm:spPr/>
    </dgm:pt>
    <dgm:pt modelId="{5CD4F709-7E23-084B-AFC0-B0D20AAB0C9F}" type="pres">
      <dgm:prSet presAssocID="{3BDD730A-97F9-B044-9B36-D6B5677D871D}" presName="rootText" presStyleLbl="node2" presStyleIdx="0" presStyleCnt="3">
        <dgm:presLayoutVars>
          <dgm:chPref val="3"/>
        </dgm:presLayoutVars>
      </dgm:prSet>
      <dgm:spPr/>
    </dgm:pt>
    <dgm:pt modelId="{05091ED0-4909-EF4A-8228-702F69815B97}" type="pres">
      <dgm:prSet presAssocID="{3BDD730A-97F9-B044-9B36-D6B5677D871D}" presName="rootConnector" presStyleLbl="node2" presStyleIdx="0" presStyleCnt="3"/>
      <dgm:spPr/>
    </dgm:pt>
    <dgm:pt modelId="{5EDFAAB8-5952-B643-80BD-1ACA8AC79587}" type="pres">
      <dgm:prSet presAssocID="{3BDD730A-97F9-B044-9B36-D6B5677D871D}" presName="hierChild4" presStyleCnt="0"/>
      <dgm:spPr/>
    </dgm:pt>
    <dgm:pt modelId="{FF99C907-0746-0B4D-97EA-7644751BAEF0}" type="pres">
      <dgm:prSet presAssocID="{3FF6CCC2-5F52-2C44-B134-7A5AA9945D05}" presName="Name64" presStyleLbl="parChTrans1D3" presStyleIdx="0" presStyleCnt="3"/>
      <dgm:spPr/>
    </dgm:pt>
    <dgm:pt modelId="{CB7F3A2F-7CAA-1C45-84F3-2CE53772E2C3}" type="pres">
      <dgm:prSet presAssocID="{D69403B1-9776-3D47-A84D-2BA8C985868D}" presName="hierRoot2" presStyleCnt="0">
        <dgm:presLayoutVars>
          <dgm:hierBranch val="init"/>
        </dgm:presLayoutVars>
      </dgm:prSet>
      <dgm:spPr/>
    </dgm:pt>
    <dgm:pt modelId="{9672B154-0C8C-684B-B72E-44B9EDE53593}" type="pres">
      <dgm:prSet presAssocID="{D69403B1-9776-3D47-A84D-2BA8C985868D}" presName="rootComposite" presStyleCnt="0"/>
      <dgm:spPr/>
    </dgm:pt>
    <dgm:pt modelId="{FEA29361-0711-034D-8E2F-32CDC449050A}" type="pres">
      <dgm:prSet presAssocID="{D69403B1-9776-3D47-A84D-2BA8C985868D}" presName="rootText" presStyleLbl="node3" presStyleIdx="0" presStyleCnt="3">
        <dgm:presLayoutVars>
          <dgm:chPref val="3"/>
        </dgm:presLayoutVars>
      </dgm:prSet>
      <dgm:spPr/>
    </dgm:pt>
    <dgm:pt modelId="{D11761AC-8E5B-764E-9E89-03E1EC2D6CE9}" type="pres">
      <dgm:prSet presAssocID="{D69403B1-9776-3D47-A84D-2BA8C985868D}" presName="rootConnector" presStyleLbl="node3" presStyleIdx="0" presStyleCnt="3"/>
      <dgm:spPr/>
    </dgm:pt>
    <dgm:pt modelId="{8451EA8F-7B6C-7949-BC81-8EB8C73A4709}" type="pres">
      <dgm:prSet presAssocID="{D69403B1-9776-3D47-A84D-2BA8C985868D}" presName="hierChild4" presStyleCnt="0"/>
      <dgm:spPr/>
    </dgm:pt>
    <dgm:pt modelId="{1B8076E3-A640-474F-A29C-3C35F22C3674}" type="pres">
      <dgm:prSet presAssocID="{DEDC4D93-6A5F-F947-A544-6666FA095C11}" presName="Name64" presStyleLbl="parChTrans1D4" presStyleIdx="0" presStyleCnt="3"/>
      <dgm:spPr/>
    </dgm:pt>
    <dgm:pt modelId="{338E96CD-757C-5E4B-8A6F-E4CD73B62BF6}" type="pres">
      <dgm:prSet presAssocID="{91A37130-75AE-E347-B273-A3B47349C5C7}" presName="hierRoot2" presStyleCnt="0">
        <dgm:presLayoutVars>
          <dgm:hierBranch val="init"/>
        </dgm:presLayoutVars>
      </dgm:prSet>
      <dgm:spPr/>
    </dgm:pt>
    <dgm:pt modelId="{A2F22BC2-1B3F-634F-8F7B-F422EB333F05}" type="pres">
      <dgm:prSet presAssocID="{91A37130-75AE-E347-B273-A3B47349C5C7}" presName="rootComposite" presStyleCnt="0"/>
      <dgm:spPr/>
    </dgm:pt>
    <dgm:pt modelId="{C3FE5473-C61D-5941-A72A-C0B8F7A3EB55}" type="pres">
      <dgm:prSet presAssocID="{91A37130-75AE-E347-B273-A3B47349C5C7}" presName="rootText" presStyleLbl="node4" presStyleIdx="0" presStyleCnt="3">
        <dgm:presLayoutVars>
          <dgm:chPref val="3"/>
        </dgm:presLayoutVars>
      </dgm:prSet>
      <dgm:spPr/>
    </dgm:pt>
    <dgm:pt modelId="{AAADAB67-838C-E14C-8FB9-27AAF61116EF}" type="pres">
      <dgm:prSet presAssocID="{91A37130-75AE-E347-B273-A3B47349C5C7}" presName="rootConnector" presStyleLbl="node4" presStyleIdx="0" presStyleCnt="3"/>
      <dgm:spPr/>
    </dgm:pt>
    <dgm:pt modelId="{CAFF7BB5-9619-5145-BD0E-6086B50A777B}" type="pres">
      <dgm:prSet presAssocID="{91A37130-75AE-E347-B273-A3B47349C5C7}" presName="hierChild4" presStyleCnt="0"/>
      <dgm:spPr/>
    </dgm:pt>
    <dgm:pt modelId="{F4B4E5EC-0E7C-694A-A187-C0006375D809}" type="pres">
      <dgm:prSet presAssocID="{91A37130-75AE-E347-B273-A3B47349C5C7}" presName="hierChild5" presStyleCnt="0"/>
      <dgm:spPr/>
    </dgm:pt>
    <dgm:pt modelId="{F923812E-D62E-B241-9B66-9766096E6665}" type="pres">
      <dgm:prSet presAssocID="{D69403B1-9776-3D47-A84D-2BA8C985868D}" presName="hierChild5" presStyleCnt="0"/>
      <dgm:spPr/>
    </dgm:pt>
    <dgm:pt modelId="{4BF144EF-6D7F-9C44-BDE9-CEC704958E84}" type="pres">
      <dgm:prSet presAssocID="{3BDD730A-97F9-B044-9B36-D6B5677D871D}" presName="hierChild5" presStyleCnt="0"/>
      <dgm:spPr/>
    </dgm:pt>
    <dgm:pt modelId="{5FA3F9C0-172E-A948-A9C6-4137EDD8A559}" type="pres">
      <dgm:prSet presAssocID="{8874495B-6437-8544-811C-D77E83D9484F}" presName="Name64" presStyleLbl="parChTrans1D2" presStyleIdx="1" presStyleCnt="5"/>
      <dgm:spPr/>
    </dgm:pt>
    <dgm:pt modelId="{039BA3E5-0F59-4447-A26F-68F38A863C96}" type="pres">
      <dgm:prSet presAssocID="{D8E36C54-2FA4-7D49-9EB0-12121EB6DDDE}" presName="hierRoot2" presStyleCnt="0">
        <dgm:presLayoutVars>
          <dgm:hierBranch val="init"/>
        </dgm:presLayoutVars>
      </dgm:prSet>
      <dgm:spPr/>
    </dgm:pt>
    <dgm:pt modelId="{F5342370-02BA-AE49-8203-72E7A0577AED}" type="pres">
      <dgm:prSet presAssocID="{D8E36C54-2FA4-7D49-9EB0-12121EB6DDDE}" presName="rootComposite" presStyleCnt="0"/>
      <dgm:spPr/>
    </dgm:pt>
    <dgm:pt modelId="{0A793F12-3141-9E4D-A81E-A2817AC25717}" type="pres">
      <dgm:prSet presAssocID="{D8E36C54-2FA4-7D49-9EB0-12121EB6DDDE}" presName="rootText" presStyleLbl="node2" presStyleIdx="1" presStyleCnt="3">
        <dgm:presLayoutVars>
          <dgm:chPref val="3"/>
        </dgm:presLayoutVars>
      </dgm:prSet>
      <dgm:spPr/>
    </dgm:pt>
    <dgm:pt modelId="{B52BA6D5-37DD-DD42-974C-C5D2B5015891}" type="pres">
      <dgm:prSet presAssocID="{D8E36C54-2FA4-7D49-9EB0-12121EB6DDDE}" presName="rootConnector" presStyleLbl="node2" presStyleIdx="1" presStyleCnt="3"/>
      <dgm:spPr/>
    </dgm:pt>
    <dgm:pt modelId="{89D45688-50EF-B941-A5F1-2CB1965C1D95}" type="pres">
      <dgm:prSet presAssocID="{D8E36C54-2FA4-7D49-9EB0-12121EB6DDDE}" presName="hierChild4" presStyleCnt="0"/>
      <dgm:spPr/>
    </dgm:pt>
    <dgm:pt modelId="{7CD90882-2456-1846-984C-CBF1CD5CADDE}" type="pres">
      <dgm:prSet presAssocID="{D804172A-C870-DF42-9BBD-EEE4F4485323}" presName="Name64" presStyleLbl="parChTrans1D3" presStyleIdx="1" presStyleCnt="3"/>
      <dgm:spPr/>
    </dgm:pt>
    <dgm:pt modelId="{A3CD2D59-6010-D04D-85AB-92A595FD16FC}" type="pres">
      <dgm:prSet presAssocID="{3FB65DF5-EE79-3C4F-8241-5068E948E80E}" presName="hierRoot2" presStyleCnt="0">
        <dgm:presLayoutVars>
          <dgm:hierBranch val="init"/>
        </dgm:presLayoutVars>
      </dgm:prSet>
      <dgm:spPr/>
    </dgm:pt>
    <dgm:pt modelId="{DA4BAFCA-00C9-964A-B3E0-F55E6EDD5C64}" type="pres">
      <dgm:prSet presAssocID="{3FB65DF5-EE79-3C4F-8241-5068E948E80E}" presName="rootComposite" presStyleCnt="0"/>
      <dgm:spPr/>
    </dgm:pt>
    <dgm:pt modelId="{2C6FC67F-DA50-C342-9E06-420602A7A109}" type="pres">
      <dgm:prSet presAssocID="{3FB65DF5-EE79-3C4F-8241-5068E948E80E}" presName="rootText" presStyleLbl="node3" presStyleIdx="1" presStyleCnt="3" custScaleY="158464">
        <dgm:presLayoutVars>
          <dgm:chPref val="3"/>
        </dgm:presLayoutVars>
      </dgm:prSet>
      <dgm:spPr/>
    </dgm:pt>
    <dgm:pt modelId="{BDB0CFBA-43DF-D54B-9FCC-CE9234D31799}" type="pres">
      <dgm:prSet presAssocID="{3FB65DF5-EE79-3C4F-8241-5068E948E80E}" presName="rootConnector" presStyleLbl="node3" presStyleIdx="1" presStyleCnt="3"/>
      <dgm:spPr/>
    </dgm:pt>
    <dgm:pt modelId="{7150860E-886A-1B41-A467-F8B026B6C818}" type="pres">
      <dgm:prSet presAssocID="{3FB65DF5-EE79-3C4F-8241-5068E948E80E}" presName="hierChild4" presStyleCnt="0"/>
      <dgm:spPr/>
    </dgm:pt>
    <dgm:pt modelId="{2130E936-11AB-C846-BAFF-E013A0B2886E}" type="pres">
      <dgm:prSet presAssocID="{B5A571E3-0B65-7D4D-B671-08BAABD01616}" presName="Name64" presStyleLbl="parChTrans1D4" presStyleIdx="1" presStyleCnt="3"/>
      <dgm:spPr/>
    </dgm:pt>
    <dgm:pt modelId="{9BDF80E7-5BDB-B947-A892-C0D86433F2CF}" type="pres">
      <dgm:prSet presAssocID="{DFC5B9DF-F706-B941-B122-D52643999387}" presName="hierRoot2" presStyleCnt="0">
        <dgm:presLayoutVars>
          <dgm:hierBranch val="init"/>
        </dgm:presLayoutVars>
      </dgm:prSet>
      <dgm:spPr/>
    </dgm:pt>
    <dgm:pt modelId="{D3FFBF4B-F805-CA40-AB5C-AEA77800AA1E}" type="pres">
      <dgm:prSet presAssocID="{DFC5B9DF-F706-B941-B122-D52643999387}" presName="rootComposite" presStyleCnt="0"/>
      <dgm:spPr/>
    </dgm:pt>
    <dgm:pt modelId="{5FED3377-D15D-BB45-AC9A-740EA0638F9F}" type="pres">
      <dgm:prSet presAssocID="{DFC5B9DF-F706-B941-B122-D52643999387}" presName="rootText" presStyleLbl="node4" presStyleIdx="1" presStyleCnt="3">
        <dgm:presLayoutVars>
          <dgm:chPref val="3"/>
        </dgm:presLayoutVars>
      </dgm:prSet>
      <dgm:spPr/>
    </dgm:pt>
    <dgm:pt modelId="{8F96C55C-9E45-614A-BC5F-93FF5DA8747A}" type="pres">
      <dgm:prSet presAssocID="{DFC5B9DF-F706-B941-B122-D52643999387}" presName="rootConnector" presStyleLbl="node4" presStyleIdx="1" presStyleCnt="3"/>
      <dgm:spPr/>
    </dgm:pt>
    <dgm:pt modelId="{A905CC68-1264-F04F-8519-63CCB4261FA3}" type="pres">
      <dgm:prSet presAssocID="{DFC5B9DF-F706-B941-B122-D52643999387}" presName="hierChild4" presStyleCnt="0"/>
      <dgm:spPr/>
    </dgm:pt>
    <dgm:pt modelId="{50F3DEC4-3AD4-BD41-BF28-E3AE662EF10F}" type="pres">
      <dgm:prSet presAssocID="{DFC5B9DF-F706-B941-B122-D52643999387}" presName="hierChild5" presStyleCnt="0"/>
      <dgm:spPr/>
    </dgm:pt>
    <dgm:pt modelId="{AC61DE3C-46D1-E248-88AC-EC6DE5220107}" type="pres">
      <dgm:prSet presAssocID="{3FB65DF5-EE79-3C4F-8241-5068E948E80E}" presName="hierChild5" presStyleCnt="0"/>
      <dgm:spPr/>
    </dgm:pt>
    <dgm:pt modelId="{8FC9DBEC-B2C3-304A-AFAD-11FEC332FAE4}" type="pres">
      <dgm:prSet presAssocID="{D8E36C54-2FA4-7D49-9EB0-12121EB6DDDE}" presName="hierChild5" presStyleCnt="0"/>
      <dgm:spPr/>
    </dgm:pt>
    <dgm:pt modelId="{764C5B4D-DCD9-1B40-A3BD-F62207D0A260}" type="pres">
      <dgm:prSet presAssocID="{792ACB1F-3A6E-0F45-9C51-03E99005B0F1}" presName="Name64" presStyleLbl="parChTrans1D2" presStyleIdx="2" presStyleCnt="5"/>
      <dgm:spPr/>
    </dgm:pt>
    <dgm:pt modelId="{FFC59E37-6A3C-B349-B3EE-F331E9671E1F}" type="pres">
      <dgm:prSet presAssocID="{8EE94A97-B238-C144-A961-5D233479E622}" presName="hierRoot2" presStyleCnt="0">
        <dgm:presLayoutVars>
          <dgm:hierBranch val="init"/>
        </dgm:presLayoutVars>
      </dgm:prSet>
      <dgm:spPr/>
    </dgm:pt>
    <dgm:pt modelId="{E46BAF1D-5482-2248-A105-5A94DC852B49}" type="pres">
      <dgm:prSet presAssocID="{8EE94A97-B238-C144-A961-5D233479E622}" presName="rootComposite" presStyleCnt="0"/>
      <dgm:spPr/>
    </dgm:pt>
    <dgm:pt modelId="{8DA2CD69-BADD-7141-99D3-6ABCDC904CAC}" type="pres">
      <dgm:prSet presAssocID="{8EE94A97-B238-C144-A961-5D233479E622}" presName="rootText" presStyleLbl="node2" presStyleIdx="2" presStyleCnt="3">
        <dgm:presLayoutVars>
          <dgm:chPref val="3"/>
        </dgm:presLayoutVars>
      </dgm:prSet>
      <dgm:spPr/>
    </dgm:pt>
    <dgm:pt modelId="{D849B9CB-D98F-2441-9BD2-92507DD0DCC6}" type="pres">
      <dgm:prSet presAssocID="{8EE94A97-B238-C144-A961-5D233479E622}" presName="rootConnector" presStyleLbl="node2" presStyleIdx="2" presStyleCnt="3"/>
      <dgm:spPr/>
    </dgm:pt>
    <dgm:pt modelId="{396F178E-3DA3-654A-AAAF-7C292DB01DA2}" type="pres">
      <dgm:prSet presAssocID="{8EE94A97-B238-C144-A961-5D233479E622}" presName="hierChild4" presStyleCnt="0"/>
      <dgm:spPr/>
    </dgm:pt>
    <dgm:pt modelId="{E61E94BC-4D7F-834E-BF1F-7A280F995833}" type="pres">
      <dgm:prSet presAssocID="{6DE28A55-2F5E-1342-B281-6EF031FE1A60}" presName="Name64" presStyleLbl="parChTrans1D3" presStyleIdx="2" presStyleCnt="3"/>
      <dgm:spPr/>
    </dgm:pt>
    <dgm:pt modelId="{FFA9BC54-0F6C-834F-A5D0-F56137B2D09D}" type="pres">
      <dgm:prSet presAssocID="{4E2AA890-69D1-C84E-8635-FC997D898A6B}" presName="hierRoot2" presStyleCnt="0">
        <dgm:presLayoutVars>
          <dgm:hierBranch val="init"/>
        </dgm:presLayoutVars>
      </dgm:prSet>
      <dgm:spPr/>
    </dgm:pt>
    <dgm:pt modelId="{D1F93BD5-5F5C-184C-B739-95878643CE9A}" type="pres">
      <dgm:prSet presAssocID="{4E2AA890-69D1-C84E-8635-FC997D898A6B}" presName="rootComposite" presStyleCnt="0"/>
      <dgm:spPr/>
    </dgm:pt>
    <dgm:pt modelId="{2E9FB84B-3DB7-9247-AB28-23EFFCAC76F1}" type="pres">
      <dgm:prSet presAssocID="{4E2AA890-69D1-C84E-8635-FC997D898A6B}" presName="rootText" presStyleLbl="node3" presStyleIdx="2" presStyleCnt="3" custScaleY="139227">
        <dgm:presLayoutVars>
          <dgm:chPref val="3"/>
        </dgm:presLayoutVars>
      </dgm:prSet>
      <dgm:spPr/>
    </dgm:pt>
    <dgm:pt modelId="{4B3F6778-68CC-DE4F-8720-E8945039756C}" type="pres">
      <dgm:prSet presAssocID="{4E2AA890-69D1-C84E-8635-FC997D898A6B}" presName="rootConnector" presStyleLbl="node3" presStyleIdx="2" presStyleCnt="3"/>
      <dgm:spPr/>
    </dgm:pt>
    <dgm:pt modelId="{27E07930-A67D-6F43-84DA-1508F5DBE7F2}" type="pres">
      <dgm:prSet presAssocID="{4E2AA890-69D1-C84E-8635-FC997D898A6B}" presName="hierChild4" presStyleCnt="0"/>
      <dgm:spPr/>
    </dgm:pt>
    <dgm:pt modelId="{F93E5659-5A6D-8644-8CF7-343C26696A5A}" type="pres">
      <dgm:prSet presAssocID="{B15CACB7-5F82-D74C-9266-94F709FD8F24}" presName="Name64" presStyleLbl="parChTrans1D4" presStyleIdx="2" presStyleCnt="3"/>
      <dgm:spPr/>
    </dgm:pt>
    <dgm:pt modelId="{3DBA00C1-04B2-5A41-ABA1-823E47D9D4D6}" type="pres">
      <dgm:prSet presAssocID="{3D0B431E-C2B1-624D-8EDE-4FAD3267F928}" presName="hierRoot2" presStyleCnt="0">
        <dgm:presLayoutVars>
          <dgm:hierBranch val="init"/>
        </dgm:presLayoutVars>
      </dgm:prSet>
      <dgm:spPr/>
    </dgm:pt>
    <dgm:pt modelId="{B8BF11AF-BEE2-C54F-BA12-D49E5CF308DD}" type="pres">
      <dgm:prSet presAssocID="{3D0B431E-C2B1-624D-8EDE-4FAD3267F928}" presName="rootComposite" presStyleCnt="0"/>
      <dgm:spPr/>
    </dgm:pt>
    <dgm:pt modelId="{35C6589D-A12D-B14B-AE7D-A17E659A13B2}" type="pres">
      <dgm:prSet presAssocID="{3D0B431E-C2B1-624D-8EDE-4FAD3267F928}" presName="rootText" presStyleLbl="node4" presStyleIdx="2" presStyleCnt="3">
        <dgm:presLayoutVars>
          <dgm:chPref val="3"/>
        </dgm:presLayoutVars>
      </dgm:prSet>
      <dgm:spPr/>
    </dgm:pt>
    <dgm:pt modelId="{5D8D21F3-16B4-AD4B-AB38-3E64C39E339E}" type="pres">
      <dgm:prSet presAssocID="{3D0B431E-C2B1-624D-8EDE-4FAD3267F928}" presName="rootConnector" presStyleLbl="node4" presStyleIdx="2" presStyleCnt="3"/>
      <dgm:spPr/>
    </dgm:pt>
    <dgm:pt modelId="{2E362429-00D7-BE49-9EFD-95DC308980CE}" type="pres">
      <dgm:prSet presAssocID="{3D0B431E-C2B1-624D-8EDE-4FAD3267F928}" presName="hierChild4" presStyleCnt="0"/>
      <dgm:spPr/>
    </dgm:pt>
    <dgm:pt modelId="{4FFCB60E-F7CF-F149-AD30-78520EE6BEC8}" type="pres">
      <dgm:prSet presAssocID="{3D0B431E-C2B1-624D-8EDE-4FAD3267F928}" presName="hierChild5" presStyleCnt="0"/>
      <dgm:spPr/>
    </dgm:pt>
    <dgm:pt modelId="{8A0CEA4F-F51B-E740-AAD9-5553BC288604}" type="pres">
      <dgm:prSet presAssocID="{4E2AA890-69D1-C84E-8635-FC997D898A6B}" presName="hierChild5" presStyleCnt="0"/>
      <dgm:spPr/>
    </dgm:pt>
    <dgm:pt modelId="{E912841C-3012-FB49-815B-D690B679C438}" type="pres">
      <dgm:prSet presAssocID="{8EE94A97-B238-C144-A961-5D233479E622}" presName="hierChild5" presStyleCnt="0"/>
      <dgm:spPr/>
    </dgm:pt>
    <dgm:pt modelId="{A0B54078-6768-9844-A9EB-9D9EA371BAE4}" type="pres">
      <dgm:prSet presAssocID="{A0049A35-B52C-5D40-8620-E9288A9D0444}" presName="hierChild3" presStyleCnt="0"/>
      <dgm:spPr/>
    </dgm:pt>
    <dgm:pt modelId="{1E2EDE22-6C70-3F4C-A9E2-4D361E279DD2}" type="pres">
      <dgm:prSet presAssocID="{90C266B6-112D-6141-967C-0338EF0C3CAB}" presName="Name115" presStyleLbl="parChTrans1D2" presStyleIdx="3" presStyleCnt="5"/>
      <dgm:spPr/>
    </dgm:pt>
    <dgm:pt modelId="{8C8A0D3E-2027-9641-8047-970FCA431B96}" type="pres">
      <dgm:prSet presAssocID="{7EEF9094-A86C-F444-BD78-23D8118D1F05}" presName="hierRoot3" presStyleCnt="0">
        <dgm:presLayoutVars>
          <dgm:hierBranch val="init"/>
        </dgm:presLayoutVars>
      </dgm:prSet>
      <dgm:spPr/>
    </dgm:pt>
    <dgm:pt modelId="{E7847707-236A-2741-A40D-C2F1BB061E69}" type="pres">
      <dgm:prSet presAssocID="{7EEF9094-A86C-F444-BD78-23D8118D1F05}" presName="rootComposite3" presStyleCnt="0"/>
      <dgm:spPr/>
    </dgm:pt>
    <dgm:pt modelId="{DAFDADAB-0F64-AF4D-813C-5D4A713C7BA2}" type="pres">
      <dgm:prSet presAssocID="{7EEF9094-A86C-F444-BD78-23D8118D1F05}" presName="rootText3" presStyleLbl="asst1" presStyleIdx="0" presStyleCnt="2">
        <dgm:presLayoutVars>
          <dgm:chPref val="3"/>
        </dgm:presLayoutVars>
      </dgm:prSet>
      <dgm:spPr/>
    </dgm:pt>
    <dgm:pt modelId="{DCBA600B-8C03-3E4F-8DD9-5E36BD4F702F}" type="pres">
      <dgm:prSet presAssocID="{7EEF9094-A86C-F444-BD78-23D8118D1F05}" presName="rootConnector3" presStyleLbl="asst1" presStyleIdx="0" presStyleCnt="2"/>
      <dgm:spPr/>
    </dgm:pt>
    <dgm:pt modelId="{54467B30-9A6E-FC4F-A89E-225030B9F1A1}" type="pres">
      <dgm:prSet presAssocID="{7EEF9094-A86C-F444-BD78-23D8118D1F05}" presName="hierChild6" presStyleCnt="0"/>
      <dgm:spPr/>
    </dgm:pt>
    <dgm:pt modelId="{248D491C-89C1-534F-9CBA-829929A10EEE}" type="pres">
      <dgm:prSet presAssocID="{7EEF9094-A86C-F444-BD78-23D8118D1F05}" presName="hierChild7" presStyleCnt="0"/>
      <dgm:spPr/>
    </dgm:pt>
    <dgm:pt modelId="{AF871444-01DD-5E46-873C-D5566703F46D}" type="pres">
      <dgm:prSet presAssocID="{A7B0C06F-4DF8-7748-8107-17143851945F}" presName="Name115" presStyleLbl="parChTrans1D2" presStyleIdx="4" presStyleCnt="5"/>
      <dgm:spPr/>
    </dgm:pt>
    <dgm:pt modelId="{C2DA1575-30F1-8745-9BBA-CA0624C17312}" type="pres">
      <dgm:prSet presAssocID="{77FD886D-3036-FA4E-A507-FCAA1D1F4070}" presName="hierRoot3" presStyleCnt="0">
        <dgm:presLayoutVars>
          <dgm:hierBranch val="init"/>
        </dgm:presLayoutVars>
      </dgm:prSet>
      <dgm:spPr/>
    </dgm:pt>
    <dgm:pt modelId="{1405F8C0-07E9-8E41-A499-AE56EA181A66}" type="pres">
      <dgm:prSet presAssocID="{77FD886D-3036-FA4E-A507-FCAA1D1F4070}" presName="rootComposite3" presStyleCnt="0"/>
      <dgm:spPr/>
    </dgm:pt>
    <dgm:pt modelId="{0BA3172D-1DDE-3242-A284-48E7C982CAF6}" type="pres">
      <dgm:prSet presAssocID="{77FD886D-3036-FA4E-A507-FCAA1D1F4070}" presName="rootText3" presStyleLbl="asst1" presStyleIdx="1" presStyleCnt="2">
        <dgm:presLayoutVars>
          <dgm:chPref val="3"/>
        </dgm:presLayoutVars>
      </dgm:prSet>
      <dgm:spPr/>
    </dgm:pt>
    <dgm:pt modelId="{827422C4-796A-A940-960D-1B8F35977D63}" type="pres">
      <dgm:prSet presAssocID="{77FD886D-3036-FA4E-A507-FCAA1D1F4070}" presName="rootConnector3" presStyleLbl="asst1" presStyleIdx="1" presStyleCnt="2"/>
      <dgm:spPr/>
    </dgm:pt>
    <dgm:pt modelId="{03E0CC20-60CA-2441-A8E9-92CD926929A0}" type="pres">
      <dgm:prSet presAssocID="{77FD886D-3036-FA4E-A507-FCAA1D1F4070}" presName="hierChild6" presStyleCnt="0"/>
      <dgm:spPr/>
    </dgm:pt>
    <dgm:pt modelId="{530C5D85-A49B-1D4D-94C5-CE6896B2E146}" type="pres">
      <dgm:prSet presAssocID="{77FD886D-3036-FA4E-A507-FCAA1D1F4070}" presName="hierChild7" presStyleCnt="0"/>
      <dgm:spPr/>
    </dgm:pt>
  </dgm:ptLst>
  <dgm:cxnLst>
    <dgm:cxn modelId="{0D7C130C-F96B-C448-B267-345A8FF0C827}" type="presOf" srcId="{8EE94A97-B238-C144-A961-5D233479E622}" destId="{8DA2CD69-BADD-7141-99D3-6ABCDC904CAC}" srcOrd="0" destOrd="0" presId="urn:microsoft.com/office/officeart/2009/3/layout/HorizontalOrganizationChart"/>
    <dgm:cxn modelId="{81558C0E-2933-8A4A-A4CC-7C405F3BCD13}" type="presOf" srcId="{3BDD730A-97F9-B044-9B36-D6B5677D871D}" destId="{05091ED0-4909-EF4A-8228-702F69815B97}" srcOrd="1" destOrd="0" presId="urn:microsoft.com/office/officeart/2009/3/layout/HorizontalOrganizationChart"/>
    <dgm:cxn modelId="{3942C20E-D87F-D542-865C-85E24AD1BC51}" type="presOf" srcId="{91A37130-75AE-E347-B273-A3B47349C5C7}" destId="{C3FE5473-C61D-5941-A72A-C0B8F7A3EB55}" srcOrd="0" destOrd="0" presId="urn:microsoft.com/office/officeart/2009/3/layout/HorizontalOrganizationChart"/>
    <dgm:cxn modelId="{790B8010-1CCE-E644-84E0-14DB22A6CE7E}" type="presOf" srcId="{6DE28A55-2F5E-1342-B281-6EF031FE1A60}" destId="{E61E94BC-4D7F-834E-BF1F-7A280F995833}" srcOrd="0" destOrd="0" presId="urn:microsoft.com/office/officeart/2009/3/layout/HorizontalOrganizationChart"/>
    <dgm:cxn modelId="{0535FA12-F39B-9748-A48B-B78637CDA975}" srcId="{D69403B1-9776-3D47-A84D-2BA8C985868D}" destId="{91A37130-75AE-E347-B273-A3B47349C5C7}" srcOrd="0" destOrd="0" parTransId="{DEDC4D93-6A5F-F947-A544-6666FA095C11}" sibTransId="{0E2441AF-722F-5741-8964-9D5D06231C28}"/>
    <dgm:cxn modelId="{8A1EE322-7ECB-624F-A57E-B9E34FE8B477}" srcId="{4E2AA890-69D1-C84E-8635-FC997D898A6B}" destId="{3D0B431E-C2B1-624D-8EDE-4FAD3267F928}" srcOrd="0" destOrd="0" parTransId="{B15CACB7-5F82-D74C-9266-94F709FD8F24}" sibTransId="{02FB04B4-479F-E44F-8BCD-8C0D1930567C}"/>
    <dgm:cxn modelId="{60A82423-F201-764E-A1E7-52FF4603F8E1}" type="presOf" srcId="{91A37130-75AE-E347-B273-A3B47349C5C7}" destId="{AAADAB67-838C-E14C-8FB9-27AAF61116EF}" srcOrd="1" destOrd="0" presId="urn:microsoft.com/office/officeart/2009/3/layout/HorizontalOrganizationChart"/>
    <dgm:cxn modelId="{39779725-3142-414A-8FDC-CE7B1A02D755}" srcId="{A0049A35-B52C-5D40-8620-E9288A9D0444}" destId="{3BDD730A-97F9-B044-9B36-D6B5677D871D}" srcOrd="2" destOrd="0" parTransId="{59B12636-547D-6943-A375-4E8CA6B3EB20}" sibTransId="{DB960791-D423-A349-A092-7B6AEF034D93}"/>
    <dgm:cxn modelId="{7254F32C-C9D6-E943-98D2-2006A8323D0E}" type="presOf" srcId="{DFC5B9DF-F706-B941-B122-D52643999387}" destId="{8F96C55C-9E45-614A-BC5F-93FF5DA8747A}" srcOrd="1" destOrd="0" presId="urn:microsoft.com/office/officeart/2009/3/layout/HorizontalOrganizationChart"/>
    <dgm:cxn modelId="{2BB59A2D-BB13-4948-A1C9-39851054B3E8}" srcId="{8EE94A97-B238-C144-A961-5D233479E622}" destId="{4E2AA890-69D1-C84E-8635-FC997D898A6B}" srcOrd="0" destOrd="0" parTransId="{6DE28A55-2F5E-1342-B281-6EF031FE1A60}" sibTransId="{C5333F7D-2FFD-F546-9BF0-05D18DC61B27}"/>
    <dgm:cxn modelId="{F91D6030-1139-BB4A-BD3D-A770909E3F63}" type="presOf" srcId="{3FB65DF5-EE79-3C4F-8241-5068E948E80E}" destId="{BDB0CFBA-43DF-D54B-9FCC-CE9234D31799}" srcOrd="1" destOrd="0" presId="urn:microsoft.com/office/officeart/2009/3/layout/HorizontalOrganizationChart"/>
    <dgm:cxn modelId="{E5FF0131-D092-A041-BEFE-580607885D7A}" type="presOf" srcId="{4E2AA890-69D1-C84E-8635-FC997D898A6B}" destId="{2E9FB84B-3DB7-9247-AB28-23EFFCAC76F1}" srcOrd="0" destOrd="0" presId="urn:microsoft.com/office/officeart/2009/3/layout/HorizontalOrganizationChart"/>
    <dgm:cxn modelId="{87BA3933-659D-0D48-B079-C8B718AA2E97}" type="presOf" srcId="{B5A571E3-0B65-7D4D-B671-08BAABD01616}" destId="{2130E936-11AB-C846-BAFF-E013A0B2886E}" srcOrd="0" destOrd="0" presId="urn:microsoft.com/office/officeart/2009/3/layout/HorizontalOrganizationChart"/>
    <dgm:cxn modelId="{D623BA33-9C7C-D54F-8E78-BE72635C8EF3}" type="presOf" srcId="{DEDC4D93-6A5F-F947-A544-6666FA095C11}" destId="{1B8076E3-A640-474F-A29C-3C35F22C3674}" srcOrd="0" destOrd="0" presId="urn:microsoft.com/office/officeart/2009/3/layout/HorizontalOrganizationChart"/>
    <dgm:cxn modelId="{C9D5EF40-5D5F-0F49-8335-C9715AA746EB}" srcId="{A0049A35-B52C-5D40-8620-E9288A9D0444}" destId="{77FD886D-3036-FA4E-A507-FCAA1D1F4070}" srcOrd="1" destOrd="0" parTransId="{A7B0C06F-4DF8-7748-8107-17143851945F}" sibTransId="{0CDD39E1-2C5E-8841-AC4C-3095C12C1F01}"/>
    <dgm:cxn modelId="{4FAE235B-992B-DC4C-86DD-E5E9A94374E7}" type="presOf" srcId="{D8E36C54-2FA4-7D49-9EB0-12121EB6DDDE}" destId="{0A793F12-3141-9E4D-A81E-A2817AC25717}" srcOrd="0" destOrd="0" presId="urn:microsoft.com/office/officeart/2009/3/layout/HorizontalOrganizationChart"/>
    <dgm:cxn modelId="{B650AF5B-4ECD-DB4F-A955-256034E380CE}" type="presOf" srcId="{792ACB1F-3A6E-0F45-9C51-03E99005B0F1}" destId="{764C5B4D-DCD9-1B40-A3BD-F62207D0A260}" srcOrd="0" destOrd="0" presId="urn:microsoft.com/office/officeart/2009/3/layout/HorizontalOrganizationChart"/>
    <dgm:cxn modelId="{3988CE5C-BFAB-734C-97E7-E15ACC0EE7AA}" type="presOf" srcId="{77FD886D-3036-FA4E-A507-FCAA1D1F4070}" destId="{0BA3172D-1DDE-3242-A284-48E7C982CAF6}" srcOrd="0" destOrd="0" presId="urn:microsoft.com/office/officeart/2009/3/layout/HorizontalOrganizationChart"/>
    <dgm:cxn modelId="{7A62E25E-851F-7A43-BC50-7CD34AFB3815}" type="presOf" srcId="{3BDD730A-97F9-B044-9B36-D6B5677D871D}" destId="{5CD4F709-7E23-084B-AFC0-B0D20AAB0C9F}" srcOrd="0" destOrd="0" presId="urn:microsoft.com/office/officeart/2009/3/layout/HorizontalOrganizationChart"/>
    <dgm:cxn modelId="{4E4AB861-9A83-564F-9D6B-5AB4E5FB1C37}" srcId="{0D928CD5-4F97-084E-96E9-E36FD89352E2}" destId="{A0049A35-B52C-5D40-8620-E9288A9D0444}" srcOrd="0" destOrd="0" parTransId="{094B5555-E182-184D-B5DE-502F03001A74}" sibTransId="{802E2785-5551-F342-B02B-8A0E1E2428A8}"/>
    <dgm:cxn modelId="{342F0C45-B949-9349-AECF-DF5D873A2924}" type="presOf" srcId="{3FB65DF5-EE79-3C4F-8241-5068E948E80E}" destId="{2C6FC67F-DA50-C342-9E06-420602A7A109}" srcOrd="0" destOrd="0" presId="urn:microsoft.com/office/officeart/2009/3/layout/HorizontalOrganizationChart"/>
    <dgm:cxn modelId="{451D4A4D-8694-4649-A831-7473978DFBD5}" srcId="{A0049A35-B52C-5D40-8620-E9288A9D0444}" destId="{D8E36C54-2FA4-7D49-9EB0-12121EB6DDDE}" srcOrd="3" destOrd="0" parTransId="{8874495B-6437-8544-811C-D77E83D9484F}" sibTransId="{9B75C82D-A118-514A-90B9-05BB3B309A76}"/>
    <dgm:cxn modelId="{AA81784D-FA03-2F4C-B115-0563C6D40124}" type="presOf" srcId="{A0049A35-B52C-5D40-8620-E9288A9D0444}" destId="{DAE7E163-927B-2545-B36F-D44AAFD6E989}" srcOrd="1" destOrd="0" presId="urn:microsoft.com/office/officeart/2009/3/layout/HorizontalOrganizationChart"/>
    <dgm:cxn modelId="{1298D84F-4408-E14B-BC86-C50D03EAD8C7}" type="presOf" srcId="{D69403B1-9776-3D47-A84D-2BA8C985868D}" destId="{FEA29361-0711-034D-8E2F-32CDC449050A}" srcOrd="0" destOrd="0" presId="urn:microsoft.com/office/officeart/2009/3/layout/HorizontalOrganizationChart"/>
    <dgm:cxn modelId="{3F1B6679-C7CD-0F4C-A069-C63584C9CBB7}" srcId="{D8E36C54-2FA4-7D49-9EB0-12121EB6DDDE}" destId="{3FB65DF5-EE79-3C4F-8241-5068E948E80E}" srcOrd="0" destOrd="0" parTransId="{D804172A-C870-DF42-9BBD-EEE4F4485323}" sibTransId="{D4123EE4-273E-2F4E-B829-3B4B3DC3A02F}"/>
    <dgm:cxn modelId="{8C775D5A-147B-7B49-A0DB-CF068422358A}" type="presOf" srcId="{90C266B6-112D-6141-967C-0338EF0C3CAB}" destId="{1E2EDE22-6C70-3F4C-A9E2-4D361E279DD2}" srcOrd="0" destOrd="0" presId="urn:microsoft.com/office/officeart/2009/3/layout/HorizontalOrganizationChart"/>
    <dgm:cxn modelId="{A594977A-D659-444B-94AB-5F5141CB19CC}" type="presOf" srcId="{4E2AA890-69D1-C84E-8635-FC997D898A6B}" destId="{4B3F6778-68CC-DE4F-8720-E8945039756C}" srcOrd="1" destOrd="0" presId="urn:microsoft.com/office/officeart/2009/3/layout/HorizontalOrganizationChart"/>
    <dgm:cxn modelId="{F1987987-B20E-9446-A6EA-2C8934932A4A}" type="presOf" srcId="{77FD886D-3036-FA4E-A507-FCAA1D1F4070}" destId="{827422C4-796A-A940-960D-1B8F35977D63}" srcOrd="1" destOrd="0" presId="urn:microsoft.com/office/officeart/2009/3/layout/HorizontalOrganizationChart"/>
    <dgm:cxn modelId="{F5A9C288-B994-334B-B9BB-B43A6AF0B780}" type="presOf" srcId="{0D928CD5-4F97-084E-96E9-E36FD89352E2}" destId="{F173FAA9-A6CD-5542-9087-3CE9188B737E}" srcOrd="0" destOrd="0" presId="urn:microsoft.com/office/officeart/2009/3/layout/HorizontalOrganizationChart"/>
    <dgm:cxn modelId="{3D1BBA93-2B94-F148-B4BB-6E90222887D0}" srcId="{A0049A35-B52C-5D40-8620-E9288A9D0444}" destId="{7EEF9094-A86C-F444-BD78-23D8118D1F05}" srcOrd="0" destOrd="0" parTransId="{90C266B6-112D-6141-967C-0338EF0C3CAB}" sibTransId="{EF52D2A2-1443-4B4E-A216-AB0D94EA257A}"/>
    <dgm:cxn modelId="{3588BB99-8E71-F44E-9682-9CCD4B851F8E}" type="presOf" srcId="{3D0B431E-C2B1-624D-8EDE-4FAD3267F928}" destId="{35C6589D-A12D-B14B-AE7D-A17E659A13B2}" srcOrd="0" destOrd="0" presId="urn:microsoft.com/office/officeart/2009/3/layout/HorizontalOrganizationChart"/>
    <dgm:cxn modelId="{44FFCBA0-3114-2E41-8212-950F28503337}" type="presOf" srcId="{A7B0C06F-4DF8-7748-8107-17143851945F}" destId="{AF871444-01DD-5E46-873C-D5566703F46D}" srcOrd="0" destOrd="0" presId="urn:microsoft.com/office/officeart/2009/3/layout/HorizontalOrganizationChart"/>
    <dgm:cxn modelId="{7508EEA1-2E1E-694A-92F0-BCD580D48285}" type="presOf" srcId="{B15CACB7-5F82-D74C-9266-94F709FD8F24}" destId="{F93E5659-5A6D-8644-8CF7-343C26696A5A}" srcOrd="0" destOrd="0" presId="urn:microsoft.com/office/officeart/2009/3/layout/HorizontalOrganizationChart"/>
    <dgm:cxn modelId="{C367FCA5-7950-1A40-ABDC-CFBB5EA0EB8B}" type="presOf" srcId="{D69403B1-9776-3D47-A84D-2BA8C985868D}" destId="{D11761AC-8E5B-764E-9E89-03E1EC2D6CE9}" srcOrd="1" destOrd="0" presId="urn:microsoft.com/office/officeart/2009/3/layout/HorizontalOrganizationChart"/>
    <dgm:cxn modelId="{845CC8AD-033C-C746-8567-A17389D01147}" type="presOf" srcId="{7EEF9094-A86C-F444-BD78-23D8118D1F05}" destId="{DAFDADAB-0F64-AF4D-813C-5D4A713C7BA2}" srcOrd="0" destOrd="0" presId="urn:microsoft.com/office/officeart/2009/3/layout/HorizontalOrganizationChart"/>
    <dgm:cxn modelId="{654148C0-B6DE-3F4E-A169-897CA81E071D}" srcId="{3FB65DF5-EE79-3C4F-8241-5068E948E80E}" destId="{DFC5B9DF-F706-B941-B122-D52643999387}" srcOrd="0" destOrd="0" parTransId="{B5A571E3-0B65-7D4D-B671-08BAABD01616}" sibTransId="{38CBB1AE-B7CC-9B43-9A20-DAF6DC8EA3F9}"/>
    <dgm:cxn modelId="{149776C2-A691-4740-9F23-BB014E9BEC9D}" type="presOf" srcId="{3FF6CCC2-5F52-2C44-B134-7A5AA9945D05}" destId="{FF99C907-0746-0B4D-97EA-7644751BAEF0}" srcOrd="0" destOrd="0" presId="urn:microsoft.com/office/officeart/2009/3/layout/HorizontalOrganizationChart"/>
    <dgm:cxn modelId="{9E64A1C5-E573-904B-81A9-FCFF259CC042}" type="presOf" srcId="{7EEF9094-A86C-F444-BD78-23D8118D1F05}" destId="{DCBA600B-8C03-3E4F-8DD9-5E36BD4F702F}" srcOrd="1" destOrd="0" presId="urn:microsoft.com/office/officeart/2009/3/layout/HorizontalOrganizationChart"/>
    <dgm:cxn modelId="{9F5486C9-8435-B747-8675-FBB131EA0FDD}" type="presOf" srcId="{8874495B-6437-8544-811C-D77E83D9484F}" destId="{5FA3F9C0-172E-A948-A9C6-4137EDD8A559}" srcOrd="0" destOrd="0" presId="urn:microsoft.com/office/officeart/2009/3/layout/HorizontalOrganizationChart"/>
    <dgm:cxn modelId="{D95A9FCA-890F-5A47-906F-6254E8B05CC1}" type="presOf" srcId="{D804172A-C870-DF42-9BBD-EEE4F4485323}" destId="{7CD90882-2456-1846-984C-CBF1CD5CADDE}" srcOrd="0" destOrd="0" presId="urn:microsoft.com/office/officeart/2009/3/layout/HorizontalOrganizationChart"/>
    <dgm:cxn modelId="{7FB14CCB-DABC-724C-8F97-EEFAA2063DAD}" type="presOf" srcId="{8EE94A97-B238-C144-A961-5D233479E622}" destId="{D849B9CB-D98F-2441-9BD2-92507DD0DCC6}" srcOrd="1" destOrd="0" presId="urn:microsoft.com/office/officeart/2009/3/layout/HorizontalOrganizationChart"/>
    <dgm:cxn modelId="{37E90FD8-1C7E-7647-9912-CFB7723EB036}" srcId="{3BDD730A-97F9-B044-9B36-D6B5677D871D}" destId="{D69403B1-9776-3D47-A84D-2BA8C985868D}" srcOrd="0" destOrd="0" parTransId="{3FF6CCC2-5F52-2C44-B134-7A5AA9945D05}" sibTransId="{CD53E5B6-756C-6F4B-B85F-10E2CA59F143}"/>
    <dgm:cxn modelId="{968836DA-EA0B-1B43-8F15-9B686786A8F2}" type="presOf" srcId="{59B12636-547D-6943-A375-4E8CA6B3EB20}" destId="{5FD449CA-0500-DF45-AFE9-2F3FD99C52C8}" srcOrd="0" destOrd="0" presId="urn:microsoft.com/office/officeart/2009/3/layout/HorizontalOrganizationChart"/>
    <dgm:cxn modelId="{1AFEC8EC-0FB2-F247-80F3-8520F735A69B}" srcId="{A0049A35-B52C-5D40-8620-E9288A9D0444}" destId="{8EE94A97-B238-C144-A961-5D233479E622}" srcOrd="4" destOrd="0" parTransId="{792ACB1F-3A6E-0F45-9C51-03E99005B0F1}" sibTransId="{7AED54C0-3750-8248-8308-A985347AF1DD}"/>
    <dgm:cxn modelId="{11F71FF2-41B6-8C4D-822D-B22685C521BE}" type="presOf" srcId="{DFC5B9DF-F706-B941-B122-D52643999387}" destId="{5FED3377-D15D-BB45-AC9A-740EA0638F9F}" srcOrd="0" destOrd="0" presId="urn:microsoft.com/office/officeart/2009/3/layout/HorizontalOrganizationChart"/>
    <dgm:cxn modelId="{571107F5-964C-7343-BF47-12E40B113121}" type="presOf" srcId="{D8E36C54-2FA4-7D49-9EB0-12121EB6DDDE}" destId="{B52BA6D5-37DD-DD42-974C-C5D2B5015891}" srcOrd="1" destOrd="0" presId="urn:microsoft.com/office/officeart/2009/3/layout/HorizontalOrganizationChart"/>
    <dgm:cxn modelId="{94572FFB-0198-9949-AD28-8814924B89C4}" type="presOf" srcId="{A0049A35-B52C-5D40-8620-E9288A9D0444}" destId="{58055F1D-B661-E142-A3A9-28CEE1B8E122}" srcOrd="0" destOrd="0" presId="urn:microsoft.com/office/officeart/2009/3/layout/HorizontalOrganizationChart"/>
    <dgm:cxn modelId="{05C4E0FF-E289-4A4E-B0F2-8B8AE4D3022E}" type="presOf" srcId="{3D0B431E-C2B1-624D-8EDE-4FAD3267F928}" destId="{5D8D21F3-16B4-AD4B-AB38-3E64C39E339E}" srcOrd="1" destOrd="0" presId="urn:microsoft.com/office/officeart/2009/3/layout/HorizontalOrganizationChart"/>
    <dgm:cxn modelId="{B7AC1B06-0B84-AD47-A3CA-4C9A23CE5F18}" type="presParOf" srcId="{F173FAA9-A6CD-5542-9087-3CE9188B737E}" destId="{657906B2-00D9-6145-819D-F2D2FE830E4F}" srcOrd="0" destOrd="0" presId="urn:microsoft.com/office/officeart/2009/3/layout/HorizontalOrganizationChart"/>
    <dgm:cxn modelId="{5317AC52-729D-B445-AF35-E083DA38340D}" type="presParOf" srcId="{657906B2-00D9-6145-819D-F2D2FE830E4F}" destId="{A28FF586-EE76-D24D-A00E-5978DC226D9D}" srcOrd="0" destOrd="0" presId="urn:microsoft.com/office/officeart/2009/3/layout/HorizontalOrganizationChart"/>
    <dgm:cxn modelId="{717FAC98-BA96-5C41-B17A-9BE948AE2011}" type="presParOf" srcId="{A28FF586-EE76-D24D-A00E-5978DC226D9D}" destId="{58055F1D-B661-E142-A3A9-28CEE1B8E122}" srcOrd="0" destOrd="0" presId="urn:microsoft.com/office/officeart/2009/3/layout/HorizontalOrganizationChart"/>
    <dgm:cxn modelId="{ACB3C83E-1F6E-5C40-8BC9-8D3EB49A847E}" type="presParOf" srcId="{A28FF586-EE76-D24D-A00E-5978DC226D9D}" destId="{DAE7E163-927B-2545-B36F-D44AAFD6E989}" srcOrd="1" destOrd="0" presId="urn:microsoft.com/office/officeart/2009/3/layout/HorizontalOrganizationChart"/>
    <dgm:cxn modelId="{8749E558-102C-8140-B5C9-6ACEC1AAEE84}" type="presParOf" srcId="{657906B2-00D9-6145-819D-F2D2FE830E4F}" destId="{DB7A930B-6C40-CC40-9CBB-67BE2D31A15E}" srcOrd="1" destOrd="0" presId="urn:microsoft.com/office/officeart/2009/3/layout/HorizontalOrganizationChart"/>
    <dgm:cxn modelId="{563C516C-B31C-BB48-B609-420659BFE8C1}" type="presParOf" srcId="{DB7A930B-6C40-CC40-9CBB-67BE2D31A15E}" destId="{5FD449CA-0500-DF45-AFE9-2F3FD99C52C8}" srcOrd="0" destOrd="0" presId="urn:microsoft.com/office/officeart/2009/3/layout/HorizontalOrganizationChart"/>
    <dgm:cxn modelId="{57B2F6F9-6909-564A-BC42-7B0D6CEF86D4}" type="presParOf" srcId="{DB7A930B-6C40-CC40-9CBB-67BE2D31A15E}" destId="{A6CAA834-6E89-5645-AA68-21173E3FEC96}" srcOrd="1" destOrd="0" presId="urn:microsoft.com/office/officeart/2009/3/layout/HorizontalOrganizationChart"/>
    <dgm:cxn modelId="{53D365E9-84AA-B046-9FFF-58533AE49038}" type="presParOf" srcId="{A6CAA834-6E89-5645-AA68-21173E3FEC96}" destId="{BDA7CDC3-8680-9B4A-BE26-4EE4129F84A1}" srcOrd="0" destOrd="0" presId="urn:microsoft.com/office/officeart/2009/3/layout/HorizontalOrganizationChart"/>
    <dgm:cxn modelId="{9D0B54BD-840D-AA48-BCB1-4BFB51EE002D}" type="presParOf" srcId="{BDA7CDC3-8680-9B4A-BE26-4EE4129F84A1}" destId="{5CD4F709-7E23-084B-AFC0-B0D20AAB0C9F}" srcOrd="0" destOrd="0" presId="urn:microsoft.com/office/officeart/2009/3/layout/HorizontalOrganizationChart"/>
    <dgm:cxn modelId="{5EEF471D-93CB-6C4F-B6E8-AA789A559BCE}" type="presParOf" srcId="{BDA7CDC3-8680-9B4A-BE26-4EE4129F84A1}" destId="{05091ED0-4909-EF4A-8228-702F69815B97}" srcOrd="1" destOrd="0" presId="urn:microsoft.com/office/officeart/2009/3/layout/HorizontalOrganizationChart"/>
    <dgm:cxn modelId="{2538B03C-CD01-AA40-A1B1-51E005088B8B}" type="presParOf" srcId="{A6CAA834-6E89-5645-AA68-21173E3FEC96}" destId="{5EDFAAB8-5952-B643-80BD-1ACA8AC79587}" srcOrd="1" destOrd="0" presId="urn:microsoft.com/office/officeart/2009/3/layout/HorizontalOrganizationChart"/>
    <dgm:cxn modelId="{5E61EE7A-57A5-A049-93EB-35A657BF03AB}" type="presParOf" srcId="{5EDFAAB8-5952-B643-80BD-1ACA8AC79587}" destId="{FF99C907-0746-0B4D-97EA-7644751BAEF0}" srcOrd="0" destOrd="0" presId="urn:microsoft.com/office/officeart/2009/3/layout/HorizontalOrganizationChart"/>
    <dgm:cxn modelId="{EAEA936E-F507-0E4F-B55E-3C7EA47A95FC}" type="presParOf" srcId="{5EDFAAB8-5952-B643-80BD-1ACA8AC79587}" destId="{CB7F3A2F-7CAA-1C45-84F3-2CE53772E2C3}" srcOrd="1" destOrd="0" presId="urn:microsoft.com/office/officeart/2009/3/layout/HorizontalOrganizationChart"/>
    <dgm:cxn modelId="{AFA37262-A61E-CD46-8D42-D0B97FB777F5}" type="presParOf" srcId="{CB7F3A2F-7CAA-1C45-84F3-2CE53772E2C3}" destId="{9672B154-0C8C-684B-B72E-44B9EDE53593}" srcOrd="0" destOrd="0" presId="urn:microsoft.com/office/officeart/2009/3/layout/HorizontalOrganizationChart"/>
    <dgm:cxn modelId="{4A042C72-BB0E-3B43-87AB-C9B9286E718A}" type="presParOf" srcId="{9672B154-0C8C-684B-B72E-44B9EDE53593}" destId="{FEA29361-0711-034D-8E2F-32CDC449050A}" srcOrd="0" destOrd="0" presId="urn:microsoft.com/office/officeart/2009/3/layout/HorizontalOrganizationChart"/>
    <dgm:cxn modelId="{4E96F153-BC5C-DD44-978B-BE9C84FDC110}" type="presParOf" srcId="{9672B154-0C8C-684B-B72E-44B9EDE53593}" destId="{D11761AC-8E5B-764E-9E89-03E1EC2D6CE9}" srcOrd="1" destOrd="0" presId="urn:microsoft.com/office/officeart/2009/3/layout/HorizontalOrganizationChart"/>
    <dgm:cxn modelId="{D8943953-2984-8A43-9916-2F7D04801050}" type="presParOf" srcId="{CB7F3A2F-7CAA-1C45-84F3-2CE53772E2C3}" destId="{8451EA8F-7B6C-7949-BC81-8EB8C73A4709}" srcOrd="1" destOrd="0" presId="urn:microsoft.com/office/officeart/2009/3/layout/HorizontalOrganizationChart"/>
    <dgm:cxn modelId="{762BEB4E-BB22-EB49-9DFA-3169F6E5C4D4}" type="presParOf" srcId="{8451EA8F-7B6C-7949-BC81-8EB8C73A4709}" destId="{1B8076E3-A640-474F-A29C-3C35F22C3674}" srcOrd="0" destOrd="0" presId="urn:microsoft.com/office/officeart/2009/3/layout/HorizontalOrganizationChart"/>
    <dgm:cxn modelId="{B0F41608-EB2E-2F46-B550-CEA4F3E0B401}" type="presParOf" srcId="{8451EA8F-7B6C-7949-BC81-8EB8C73A4709}" destId="{338E96CD-757C-5E4B-8A6F-E4CD73B62BF6}" srcOrd="1" destOrd="0" presId="urn:microsoft.com/office/officeart/2009/3/layout/HorizontalOrganizationChart"/>
    <dgm:cxn modelId="{68C3927F-8AB6-5444-92ED-1086C98734CA}" type="presParOf" srcId="{338E96CD-757C-5E4B-8A6F-E4CD73B62BF6}" destId="{A2F22BC2-1B3F-634F-8F7B-F422EB333F05}" srcOrd="0" destOrd="0" presId="urn:microsoft.com/office/officeart/2009/3/layout/HorizontalOrganizationChart"/>
    <dgm:cxn modelId="{E8300892-751A-C042-9845-AB5FBA09E1DE}" type="presParOf" srcId="{A2F22BC2-1B3F-634F-8F7B-F422EB333F05}" destId="{C3FE5473-C61D-5941-A72A-C0B8F7A3EB55}" srcOrd="0" destOrd="0" presId="urn:microsoft.com/office/officeart/2009/3/layout/HorizontalOrganizationChart"/>
    <dgm:cxn modelId="{D3BDE44E-C034-734D-88CD-EAA04A5E19D0}" type="presParOf" srcId="{A2F22BC2-1B3F-634F-8F7B-F422EB333F05}" destId="{AAADAB67-838C-E14C-8FB9-27AAF61116EF}" srcOrd="1" destOrd="0" presId="urn:microsoft.com/office/officeart/2009/3/layout/HorizontalOrganizationChart"/>
    <dgm:cxn modelId="{82A80BF1-CD03-6043-8C9B-9097500C64EF}" type="presParOf" srcId="{338E96CD-757C-5E4B-8A6F-E4CD73B62BF6}" destId="{CAFF7BB5-9619-5145-BD0E-6086B50A777B}" srcOrd="1" destOrd="0" presId="urn:microsoft.com/office/officeart/2009/3/layout/HorizontalOrganizationChart"/>
    <dgm:cxn modelId="{2B816E8F-767A-2642-8E5F-ECAC57627540}" type="presParOf" srcId="{338E96CD-757C-5E4B-8A6F-E4CD73B62BF6}" destId="{F4B4E5EC-0E7C-694A-A187-C0006375D809}" srcOrd="2" destOrd="0" presId="urn:microsoft.com/office/officeart/2009/3/layout/HorizontalOrganizationChart"/>
    <dgm:cxn modelId="{CFBA6BF5-A290-B148-B71D-73FD1A7E0489}" type="presParOf" srcId="{CB7F3A2F-7CAA-1C45-84F3-2CE53772E2C3}" destId="{F923812E-D62E-B241-9B66-9766096E6665}" srcOrd="2" destOrd="0" presId="urn:microsoft.com/office/officeart/2009/3/layout/HorizontalOrganizationChart"/>
    <dgm:cxn modelId="{CE54078F-19BE-0E4C-BECF-59CF6D656B29}" type="presParOf" srcId="{A6CAA834-6E89-5645-AA68-21173E3FEC96}" destId="{4BF144EF-6D7F-9C44-BDE9-CEC704958E84}" srcOrd="2" destOrd="0" presId="urn:microsoft.com/office/officeart/2009/3/layout/HorizontalOrganizationChart"/>
    <dgm:cxn modelId="{AE86B5B7-3787-BF44-A08E-3831D8D1A339}" type="presParOf" srcId="{DB7A930B-6C40-CC40-9CBB-67BE2D31A15E}" destId="{5FA3F9C0-172E-A948-A9C6-4137EDD8A559}" srcOrd="2" destOrd="0" presId="urn:microsoft.com/office/officeart/2009/3/layout/HorizontalOrganizationChart"/>
    <dgm:cxn modelId="{24CE5BF0-51AB-1B4F-8D7B-63D65FC4A0D7}" type="presParOf" srcId="{DB7A930B-6C40-CC40-9CBB-67BE2D31A15E}" destId="{039BA3E5-0F59-4447-A26F-68F38A863C96}" srcOrd="3" destOrd="0" presId="urn:microsoft.com/office/officeart/2009/3/layout/HorizontalOrganizationChart"/>
    <dgm:cxn modelId="{8182C95D-8946-F54A-BF5E-3FC07623240D}" type="presParOf" srcId="{039BA3E5-0F59-4447-A26F-68F38A863C96}" destId="{F5342370-02BA-AE49-8203-72E7A0577AED}" srcOrd="0" destOrd="0" presId="urn:microsoft.com/office/officeart/2009/3/layout/HorizontalOrganizationChart"/>
    <dgm:cxn modelId="{FD444A75-CB7B-364D-8136-B3B682CD0D9F}" type="presParOf" srcId="{F5342370-02BA-AE49-8203-72E7A0577AED}" destId="{0A793F12-3141-9E4D-A81E-A2817AC25717}" srcOrd="0" destOrd="0" presId="urn:microsoft.com/office/officeart/2009/3/layout/HorizontalOrganizationChart"/>
    <dgm:cxn modelId="{04282C5B-DFC1-624D-8DBB-D909062626EA}" type="presParOf" srcId="{F5342370-02BA-AE49-8203-72E7A0577AED}" destId="{B52BA6D5-37DD-DD42-974C-C5D2B5015891}" srcOrd="1" destOrd="0" presId="urn:microsoft.com/office/officeart/2009/3/layout/HorizontalOrganizationChart"/>
    <dgm:cxn modelId="{2E26101A-1347-3443-9C0E-7B851DF3EFE2}" type="presParOf" srcId="{039BA3E5-0F59-4447-A26F-68F38A863C96}" destId="{89D45688-50EF-B941-A5F1-2CB1965C1D95}" srcOrd="1" destOrd="0" presId="urn:microsoft.com/office/officeart/2009/3/layout/HorizontalOrganizationChart"/>
    <dgm:cxn modelId="{965E855D-FC7E-6A4D-84B6-FFF315A4F20C}" type="presParOf" srcId="{89D45688-50EF-B941-A5F1-2CB1965C1D95}" destId="{7CD90882-2456-1846-984C-CBF1CD5CADDE}" srcOrd="0" destOrd="0" presId="urn:microsoft.com/office/officeart/2009/3/layout/HorizontalOrganizationChart"/>
    <dgm:cxn modelId="{0965B155-FCFB-3440-A04B-457BD18D2668}" type="presParOf" srcId="{89D45688-50EF-B941-A5F1-2CB1965C1D95}" destId="{A3CD2D59-6010-D04D-85AB-92A595FD16FC}" srcOrd="1" destOrd="0" presId="urn:microsoft.com/office/officeart/2009/3/layout/HorizontalOrganizationChart"/>
    <dgm:cxn modelId="{42EBC2EA-782B-FA4F-B07B-52B8A3BBD811}" type="presParOf" srcId="{A3CD2D59-6010-D04D-85AB-92A595FD16FC}" destId="{DA4BAFCA-00C9-964A-B3E0-F55E6EDD5C64}" srcOrd="0" destOrd="0" presId="urn:microsoft.com/office/officeart/2009/3/layout/HorizontalOrganizationChart"/>
    <dgm:cxn modelId="{7DD75461-ECC4-5A40-B0CC-F160E45E206D}" type="presParOf" srcId="{DA4BAFCA-00C9-964A-B3E0-F55E6EDD5C64}" destId="{2C6FC67F-DA50-C342-9E06-420602A7A109}" srcOrd="0" destOrd="0" presId="urn:microsoft.com/office/officeart/2009/3/layout/HorizontalOrganizationChart"/>
    <dgm:cxn modelId="{F59424A9-FF2C-7241-B17A-CA8AC4F63D72}" type="presParOf" srcId="{DA4BAFCA-00C9-964A-B3E0-F55E6EDD5C64}" destId="{BDB0CFBA-43DF-D54B-9FCC-CE9234D31799}" srcOrd="1" destOrd="0" presId="urn:microsoft.com/office/officeart/2009/3/layout/HorizontalOrganizationChart"/>
    <dgm:cxn modelId="{9F5712F8-2A77-8145-8C84-FD88E53E983A}" type="presParOf" srcId="{A3CD2D59-6010-D04D-85AB-92A595FD16FC}" destId="{7150860E-886A-1B41-A467-F8B026B6C818}" srcOrd="1" destOrd="0" presId="urn:microsoft.com/office/officeart/2009/3/layout/HorizontalOrganizationChart"/>
    <dgm:cxn modelId="{CE18335B-2846-F64D-A1D5-DA79B2FB58EA}" type="presParOf" srcId="{7150860E-886A-1B41-A467-F8B026B6C818}" destId="{2130E936-11AB-C846-BAFF-E013A0B2886E}" srcOrd="0" destOrd="0" presId="urn:microsoft.com/office/officeart/2009/3/layout/HorizontalOrganizationChart"/>
    <dgm:cxn modelId="{8355A212-E3B5-1C43-8F4F-147FD9D06C98}" type="presParOf" srcId="{7150860E-886A-1B41-A467-F8B026B6C818}" destId="{9BDF80E7-5BDB-B947-A892-C0D86433F2CF}" srcOrd="1" destOrd="0" presId="urn:microsoft.com/office/officeart/2009/3/layout/HorizontalOrganizationChart"/>
    <dgm:cxn modelId="{03E90399-CC44-C348-94AB-111D066D1C45}" type="presParOf" srcId="{9BDF80E7-5BDB-B947-A892-C0D86433F2CF}" destId="{D3FFBF4B-F805-CA40-AB5C-AEA77800AA1E}" srcOrd="0" destOrd="0" presId="urn:microsoft.com/office/officeart/2009/3/layout/HorizontalOrganizationChart"/>
    <dgm:cxn modelId="{A1B8DDAC-B3EC-A145-8F49-831BDF3796F4}" type="presParOf" srcId="{D3FFBF4B-F805-CA40-AB5C-AEA77800AA1E}" destId="{5FED3377-D15D-BB45-AC9A-740EA0638F9F}" srcOrd="0" destOrd="0" presId="urn:microsoft.com/office/officeart/2009/3/layout/HorizontalOrganizationChart"/>
    <dgm:cxn modelId="{0C858DA8-BB21-504E-BB15-AFD60D04F48B}" type="presParOf" srcId="{D3FFBF4B-F805-CA40-AB5C-AEA77800AA1E}" destId="{8F96C55C-9E45-614A-BC5F-93FF5DA8747A}" srcOrd="1" destOrd="0" presId="urn:microsoft.com/office/officeart/2009/3/layout/HorizontalOrganizationChart"/>
    <dgm:cxn modelId="{5A6B38C1-CF56-D048-8DB9-7CFD7249BC9C}" type="presParOf" srcId="{9BDF80E7-5BDB-B947-A892-C0D86433F2CF}" destId="{A905CC68-1264-F04F-8519-63CCB4261FA3}" srcOrd="1" destOrd="0" presId="urn:microsoft.com/office/officeart/2009/3/layout/HorizontalOrganizationChart"/>
    <dgm:cxn modelId="{969AF1C5-F052-C348-A9C0-8C7A6033D048}" type="presParOf" srcId="{9BDF80E7-5BDB-B947-A892-C0D86433F2CF}" destId="{50F3DEC4-3AD4-BD41-BF28-E3AE662EF10F}" srcOrd="2" destOrd="0" presId="urn:microsoft.com/office/officeart/2009/3/layout/HorizontalOrganizationChart"/>
    <dgm:cxn modelId="{88176054-7D4F-534E-A02F-BFB7250FABDB}" type="presParOf" srcId="{A3CD2D59-6010-D04D-85AB-92A595FD16FC}" destId="{AC61DE3C-46D1-E248-88AC-EC6DE5220107}" srcOrd="2" destOrd="0" presId="urn:microsoft.com/office/officeart/2009/3/layout/HorizontalOrganizationChart"/>
    <dgm:cxn modelId="{A9739FF7-3FC1-8745-BDDD-0C71000A6BA3}" type="presParOf" srcId="{039BA3E5-0F59-4447-A26F-68F38A863C96}" destId="{8FC9DBEC-B2C3-304A-AFAD-11FEC332FAE4}" srcOrd="2" destOrd="0" presId="urn:microsoft.com/office/officeart/2009/3/layout/HorizontalOrganizationChart"/>
    <dgm:cxn modelId="{F87AD984-148A-9641-871E-581E1F642A6D}" type="presParOf" srcId="{DB7A930B-6C40-CC40-9CBB-67BE2D31A15E}" destId="{764C5B4D-DCD9-1B40-A3BD-F62207D0A260}" srcOrd="4" destOrd="0" presId="urn:microsoft.com/office/officeart/2009/3/layout/HorizontalOrganizationChart"/>
    <dgm:cxn modelId="{58141767-4385-834D-8548-53231EDC4760}" type="presParOf" srcId="{DB7A930B-6C40-CC40-9CBB-67BE2D31A15E}" destId="{FFC59E37-6A3C-B349-B3EE-F331E9671E1F}" srcOrd="5" destOrd="0" presId="urn:microsoft.com/office/officeart/2009/3/layout/HorizontalOrganizationChart"/>
    <dgm:cxn modelId="{6FD328A4-D71F-6B45-8E2D-B7E15E55143C}" type="presParOf" srcId="{FFC59E37-6A3C-B349-B3EE-F331E9671E1F}" destId="{E46BAF1D-5482-2248-A105-5A94DC852B49}" srcOrd="0" destOrd="0" presId="urn:microsoft.com/office/officeart/2009/3/layout/HorizontalOrganizationChart"/>
    <dgm:cxn modelId="{81A449E4-6030-2B4D-AC05-E00EA39742BA}" type="presParOf" srcId="{E46BAF1D-5482-2248-A105-5A94DC852B49}" destId="{8DA2CD69-BADD-7141-99D3-6ABCDC904CAC}" srcOrd="0" destOrd="0" presId="urn:microsoft.com/office/officeart/2009/3/layout/HorizontalOrganizationChart"/>
    <dgm:cxn modelId="{9602B244-F3BB-9D42-98C5-626F06B7BAFD}" type="presParOf" srcId="{E46BAF1D-5482-2248-A105-5A94DC852B49}" destId="{D849B9CB-D98F-2441-9BD2-92507DD0DCC6}" srcOrd="1" destOrd="0" presId="urn:microsoft.com/office/officeart/2009/3/layout/HorizontalOrganizationChart"/>
    <dgm:cxn modelId="{03445B68-366B-EB48-94C3-1C622E121A65}" type="presParOf" srcId="{FFC59E37-6A3C-B349-B3EE-F331E9671E1F}" destId="{396F178E-3DA3-654A-AAAF-7C292DB01DA2}" srcOrd="1" destOrd="0" presId="urn:microsoft.com/office/officeart/2009/3/layout/HorizontalOrganizationChart"/>
    <dgm:cxn modelId="{A004BDF7-A6A1-4747-9FA3-EC50C1E0A80C}" type="presParOf" srcId="{396F178E-3DA3-654A-AAAF-7C292DB01DA2}" destId="{E61E94BC-4D7F-834E-BF1F-7A280F995833}" srcOrd="0" destOrd="0" presId="urn:microsoft.com/office/officeart/2009/3/layout/HorizontalOrganizationChart"/>
    <dgm:cxn modelId="{A6B11D59-CB41-574D-A17A-BF0F33CFC6D1}" type="presParOf" srcId="{396F178E-3DA3-654A-AAAF-7C292DB01DA2}" destId="{FFA9BC54-0F6C-834F-A5D0-F56137B2D09D}" srcOrd="1" destOrd="0" presId="urn:microsoft.com/office/officeart/2009/3/layout/HorizontalOrganizationChart"/>
    <dgm:cxn modelId="{8EE198E2-48EB-E345-A965-96AA70C99BE2}" type="presParOf" srcId="{FFA9BC54-0F6C-834F-A5D0-F56137B2D09D}" destId="{D1F93BD5-5F5C-184C-B739-95878643CE9A}" srcOrd="0" destOrd="0" presId="urn:microsoft.com/office/officeart/2009/3/layout/HorizontalOrganizationChart"/>
    <dgm:cxn modelId="{D8A58432-DACA-374A-9AF3-BD8E77D0FBF7}" type="presParOf" srcId="{D1F93BD5-5F5C-184C-B739-95878643CE9A}" destId="{2E9FB84B-3DB7-9247-AB28-23EFFCAC76F1}" srcOrd="0" destOrd="0" presId="urn:microsoft.com/office/officeart/2009/3/layout/HorizontalOrganizationChart"/>
    <dgm:cxn modelId="{90E1707F-0C07-CF41-93BA-BDFDE853FC16}" type="presParOf" srcId="{D1F93BD5-5F5C-184C-B739-95878643CE9A}" destId="{4B3F6778-68CC-DE4F-8720-E8945039756C}" srcOrd="1" destOrd="0" presId="urn:microsoft.com/office/officeart/2009/3/layout/HorizontalOrganizationChart"/>
    <dgm:cxn modelId="{25935F13-0694-F542-BE64-9F796800A9F8}" type="presParOf" srcId="{FFA9BC54-0F6C-834F-A5D0-F56137B2D09D}" destId="{27E07930-A67D-6F43-84DA-1508F5DBE7F2}" srcOrd="1" destOrd="0" presId="urn:microsoft.com/office/officeart/2009/3/layout/HorizontalOrganizationChart"/>
    <dgm:cxn modelId="{F864C039-9C67-3048-98D3-86A8CE9F5E42}" type="presParOf" srcId="{27E07930-A67D-6F43-84DA-1508F5DBE7F2}" destId="{F93E5659-5A6D-8644-8CF7-343C26696A5A}" srcOrd="0" destOrd="0" presId="urn:microsoft.com/office/officeart/2009/3/layout/HorizontalOrganizationChart"/>
    <dgm:cxn modelId="{791C1EB8-34DA-704F-B989-2BA86321EF12}" type="presParOf" srcId="{27E07930-A67D-6F43-84DA-1508F5DBE7F2}" destId="{3DBA00C1-04B2-5A41-ABA1-823E47D9D4D6}" srcOrd="1" destOrd="0" presId="urn:microsoft.com/office/officeart/2009/3/layout/HorizontalOrganizationChart"/>
    <dgm:cxn modelId="{D264A295-A48E-114E-BC4B-F77B8FF4E1C4}" type="presParOf" srcId="{3DBA00C1-04B2-5A41-ABA1-823E47D9D4D6}" destId="{B8BF11AF-BEE2-C54F-BA12-D49E5CF308DD}" srcOrd="0" destOrd="0" presId="urn:microsoft.com/office/officeart/2009/3/layout/HorizontalOrganizationChart"/>
    <dgm:cxn modelId="{D280B280-87E8-7149-9685-353B2311D492}" type="presParOf" srcId="{B8BF11AF-BEE2-C54F-BA12-D49E5CF308DD}" destId="{35C6589D-A12D-B14B-AE7D-A17E659A13B2}" srcOrd="0" destOrd="0" presId="urn:microsoft.com/office/officeart/2009/3/layout/HorizontalOrganizationChart"/>
    <dgm:cxn modelId="{8AE12A34-66ED-1148-BDEE-606D0E9B1209}" type="presParOf" srcId="{B8BF11AF-BEE2-C54F-BA12-D49E5CF308DD}" destId="{5D8D21F3-16B4-AD4B-AB38-3E64C39E339E}" srcOrd="1" destOrd="0" presId="urn:microsoft.com/office/officeart/2009/3/layout/HorizontalOrganizationChart"/>
    <dgm:cxn modelId="{287A47EE-E1E4-D24B-A4C2-71E43334F10E}" type="presParOf" srcId="{3DBA00C1-04B2-5A41-ABA1-823E47D9D4D6}" destId="{2E362429-00D7-BE49-9EFD-95DC308980CE}" srcOrd="1" destOrd="0" presId="urn:microsoft.com/office/officeart/2009/3/layout/HorizontalOrganizationChart"/>
    <dgm:cxn modelId="{D5AB3C57-FB74-0046-BF6E-D2A6A49D34C4}" type="presParOf" srcId="{3DBA00C1-04B2-5A41-ABA1-823E47D9D4D6}" destId="{4FFCB60E-F7CF-F149-AD30-78520EE6BEC8}" srcOrd="2" destOrd="0" presId="urn:microsoft.com/office/officeart/2009/3/layout/HorizontalOrganizationChart"/>
    <dgm:cxn modelId="{D71CB085-8DC8-4A43-B2A5-B6CDF7232ACF}" type="presParOf" srcId="{FFA9BC54-0F6C-834F-A5D0-F56137B2D09D}" destId="{8A0CEA4F-F51B-E740-AAD9-5553BC288604}" srcOrd="2" destOrd="0" presId="urn:microsoft.com/office/officeart/2009/3/layout/HorizontalOrganizationChart"/>
    <dgm:cxn modelId="{6034F176-7319-4A41-9CC7-A1F95E9D40FF}" type="presParOf" srcId="{FFC59E37-6A3C-B349-B3EE-F331E9671E1F}" destId="{E912841C-3012-FB49-815B-D690B679C438}" srcOrd="2" destOrd="0" presId="urn:microsoft.com/office/officeart/2009/3/layout/HorizontalOrganizationChart"/>
    <dgm:cxn modelId="{9561B919-AEAE-7A4F-B061-3F9EC217960C}" type="presParOf" srcId="{657906B2-00D9-6145-819D-F2D2FE830E4F}" destId="{A0B54078-6768-9844-A9EB-9D9EA371BAE4}" srcOrd="2" destOrd="0" presId="urn:microsoft.com/office/officeart/2009/3/layout/HorizontalOrganizationChart"/>
    <dgm:cxn modelId="{77CEBD6B-5E13-6C49-B59B-E32AA54927C4}" type="presParOf" srcId="{A0B54078-6768-9844-A9EB-9D9EA371BAE4}" destId="{1E2EDE22-6C70-3F4C-A9E2-4D361E279DD2}" srcOrd="0" destOrd="0" presId="urn:microsoft.com/office/officeart/2009/3/layout/HorizontalOrganizationChart"/>
    <dgm:cxn modelId="{ABD95EBA-90E8-2C4F-A355-BE6BA06EA9E8}" type="presParOf" srcId="{A0B54078-6768-9844-A9EB-9D9EA371BAE4}" destId="{8C8A0D3E-2027-9641-8047-970FCA431B96}" srcOrd="1" destOrd="0" presId="urn:microsoft.com/office/officeart/2009/3/layout/HorizontalOrganizationChart"/>
    <dgm:cxn modelId="{2745A3C4-5BF1-DC44-B791-796C27E7B896}" type="presParOf" srcId="{8C8A0D3E-2027-9641-8047-970FCA431B96}" destId="{E7847707-236A-2741-A40D-C2F1BB061E69}" srcOrd="0" destOrd="0" presId="urn:microsoft.com/office/officeart/2009/3/layout/HorizontalOrganizationChart"/>
    <dgm:cxn modelId="{92C362C0-FE63-614F-B206-57E65CB390C8}" type="presParOf" srcId="{E7847707-236A-2741-A40D-C2F1BB061E69}" destId="{DAFDADAB-0F64-AF4D-813C-5D4A713C7BA2}" srcOrd="0" destOrd="0" presId="urn:microsoft.com/office/officeart/2009/3/layout/HorizontalOrganizationChart"/>
    <dgm:cxn modelId="{AE0AAB16-F885-6B46-9079-9847715C4A1E}" type="presParOf" srcId="{E7847707-236A-2741-A40D-C2F1BB061E69}" destId="{DCBA600B-8C03-3E4F-8DD9-5E36BD4F702F}" srcOrd="1" destOrd="0" presId="urn:microsoft.com/office/officeart/2009/3/layout/HorizontalOrganizationChart"/>
    <dgm:cxn modelId="{0452A9D6-5A34-994C-AF13-C5A1C43A9B2E}" type="presParOf" srcId="{8C8A0D3E-2027-9641-8047-970FCA431B96}" destId="{54467B30-9A6E-FC4F-A89E-225030B9F1A1}" srcOrd="1" destOrd="0" presId="urn:microsoft.com/office/officeart/2009/3/layout/HorizontalOrganizationChart"/>
    <dgm:cxn modelId="{67AD5A43-D947-1A49-9FE3-0FEEF2A0BE29}" type="presParOf" srcId="{8C8A0D3E-2027-9641-8047-970FCA431B96}" destId="{248D491C-89C1-534F-9CBA-829929A10EEE}" srcOrd="2" destOrd="0" presId="urn:microsoft.com/office/officeart/2009/3/layout/HorizontalOrganizationChart"/>
    <dgm:cxn modelId="{19F92DFD-5DA7-F54C-9350-E9045AAA6866}" type="presParOf" srcId="{A0B54078-6768-9844-A9EB-9D9EA371BAE4}" destId="{AF871444-01DD-5E46-873C-D5566703F46D}" srcOrd="2" destOrd="0" presId="urn:microsoft.com/office/officeart/2009/3/layout/HorizontalOrganizationChart"/>
    <dgm:cxn modelId="{C07D0FF1-5B21-8146-BC77-55CB08F2D4CC}" type="presParOf" srcId="{A0B54078-6768-9844-A9EB-9D9EA371BAE4}" destId="{C2DA1575-30F1-8745-9BBA-CA0624C17312}" srcOrd="3" destOrd="0" presId="urn:microsoft.com/office/officeart/2009/3/layout/HorizontalOrganizationChart"/>
    <dgm:cxn modelId="{DFA11C5E-FF75-924A-BD89-72AF54DEF315}" type="presParOf" srcId="{C2DA1575-30F1-8745-9BBA-CA0624C17312}" destId="{1405F8C0-07E9-8E41-A499-AE56EA181A66}" srcOrd="0" destOrd="0" presId="urn:microsoft.com/office/officeart/2009/3/layout/HorizontalOrganizationChart"/>
    <dgm:cxn modelId="{6D1BFCFB-83D3-B94D-8B12-6D6A7DFE9AE6}" type="presParOf" srcId="{1405F8C0-07E9-8E41-A499-AE56EA181A66}" destId="{0BA3172D-1DDE-3242-A284-48E7C982CAF6}" srcOrd="0" destOrd="0" presId="urn:microsoft.com/office/officeart/2009/3/layout/HorizontalOrganizationChart"/>
    <dgm:cxn modelId="{D0DF2468-FAE1-E444-BEFE-6BC9F612D3FF}" type="presParOf" srcId="{1405F8C0-07E9-8E41-A499-AE56EA181A66}" destId="{827422C4-796A-A940-960D-1B8F35977D63}" srcOrd="1" destOrd="0" presId="urn:microsoft.com/office/officeart/2009/3/layout/HorizontalOrganizationChart"/>
    <dgm:cxn modelId="{F9BBAECB-7A49-734A-AD44-A72C91D1B588}" type="presParOf" srcId="{C2DA1575-30F1-8745-9BBA-CA0624C17312}" destId="{03E0CC20-60CA-2441-A8E9-92CD926929A0}" srcOrd="1" destOrd="0" presId="urn:microsoft.com/office/officeart/2009/3/layout/HorizontalOrganizationChart"/>
    <dgm:cxn modelId="{87A2E779-6DBD-C84F-AA90-3DB2C18A240E}" type="presParOf" srcId="{C2DA1575-30F1-8745-9BBA-CA0624C17312}" destId="{530C5D85-A49B-1D4D-94C5-CE6896B2E146}" srcOrd="2" destOrd="0" presId="urn:microsoft.com/office/officeart/2009/3/layout/HorizontalOrganizationChart"/>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B801FEF-C679-4611-A4E7-E4E7C0D4CA6F}" type="doc">
      <dgm:prSet loTypeId="urn:microsoft.com/office/officeart/2005/8/layout/hProcess9" loCatId="process" qsTypeId="urn:microsoft.com/office/officeart/2005/8/quickstyle/simple1" qsCatId="simple" csTypeId="urn:microsoft.com/office/officeart/2005/8/colors/accent1_2" csCatId="accent1" phldr="1"/>
      <dgm:spPr/>
    </dgm:pt>
    <dgm:pt modelId="{694E06C7-B427-4CBA-A9B8-5774C80DEFA4}">
      <dgm:prSet phldrT="[Texto]" custT="1"/>
      <dgm:spPr>
        <a:solidFill>
          <a:srgbClr val="C2132F"/>
        </a:solidFill>
        <a:ln>
          <a:noFill/>
        </a:ln>
      </dgm:spPr>
      <dgm:t>
        <a:bodyPr/>
        <a:lstStyle/>
        <a:p>
          <a:r>
            <a:rPr lang="es-ES" sz="1800" b="1" dirty="0" err="1">
              <a:latin typeface="Roboto" panose="02000000000000000000" pitchFamily="2" charset="0"/>
              <a:ea typeface="Roboto" panose="02000000000000000000" pitchFamily="2" charset="0"/>
              <a:cs typeface="Roboto" panose="02000000000000000000" pitchFamily="2" charset="0"/>
            </a:rPr>
            <a:t>Session</a:t>
          </a:r>
          <a:r>
            <a:rPr lang="es-ES" sz="1800" b="1" dirty="0">
              <a:latin typeface="Roboto" panose="02000000000000000000" pitchFamily="2" charset="0"/>
              <a:ea typeface="Roboto" panose="02000000000000000000" pitchFamily="2" charset="0"/>
              <a:cs typeface="Roboto" panose="02000000000000000000" pitchFamily="2" charset="0"/>
            </a:rPr>
            <a:t> 1</a:t>
          </a:r>
        </a:p>
        <a:p>
          <a:r>
            <a:rPr lang="es-ES" sz="1800" dirty="0">
              <a:latin typeface="Roboto" panose="02000000000000000000" pitchFamily="2" charset="0"/>
              <a:ea typeface="Roboto" panose="02000000000000000000" pitchFamily="2" charset="0"/>
              <a:cs typeface="Roboto" panose="02000000000000000000" pitchFamily="2" charset="0"/>
            </a:rPr>
            <a:t>Cognitive </a:t>
          </a:r>
          <a:r>
            <a:rPr lang="es-ES" sz="1800" dirty="0" err="1">
              <a:latin typeface="Roboto" panose="02000000000000000000" pitchFamily="2" charset="0"/>
              <a:ea typeface="Roboto" panose="02000000000000000000" pitchFamily="2" charset="0"/>
              <a:cs typeface="Roboto" panose="02000000000000000000" pitchFamily="2" charset="0"/>
            </a:rPr>
            <a:t>tasks</a:t>
          </a:r>
          <a:r>
            <a:rPr lang="es-ES" sz="1800" dirty="0">
              <a:latin typeface="Roboto" panose="02000000000000000000" pitchFamily="2" charset="0"/>
              <a:ea typeface="Roboto" panose="02000000000000000000" pitchFamily="2" charset="0"/>
              <a:cs typeface="Roboto" panose="02000000000000000000" pitchFamily="2" charset="0"/>
            </a:rPr>
            <a:t> &amp; LHQ</a:t>
          </a:r>
        </a:p>
      </dgm:t>
    </dgm:pt>
    <dgm:pt modelId="{58F8DBC9-224A-4C04-A1EA-A7BA4C498CD0}" type="parTrans" cxnId="{A14F5795-E857-466B-952A-F20E5AA3080A}">
      <dgm:prSet/>
      <dgm:spPr/>
      <dgm:t>
        <a:bodyPr/>
        <a:lstStyle/>
        <a:p>
          <a:endParaRPr lang="es-ES"/>
        </a:p>
      </dgm:t>
    </dgm:pt>
    <dgm:pt modelId="{47CD8435-A072-460C-8999-60EE3C57190B}" type="sibTrans" cxnId="{A14F5795-E857-466B-952A-F20E5AA3080A}">
      <dgm:prSet/>
      <dgm:spPr/>
      <dgm:t>
        <a:bodyPr/>
        <a:lstStyle/>
        <a:p>
          <a:endParaRPr lang="es-ES"/>
        </a:p>
      </dgm:t>
    </dgm:pt>
    <dgm:pt modelId="{2ED2F832-7EE7-44C8-A5CF-A5F064DAE392}">
      <dgm:prSet phldrT="[Texto]" custT="1"/>
      <dgm:spPr>
        <a:solidFill>
          <a:schemeClr val="tx1">
            <a:lumMod val="65000"/>
            <a:lumOff val="35000"/>
          </a:schemeClr>
        </a:solidFill>
        <a:ln>
          <a:noFill/>
        </a:ln>
      </dgm:spPr>
      <dgm:t>
        <a:bodyPr/>
        <a:lstStyle/>
        <a:p>
          <a:r>
            <a:rPr lang="es-ES" sz="1800" b="1" dirty="0" err="1">
              <a:latin typeface="Roboto" pitchFamily="2" charset="0"/>
              <a:ea typeface="Roboto" pitchFamily="2" charset="0"/>
            </a:rPr>
            <a:t>Session</a:t>
          </a:r>
          <a:r>
            <a:rPr lang="es-ES" sz="1800" b="1" dirty="0">
              <a:latin typeface="Roboto" pitchFamily="2" charset="0"/>
              <a:ea typeface="Roboto" pitchFamily="2" charset="0"/>
            </a:rPr>
            <a:t> 2</a:t>
          </a:r>
          <a:br>
            <a:rPr lang="es-ES" sz="1800" b="1" dirty="0">
              <a:latin typeface="Roboto" pitchFamily="2" charset="0"/>
              <a:ea typeface="Roboto" pitchFamily="2" charset="0"/>
            </a:rPr>
          </a:br>
          <a:r>
            <a:rPr lang="en-US" sz="1800" i="1" dirty="0"/>
            <a:t>Gender-Number Agreement</a:t>
          </a:r>
          <a:endParaRPr lang="es-ES" sz="1800" dirty="0">
            <a:latin typeface="Roboto" pitchFamily="2" charset="0"/>
            <a:ea typeface="Roboto" pitchFamily="2" charset="0"/>
          </a:endParaRPr>
        </a:p>
      </dgm:t>
    </dgm:pt>
    <dgm:pt modelId="{9CEB223D-64BA-45AB-B174-BA7D5452D352}" type="parTrans" cxnId="{00284308-31F6-4F76-8D17-14F021FDECBA}">
      <dgm:prSet/>
      <dgm:spPr/>
      <dgm:t>
        <a:bodyPr/>
        <a:lstStyle/>
        <a:p>
          <a:endParaRPr lang="es-ES"/>
        </a:p>
      </dgm:t>
    </dgm:pt>
    <dgm:pt modelId="{FFE95D39-ACFF-43AF-A514-08C900BF0FDF}" type="sibTrans" cxnId="{00284308-31F6-4F76-8D17-14F021FDECBA}">
      <dgm:prSet/>
      <dgm:spPr/>
      <dgm:t>
        <a:bodyPr/>
        <a:lstStyle/>
        <a:p>
          <a:endParaRPr lang="es-ES"/>
        </a:p>
      </dgm:t>
    </dgm:pt>
    <dgm:pt modelId="{236AF3B0-4AF5-4B1F-9AC2-EEDBCA8DEAE3}">
      <dgm:prSet phldrT="[Texto]" custT="1"/>
      <dgm:spPr>
        <a:solidFill>
          <a:srgbClr val="595959"/>
        </a:solidFill>
        <a:ln>
          <a:noFill/>
        </a:ln>
      </dgm:spPr>
      <dgm:t>
        <a:bodyPr/>
        <a:lstStyle/>
        <a:p>
          <a:r>
            <a:rPr lang="es-ES" sz="1800" b="1" dirty="0" err="1">
              <a:latin typeface="Roboto" pitchFamily="2" charset="0"/>
              <a:ea typeface="Roboto" pitchFamily="2" charset="0"/>
            </a:rPr>
            <a:t>Session</a:t>
          </a:r>
          <a:r>
            <a:rPr lang="es-ES" sz="1800" b="1" dirty="0">
              <a:latin typeface="Roboto" pitchFamily="2" charset="0"/>
              <a:ea typeface="Roboto" pitchFamily="2" charset="0"/>
            </a:rPr>
            <a:t> 3</a:t>
          </a:r>
          <a:br>
            <a:rPr lang="es-ES" sz="1800" dirty="0">
              <a:latin typeface="Roboto" pitchFamily="2" charset="0"/>
              <a:ea typeface="Roboto" pitchFamily="2" charset="0"/>
            </a:rPr>
          </a:br>
          <a:r>
            <a:rPr lang="en-US" sz="1800" i="1" dirty="0"/>
            <a:t>Differential Object Marking</a:t>
          </a:r>
          <a:endParaRPr lang="es-ES" sz="1800" dirty="0">
            <a:latin typeface="Roboto" pitchFamily="2" charset="0"/>
            <a:ea typeface="Roboto" pitchFamily="2" charset="0"/>
          </a:endParaRPr>
        </a:p>
      </dgm:t>
    </dgm:pt>
    <dgm:pt modelId="{A96935C5-9505-4E4C-ADAB-B7AAB71CE83D}" type="parTrans" cxnId="{561822CF-8F06-447F-A685-4F7E1B86A88B}">
      <dgm:prSet/>
      <dgm:spPr/>
      <dgm:t>
        <a:bodyPr/>
        <a:lstStyle/>
        <a:p>
          <a:endParaRPr lang="es-ES"/>
        </a:p>
      </dgm:t>
    </dgm:pt>
    <dgm:pt modelId="{D363D12C-7F33-41F8-AC5C-F1EBF43FDE49}" type="sibTrans" cxnId="{561822CF-8F06-447F-A685-4F7E1B86A88B}">
      <dgm:prSet/>
      <dgm:spPr/>
      <dgm:t>
        <a:bodyPr/>
        <a:lstStyle/>
        <a:p>
          <a:endParaRPr lang="es-ES"/>
        </a:p>
      </dgm:t>
    </dgm:pt>
    <dgm:pt modelId="{CA83B144-86BB-2E42-BEBB-72337CC283E0}">
      <dgm:prSet phldrT="[Texto]" custT="1"/>
      <dgm:spPr>
        <a:solidFill>
          <a:schemeClr val="tx1">
            <a:lumMod val="65000"/>
            <a:lumOff val="35000"/>
          </a:schemeClr>
        </a:solidFill>
        <a:ln>
          <a:noFill/>
        </a:ln>
      </dgm:spPr>
      <dgm:t>
        <a:bodyPr/>
        <a:lstStyle/>
        <a:p>
          <a:r>
            <a:rPr lang="es-ES" sz="1800" b="1" dirty="0" err="1">
              <a:latin typeface="Roboto" pitchFamily="2" charset="0"/>
              <a:ea typeface="Roboto" pitchFamily="2" charset="0"/>
            </a:rPr>
            <a:t>Session</a:t>
          </a:r>
          <a:r>
            <a:rPr lang="es-ES" sz="1800" b="1" dirty="0">
              <a:latin typeface="Roboto" pitchFamily="2" charset="0"/>
              <a:ea typeface="Roboto" pitchFamily="2" charset="0"/>
            </a:rPr>
            <a:t> 4  </a:t>
          </a:r>
          <a:r>
            <a:rPr lang="en-US" sz="1800" i="1" dirty="0"/>
            <a:t>Verb-Object-Agreement</a:t>
          </a:r>
          <a:endParaRPr lang="es-ES" sz="1800" dirty="0">
            <a:latin typeface="Roboto" pitchFamily="2" charset="0"/>
            <a:ea typeface="Roboto" pitchFamily="2" charset="0"/>
          </a:endParaRPr>
        </a:p>
      </dgm:t>
    </dgm:pt>
    <dgm:pt modelId="{F3313B55-163F-1C42-8C4D-375263C3F832}" type="parTrans" cxnId="{01A7A45D-DF45-AF41-BC0A-3794942EF6AC}">
      <dgm:prSet/>
      <dgm:spPr/>
      <dgm:t>
        <a:bodyPr/>
        <a:lstStyle/>
        <a:p>
          <a:endParaRPr lang="en-GB"/>
        </a:p>
      </dgm:t>
    </dgm:pt>
    <dgm:pt modelId="{A261B36D-5CD6-FB42-9F2C-7AC3FC9A7991}" type="sibTrans" cxnId="{01A7A45D-DF45-AF41-BC0A-3794942EF6AC}">
      <dgm:prSet/>
      <dgm:spPr/>
      <dgm:t>
        <a:bodyPr/>
        <a:lstStyle/>
        <a:p>
          <a:endParaRPr lang="en-GB"/>
        </a:p>
      </dgm:t>
    </dgm:pt>
    <dgm:pt modelId="{10447C1F-C388-2941-8B40-A15C9C7E8C4D}">
      <dgm:prSet phldrT="[Texto]" custT="1"/>
      <dgm:spPr>
        <a:solidFill>
          <a:schemeClr val="tx1">
            <a:lumMod val="65000"/>
            <a:lumOff val="35000"/>
          </a:schemeClr>
        </a:solidFill>
        <a:ln>
          <a:noFill/>
        </a:ln>
      </dgm:spPr>
      <dgm:t>
        <a:bodyPr/>
        <a:lstStyle/>
        <a:p>
          <a:r>
            <a:rPr lang="es-ES" sz="1800" b="1" dirty="0" err="1">
              <a:latin typeface="Roboto" pitchFamily="2" charset="0"/>
              <a:ea typeface="Roboto" pitchFamily="2" charset="0"/>
            </a:rPr>
            <a:t>Session</a:t>
          </a:r>
          <a:r>
            <a:rPr lang="es-ES" sz="1800" b="1" dirty="0">
              <a:latin typeface="Roboto" pitchFamily="2" charset="0"/>
              <a:ea typeface="Roboto" pitchFamily="2" charset="0"/>
            </a:rPr>
            <a:t> 5</a:t>
          </a:r>
        </a:p>
        <a:p>
          <a:endParaRPr lang="es-ES" sz="400" b="1" dirty="0">
            <a:latin typeface="Roboto" pitchFamily="2" charset="0"/>
            <a:ea typeface="Roboto" pitchFamily="2" charset="0"/>
          </a:endParaRPr>
        </a:p>
        <a:p>
          <a:r>
            <a:rPr lang="es-ES" sz="1800" dirty="0">
              <a:latin typeface="Roboto" pitchFamily="2" charset="0"/>
              <a:ea typeface="Roboto" pitchFamily="2" charset="0"/>
            </a:rPr>
            <a:t>Cognitive </a:t>
          </a:r>
          <a:r>
            <a:rPr lang="es-ES" sz="1800" dirty="0" err="1">
              <a:latin typeface="Roboto" pitchFamily="2" charset="0"/>
              <a:ea typeface="Roboto" pitchFamily="2" charset="0"/>
            </a:rPr>
            <a:t>retest</a:t>
          </a:r>
          <a:endParaRPr lang="es-ES" sz="1800" dirty="0">
            <a:latin typeface="Roboto" pitchFamily="2" charset="0"/>
            <a:ea typeface="Roboto" pitchFamily="2" charset="0"/>
          </a:endParaRPr>
        </a:p>
      </dgm:t>
    </dgm:pt>
    <dgm:pt modelId="{015AE388-811D-0E43-9B41-5D051A364247}" type="parTrans" cxnId="{7CC81539-3B2D-F440-8E9D-A825AE9E8EBD}">
      <dgm:prSet/>
      <dgm:spPr/>
      <dgm:t>
        <a:bodyPr/>
        <a:lstStyle/>
        <a:p>
          <a:endParaRPr lang="en-GB"/>
        </a:p>
      </dgm:t>
    </dgm:pt>
    <dgm:pt modelId="{E23DDF8F-9F7E-B24A-B3AD-4A98A0D2C029}" type="sibTrans" cxnId="{7CC81539-3B2D-F440-8E9D-A825AE9E8EBD}">
      <dgm:prSet/>
      <dgm:spPr/>
      <dgm:t>
        <a:bodyPr/>
        <a:lstStyle/>
        <a:p>
          <a:endParaRPr lang="en-GB"/>
        </a:p>
      </dgm:t>
    </dgm:pt>
    <dgm:pt modelId="{089B528F-AF4B-DA4C-A33C-56571E1D8646}">
      <dgm:prSet phldrT="[Texto]" custT="1"/>
      <dgm:spPr>
        <a:solidFill>
          <a:schemeClr val="tx1">
            <a:lumMod val="65000"/>
            <a:lumOff val="35000"/>
          </a:schemeClr>
        </a:solidFill>
        <a:ln>
          <a:noFill/>
        </a:ln>
      </dgm:spPr>
      <dgm:t>
        <a:bodyPr/>
        <a:lstStyle/>
        <a:p>
          <a:r>
            <a:rPr lang="es-ES" sz="1800" b="1" dirty="0" err="1">
              <a:latin typeface="Roboto" pitchFamily="2" charset="0"/>
              <a:ea typeface="Roboto" pitchFamily="2" charset="0"/>
            </a:rPr>
            <a:t>Session</a:t>
          </a:r>
          <a:r>
            <a:rPr lang="es-ES" sz="1800" b="1" dirty="0">
              <a:latin typeface="Roboto" pitchFamily="2" charset="0"/>
              <a:ea typeface="Roboto" pitchFamily="2" charset="0"/>
            </a:rPr>
            <a:t> 6</a:t>
          </a:r>
        </a:p>
        <a:p>
          <a:br>
            <a:rPr lang="es-ES" sz="400" b="1" dirty="0">
              <a:latin typeface="Roboto" pitchFamily="2" charset="0"/>
              <a:ea typeface="Roboto" pitchFamily="2" charset="0"/>
            </a:rPr>
          </a:br>
          <a:r>
            <a:rPr lang="es-ES" sz="1800" dirty="0">
              <a:latin typeface="Roboto" pitchFamily="2" charset="0"/>
              <a:ea typeface="Roboto" pitchFamily="2" charset="0"/>
            </a:rPr>
            <a:t>(</a:t>
          </a:r>
          <a:r>
            <a:rPr lang="es-ES" sz="1800" dirty="0" err="1">
              <a:latin typeface="Roboto" pitchFamily="2" charset="0"/>
              <a:ea typeface="Roboto" pitchFamily="2" charset="0"/>
            </a:rPr>
            <a:t>Grammarretest</a:t>
          </a:r>
          <a:r>
            <a:rPr lang="es-ES" sz="1800" dirty="0">
              <a:latin typeface="Roboto" pitchFamily="2" charset="0"/>
              <a:ea typeface="Roboto" pitchFamily="2" charset="0"/>
            </a:rPr>
            <a:t>)</a:t>
          </a:r>
        </a:p>
      </dgm:t>
    </dgm:pt>
    <dgm:pt modelId="{69852E2F-AFB4-0F4B-B5DA-65E40124C6F4}" type="parTrans" cxnId="{279EDB49-F40B-A345-B508-1BBF13F2F0CB}">
      <dgm:prSet/>
      <dgm:spPr/>
      <dgm:t>
        <a:bodyPr/>
        <a:lstStyle/>
        <a:p>
          <a:endParaRPr lang="en-GB"/>
        </a:p>
      </dgm:t>
    </dgm:pt>
    <dgm:pt modelId="{EF469724-E281-6E4B-9C84-BE1AED3A8280}" type="sibTrans" cxnId="{279EDB49-F40B-A345-B508-1BBF13F2F0CB}">
      <dgm:prSet/>
      <dgm:spPr/>
      <dgm:t>
        <a:bodyPr/>
        <a:lstStyle/>
        <a:p>
          <a:endParaRPr lang="en-GB"/>
        </a:p>
      </dgm:t>
    </dgm:pt>
    <dgm:pt modelId="{5D920FC8-7DF0-3848-825F-B80E9F6AAC6B}" type="pres">
      <dgm:prSet presAssocID="{DB801FEF-C679-4611-A4E7-E4E7C0D4CA6F}" presName="CompostProcess" presStyleCnt="0">
        <dgm:presLayoutVars>
          <dgm:dir/>
          <dgm:resizeHandles val="exact"/>
        </dgm:presLayoutVars>
      </dgm:prSet>
      <dgm:spPr/>
    </dgm:pt>
    <dgm:pt modelId="{C83732C1-6A15-8C45-9A1C-9471FD2D27F2}" type="pres">
      <dgm:prSet presAssocID="{DB801FEF-C679-4611-A4E7-E4E7C0D4CA6F}" presName="arrow" presStyleLbl="bgShp" presStyleIdx="0" presStyleCnt="1"/>
      <dgm:spPr/>
    </dgm:pt>
    <dgm:pt modelId="{3DCE64B9-9F6E-0641-B27D-68E35F37DFF5}" type="pres">
      <dgm:prSet presAssocID="{DB801FEF-C679-4611-A4E7-E4E7C0D4CA6F}" presName="linearProcess" presStyleCnt="0"/>
      <dgm:spPr/>
    </dgm:pt>
    <dgm:pt modelId="{A6318A60-1896-F048-8472-B2DCA38D4251}" type="pres">
      <dgm:prSet presAssocID="{694E06C7-B427-4CBA-A9B8-5774C80DEFA4}" presName="textNode" presStyleLbl="node1" presStyleIdx="0" presStyleCnt="6" custScaleX="109727">
        <dgm:presLayoutVars>
          <dgm:bulletEnabled val="1"/>
        </dgm:presLayoutVars>
      </dgm:prSet>
      <dgm:spPr/>
    </dgm:pt>
    <dgm:pt modelId="{389FB967-2990-F94F-9789-68A64C1E108C}" type="pres">
      <dgm:prSet presAssocID="{47CD8435-A072-460C-8999-60EE3C57190B}" presName="sibTrans" presStyleCnt="0"/>
      <dgm:spPr/>
    </dgm:pt>
    <dgm:pt modelId="{6A88EC11-BA56-DD44-A31F-F45258C2BF3C}" type="pres">
      <dgm:prSet presAssocID="{2ED2F832-7EE7-44C8-A5CF-A5F064DAE392}" presName="textNode" presStyleLbl="node1" presStyleIdx="1" presStyleCnt="6" custScaleX="108066">
        <dgm:presLayoutVars>
          <dgm:bulletEnabled val="1"/>
        </dgm:presLayoutVars>
      </dgm:prSet>
      <dgm:spPr/>
    </dgm:pt>
    <dgm:pt modelId="{0BE54F79-3AC2-4E42-8C29-BE0809E0D138}" type="pres">
      <dgm:prSet presAssocID="{FFE95D39-ACFF-43AF-A514-08C900BF0FDF}" presName="sibTrans" presStyleCnt="0"/>
      <dgm:spPr/>
    </dgm:pt>
    <dgm:pt modelId="{09E43019-8E86-6249-A5FF-1521D6935FB9}" type="pres">
      <dgm:prSet presAssocID="{236AF3B0-4AF5-4B1F-9AC2-EEDBCA8DEAE3}" presName="textNode" presStyleLbl="node1" presStyleIdx="2" presStyleCnt="6" custScaleX="109314">
        <dgm:presLayoutVars>
          <dgm:bulletEnabled val="1"/>
        </dgm:presLayoutVars>
      </dgm:prSet>
      <dgm:spPr/>
    </dgm:pt>
    <dgm:pt modelId="{8C1EE162-B277-374B-AC33-FD3FCBE40F53}" type="pres">
      <dgm:prSet presAssocID="{D363D12C-7F33-41F8-AC5C-F1EBF43FDE49}" presName="sibTrans" presStyleCnt="0"/>
      <dgm:spPr/>
    </dgm:pt>
    <dgm:pt modelId="{0CB21BEE-77EA-2844-99A6-266156FE94FF}" type="pres">
      <dgm:prSet presAssocID="{CA83B144-86BB-2E42-BEBB-72337CC283E0}" presName="textNode" presStyleLbl="node1" presStyleIdx="3" presStyleCnt="6" custScaleX="114633">
        <dgm:presLayoutVars>
          <dgm:bulletEnabled val="1"/>
        </dgm:presLayoutVars>
      </dgm:prSet>
      <dgm:spPr/>
    </dgm:pt>
    <dgm:pt modelId="{72ABAB68-791C-DA4C-9078-0B5919721D18}" type="pres">
      <dgm:prSet presAssocID="{A261B36D-5CD6-FB42-9F2C-7AC3FC9A7991}" presName="sibTrans" presStyleCnt="0"/>
      <dgm:spPr/>
    </dgm:pt>
    <dgm:pt modelId="{BE2890EA-91F6-C844-9FB1-F491BD7E97F6}" type="pres">
      <dgm:prSet presAssocID="{10447C1F-C388-2941-8B40-A15C9C7E8C4D}" presName="textNode" presStyleLbl="node1" presStyleIdx="4" presStyleCnt="6" custScaleX="105327" custLinFactNeighborX="-24664">
        <dgm:presLayoutVars>
          <dgm:bulletEnabled val="1"/>
        </dgm:presLayoutVars>
      </dgm:prSet>
      <dgm:spPr/>
    </dgm:pt>
    <dgm:pt modelId="{22B20280-CABD-B34A-8494-BDFF03FBC57A}" type="pres">
      <dgm:prSet presAssocID="{E23DDF8F-9F7E-B24A-B3AD-4A98A0D2C029}" presName="sibTrans" presStyleCnt="0"/>
      <dgm:spPr/>
    </dgm:pt>
    <dgm:pt modelId="{2C18FA7E-F533-4641-A048-B2DCD80B7D20}" type="pres">
      <dgm:prSet presAssocID="{089B528F-AF4B-DA4C-A33C-56571E1D8646}" presName="textNode" presStyleLbl="node1" presStyleIdx="5" presStyleCnt="6" custScaleX="109509" custScaleY="98061" custLinFactNeighborX="-48434" custLinFactNeighborY="832">
        <dgm:presLayoutVars>
          <dgm:bulletEnabled val="1"/>
        </dgm:presLayoutVars>
      </dgm:prSet>
      <dgm:spPr/>
    </dgm:pt>
  </dgm:ptLst>
  <dgm:cxnLst>
    <dgm:cxn modelId="{00284308-31F6-4F76-8D17-14F021FDECBA}" srcId="{DB801FEF-C679-4611-A4E7-E4E7C0D4CA6F}" destId="{2ED2F832-7EE7-44C8-A5CF-A5F064DAE392}" srcOrd="1" destOrd="0" parTransId="{9CEB223D-64BA-45AB-B174-BA7D5452D352}" sibTransId="{FFE95D39-ACFF-43AF-A514-08C900BF0FDF}"/>
    <dgm:cxn modelId="{6B09D81E-F53A-D846-8371-7DF0DDB7F258}" type="presOf" srcId="{236AF3B0-4AF5-4B1F-9AC2-EEDBCA8DEAE3}" destId="{09E43019-8E86-6249-A5FF-1521D6935FB9}" srcOrd="0" destOrd="0" presId="urn:microsoft.com/office/officeart/2005/8/layout/hProcess9"/>
    <dgm:cxn modelId="{7CC81539-3B2D-F440-8E9D-A825AE9E8EBD}" srcId="{DB801FEF-C679-4611-A4E7-E4E7C0D4CA6F}" destId="{10447C1F-C388-2941-8B40-A15C9C7E8C4D}" srcOrd="4" destOrd="0" parTransId="{015AE388-811D-0E43-9B41-5D051A364247}" sibTransId="{E23DDF8F-9F7E-B24A-B3AD-4A98A0D2C029}"/>
    <dgm:cxn modelId="{01A7A45D-DF45-AF41-BC0A-3794942EF6AC}" srcId="{DB801FEF-C679-4611-A4E7-E4E7C0D4CA6F}" destId="{CA83B144-86BB-2E42-BEBB-72337CC283E0}" srcOrd="3" destOrd="0" parTransId="{F3313B55-163F-1C42-8C4D-375263C3F832}" sibTransId="{A261B36D-5CD6-FB42-9F2C-7AC3FC9A7991}"/>
    <dgm:cxn modelId="{04DA7966-09C4-9148-8F3B-C66DF1946A24}" type="presOf" srcId="{694E06C7-B427-4CBA-A9B8-5774C80DEFA4}" destId="{A6318A60-1896-F048-8472-B2DCA38D4251}" srcOrd="0" destOrd="0" presId="urn:microsoft.com/office/officeart/2005/8/layout/hProcess9"/>
    <dgm:cxn modelId="{279EDB49-F40B-A345-B508-1BBF13F2F0CB}" srcId="{DB801FEF-C679-4611-A4E7-E4E7C0D4CA6F}" destId="{089B528F-AF4B-DA4C-A33C-56571E1D8646}" srcOrd="5" destOrd="0" parTransId="{69852E2F-AFB4-0F4B-B5DA-65E40124C6F4}" sibTransId="{EF469724-E281-6E4B-9C84-BE1AED3A8280}"/>
    <dgm:cxn modelId="{9DDFFA4B-A7D2-544D-BC99-FD7916F43B3A}" type="presOf" srcId="{CA83B144-86BB-2E42-BEBB-72337CC283E0}" destId="{0CB21BEE-77EA-2844-99A6-266156FE94FF}" srcOrd="0" destOrd="0" presId="urn:microsoft.com/office/officeart/2005/8/layout/hProcess9"/>
    <dgm:cxn modelId="{FEA0356C-4BC8-A346-8B89-EB589E234DED}" type="presOf" srcId="{DB801FEF-C679-4611-A4E7-E4E7C0D4CA6F}" destId="{5D920FC8-7DF0-3848-825F-B80E9F6AAC6B}" srcOrd="0" destOrd="0" presId="urn:microsoft.com/office/officeart/2005/8/layout/hProcess9"/>
    <dgm:cxn modelId="{F7453751-542A-EF4E-BDAA-F81313FF39F7}" type="presOf" srcId="{10447C1F-C388-2941-8B40-A15C9C7E8C4D}" destId="{BE2890EA-91F6-C844-9FB1-F491BD7E97F6}" srcOrd="0" destOrd="0" presId="urn:microsoft.com/office/officeart/2005/8/layout/hProcess9"/>
    <dgm:cxn modelId="{A14F5795-E857-466B-952A-F20E5AA3080A}" srcId="{DB801FEF-C679-4611-A4E7-E4E7C0D4CA6F}" destId="{694E06C7-B427-4CBA-A9B8-5774C80DEFA4}" srcOrd="0" destOrd="0" parTransId="{58F8DBC9-224A-4C04-A1EA-A7BA4C498CD0}" sibTransId="{47CD8435-A072-460C-8999-60EE3C57190B}"/>
    <dgm:cxn modelId="{A4F437CC-F06A-C140-BF2D-74F6E3B99AAA}" type="presOf" srcId="{089B528F-AF4B-DA4C-A33C-56571E1D8646}" destId="{2C18FA7E-F533-4641-A048-B2DCD80B7D20}" srcOrd="0" destOrd="0" presId="urn:microsoft.com/office/officeart/2005/8/layout/hProcess9"/>
    <dgm:cxn modelId="{561822CF-8F06-447F-A685-4F7E1B86A88B}" srcId="{DB801FEF-C679-4611-A4E7-E4E7C0D4CA6F}" destId="{236AF3B0-4AF5-4B1F-9AC2-EEDBCA8DEAE3}" srcOrd="2" destOrd="0" parTransId="{A96935C5-9505-4E4C-ADAB-B7AAB71CE83D}" sibTransId="{D363D12C-7F33-41F8-AC5C-F1EBF43FDE49}"/>
    <dgm:cxn modelId="{5703E7DB-6FBD-3041-A1DE-7733FE95A7B6}" type="presOf" srcId="{2ED2F832-7EE7-44C8-A5CF-A5F064DAE392}" destId="{6A88EC11-BA56-DD44-A31F-F45258C2BF3C}" srcOrd="0" destOrd="0" presId="urn:microsoft.com/office/officeart/2005/8/layout/hProcess9"/>
    <dgm:cxn modelId="{1A57430D-ABD5-BC4F-B299-824D3FDB9B80}" type="presParOf" srcId="{5D920FC8-7DF0-3848-825F-B80E9F6AAC6B}" destId="{C83732C1-6A15-8C45-9A1C-9471FD2D27F2}" srcOrd="0" destOrd="0" presId="urn:microsoft.com/office/officeart/2005/8/layout/hProcess9"/>
    <dgm:cxn modelId="{96D16729-DAEF-8D4D-8BB5-05F15CB3071F}" type="presParOf" srcId="{5D920FC8-7DF0-3848-825F-B80E9F6AAC6B}" destId="{3DCE64B9-9F6E-0641-B27D-68E35F37DFF5}" srcOrd="1" destOrd="0" presId="urn:microsoft.com/office/officeart/2005/8/layout/hProcess9"/>
    <dgm:cxn modelId="{127588E0-3300-1C43-BD90-CB51C539C464}" type="presParOf" srcId="{3DCE64B9-9F6E-0641-B27D-68E35F37DFF5}" destId="{A6318A60-1896-F048-8472-B2DCA38D4251}" srcOrd="0" destOrd="0" presId="urn:microsoft.com/office/officeart/2005/8/layout/hProcess9"/>
    <dgm:cxn modelId="{96E1CF67-72D3-264A-A0F6-5DB36CA35099}" type="presParOf" srcId="{3DCE64B9-9F6E-0641-B27D-68E35F37DFF5}" destId="{389FB967-2990-F94F-9789-68A64C1E108C}" srcOrd="1" destOrd="0" presId="urn:microsoft.com/office/officeart/2005/8/layout/hProcess9"/>
    <dgm:cxn modelId="{583BAF8F-4F65-574C-98DC-E58C1D895975}" type="presParOf" srcId="{3DCE64B9-9F6E-0641-B27D-68E35F37DFF5}" destId="{6A88EC11-BA56-DD44-A31F-F45258C2BF3C}" srcOrd="2" destOrd="0" presId="urn:microsoft.com/office/officeart/2005/8/layout/hProcess9"/>
    <dgm:cxn modelId="{AC3A9811-5273-5442-892C-13551CCAF2B1}" type="presParOf" srcId="{3DCE64B9-9F6E-0641-B27D-68E35F37DFF5}" destId="{0BE54F79-3AC2-4E42-8C29-BE0809E0D138}" srcOrd="3" destOrd="0" presId="urn:microsoft.com/office/officeart/2005/8/layout/hProcess9"/>
    <dgm:cxn modelId="{4F6EE0D3-23EA-384F-B65A-A7FEFE6D989E}" type="presParOf" srcId="{3DCE64B9-9F6E-0641-B27D-68E35F37DFF5}" destId="{09E43019-8E86-6249-A5FF-1521D6935FB9}" srcOrd="4" destOrd="0" presId="urn:microsoft.com/office/officeart/2005/8/layout/hProcess9"/>
    <dgm:cxn modelId="{997008E3-6A9A-AC46-BFFE-27BE7D08F1FD}" type="presParOf" srcId="{3DCE64B9-9F6E-0641-B27D-68E35F37DFF5}" destId="{8C1EE162-B277-374B-AC33-FD3FCBE40F53}" srcOrd="5" destOrd="0" presId="urn:microsoft.com/office/officeart/2005/8/layout/hProcess9"/>
    <dgm:cxn modelId="{B229DB5A-81AF-C942-94D9-FE94D9960FA3}" type="presParOf" srcId="{3DCE64B9-9F6E-0641-B27D-68E35F37DFF5}" destId="{0CB21BEE-77EA-2844-99A6-266156FE94FF}" srcOrd="6" destOrd="0" presId="urn:microsoft.com/office/officeart/2005/8/layout/hProcess9"/>
    <dgm:cxn modelId="{BFDB17AD-5DC8-394C-ADAE-F1C1D4344892}" type="presParOf" srcId="{3DCE64B9-9F6E-0641-B27D-68E35F37DFF5}" destId="{72ABAB68-791C-DA4C-9078-0B5919721D18}" srcOrd="7" destOrd="0" presId="urn:microsoft.com/office/officeart/2005/8/layout/hProcess9"/>
    <dgm:cxn modelId="{20C35879-4FF0-F544-82E0-CA3052AF83E1}" type="presParOf" srcId="{3DCE64B9-9F6E-0641-B27D-68E35F37DFF5}" destId="{BE2890EA-91F6-C844-9FB1-F491BD7E97F6}" srcOrd="8" destOrd="0" presId="urn:microsoft.com/office/officeart/2005/8/layout/hProcess9"/>
    <dgm:cxn modelId="{CD41D0E7-2803-7645-B512-B5DAAD90FBF7}" type="presParOf" srcId="{3DCE64B9-9F6E-0641-B27D-68E35F37DFF5}" destId="{22B20280-CABD-B34A-8494-BDFF03FBC57A}" srcOrd="9" destOrd="0" presId="urn:microsoft.com/office/officeart/2005/8/layout/hProcess9"/>
    <dgm:cxn modelId="{622190D6-2454-C64E-B6B9-7967B87356D0}" type="presParOf" srcId="{3DCE64B9-9F6E-0641-B27D-68E35F37DFF5}" destId="{2C18FA7E-F533-4641-A048-B2DCD80B7D20}" srcOrd="10" destOrd="0" presId="urn:microsoft.com/office/officeart/2005/8/layout/hProcess9"/>
  </dgm:cxnLst>
  <dgm:bg/>
  <dgm:whole/>
  <dgm:extLst>
    <a:ext uri="http://schemas.microsoft.com/office/drawing/2008/diagram">
      <dsp:dataModelExt xmlns:dsp="http://schemas.microsoft.com/office/drawing/2008/diagram" relId="rId3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C3886E-B1E0-4F78-8F33-2BD7113C1024}">
      <dsp:nvSpPr>
        <dsp:cNvPr id="0" name=""/>
        <dsp:cNvSpPr/>
      </dsp:nvSpPr>
      <dsp:spPr>
        <a:xfrm rot="16200000">
          <a:off x="568153" y="-568153"/>
          <a:ext cx="1667622" cy="2803928"/>
        </a:xfrm>
        <a:prstGeom prst="round1Rect">
          <a:avLst/>
        </a:prstGeom>
        <a:solidFill>
          <a:srgbClr val="C2132F"/>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endParaRPr lang="es-ES" sz="1600" kern="1200" dirty="0">
            <a:latin typeface="Roboto" pitchFamily="2" charset="0"/>
            <a:ea typeface="Roboto" pitchFamily="2" charset="0"/>
          </a:endParaRPr>
        </a:p>
        <a:p>
          <a:pPr marL="0" lvl="0" indent="0" algn="ctr" defTabSz="711200">
            <a:lnSpc>
              <a:spcPct val="90000"/>
            </a:lnSpc>
            <a:spcBef>
              <a:spcPct val="0"/>
            </a:spcBef>
            <a:spcAft>
              <a:spcPct val="35000"/>
            </a:spcAft>
            <a:buNone/>
          </a:pPr>
          <a:r>
            <a:rPr lang="es-ES" sz="2800" kern="1200" dirty="0">
              <a:latin typeface="Roboto" pitchFamily="2" charset="0"/>
              <a:ea typeface="Roboto" pitchFamily="2" charset="0"/>
            </a:rPr>
            <a:t>L1 </a:t>
          </a:r>
          <a:r>
            <a:rPr lang="es-ES" sz="2800" kern="1200" dirty="0" err="1">
              <a:latin typeface="Roboto" pitchFamily="2" charset="0"/>
              <a:ea typeface="Roboto" pitchFamily="2" charset="0"/>
            </a:rPr>
            <a:t>Spanish</a:t>
          </a:r>
          <a:r>
            <a:rPr lang="es-ES" sz="2800" kern="1200" dirty="0">
              <a:latin typeface="Roboto" pitchFamily="2" charset="0"/>
              <a:ea typeface="Roboto" pitchFamily="2" charset="0"/>
            </a:rPr>
            <a:t> –  L2 English</a:t>
          </a:r>
          <a:br>
            <a:rPr lang="es-ES" sz="2800" kern="1200" dirty="0">
              <a:latin typeface="Roboto" pitchFamily="2" charset="0"/>
              <a:ea typeface="Roboto" pitchFamily="2" charset="0"/>
            </a:rPr>
          </a:br>
          <a:r>
            <a:rPr lang="es-ES" sz="2800" kern="1200" dirty="0">
              <a:latin typeface="Roboto" pitchFamily="2" charset="0"/>
              <a:ea typeface="Roboto" pitchFamily="2" charset="0"/>
            </a:rPr>
            <a:t>(Mini-</a:t>
          </a:r>
          <a:r>
            <a:rPr lang="es-ES" sz="2800" kern="1200" dirty="0" err="1">
              <a:latin typeface="Roboto" pitchFamily="2" charset="0"/>
              <a:ea typeface="Roboto" pitchFamily="2" charset="0"/>
            </a:rPr>
            <a:t>Spanish</a:t>
          </a:r>
          <a:r>
            <a:rPr lang="es-ES" sz="2800" kern="1200" dirty="0">
              <a:latin typeface="Roboto" pitchFamily="2" charset="0"/>
              <a:ea typeface="Roboto" pitchFamily="2" charset="0"/>
            </a:rPr>
            <a:t>) </a:t>
          </a:r>
        </a:p>
      </dsp:txBody>
      <dsp:txXfrm rot="5400000">
        <a:off x="-1" y="1"/>
        <a:ext cx="2803928" cy="1250716"/>
      </dsp:txXfrm>
    </dsp:sp>
    <dsp:sp modelId="{17A7F798-E150-43A3-94CC-0BC369C1032C}">
      <dsp:nvSpPr>
        <dsp:cNvPr id="0" name=""/>
        <dsp:cNvSpPr/>
      </dsp:nvSpPr>
      <dsp:spPr>
        <a:xfrm>
          <a:off x="2803928" y="0"/>
          <a:ext cx="2803928" cy="1667622"/>
        </a:xfrm>
        <a:prstGeom prst="round1Rect">
          <a:avLst/>
        </a:prstGeom>
        <a:solidFill>
          <a:schemeClr val="tx1">
            <a:lumMod val="95000"/>
            <a:lumOff val="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endParaRPr lang="es-ES" sz="1400" kern="1200" dirty="0">
            <a:latin typeface="Roboto" pitchFamily="2" charset="0"/>
            <a:ea typeface="Roboto" pitchFamily="2" charset="0"/>
          </a:endParaRPr>
        </a:p>
        <a:p>
          <a:pPr marL="0" lvl="0" indent="0" algn="ctr" defTabSz="622300">
            <a:lnSpc>
              <a:spcPct val="90000"/>
            </a:lnSpc>
            <a:spcBef>
              <a:spcPct val="0"/>
            </a:spcBef>
            <a:spcAft>
              <a:spcPct val="35000"/>
            </a:spcAft>
            <a:buNone/>
          </a:pPr>
          <a:r>
            <a:rPr lang="es-ES" sz="2800" kern="1200" dirty="0">
              <a:latin typeface="Roboto" pitchFamily="2" charset="0"/>
              <a:ea typeface="Roboto" pitchFamily="2" charset="0"/>
            </a:rPr>
            <a:t>L1 English –   L2 </a:t>
          </a:r>
          <a:r>
            <a:rPr lang="es-ES" sz="2800" kern="1200" dirty="0" err="1">
              <a:latin typeface="Roboto" pitchFamily="2" charset="0"/>
              <a:ea typeface="Roboto" pitchFamily="2" charset="0"/>
            </a:rPr>
            <a:t>Spanish</a:t>
          </a:r>
          <a:r>
            <a:rPr lang="es-ES" sz="2800" kern="1200" dirty="0">
              <a:latin typeface="Roboto" pitchFamily="2" charset="0"/>
              <a:ea typeface="Roboto" pitchFamily="2" charset="0"/>
            </a:rPr>
            <a:t> </a:t>
          </a:r>
          <a:br>
            <a:rPr lang="es-ES" sz="2800" kern="1200" dirty="0">
              <a:latin typeface="Roboto" pitchFamily="2" charset="0"/>
              <a:ea typeface="Roboto" pitchFamily="2" charset="0"/>
            </a:rPr>
          </a:br>
          <a:r>
            <a:rPr lang="es-ES" sz="2800" kern="1200" dirty="0">
              <a:latin typeface="Roboto" pitchFamily="2" charset="0"/>
              <a:ea typeface="Roboto" pitchFamily="2" charset="0"/>
            </a:rPr>
            <a:t>(Mini-</a:t>
          </a:r>
          <a:r>
            <a:rPr lang="es-ES" sz="2800" kern="1200" dirty="0" err="1">
              <a:latin typeface="Roboto" pitchFamily="2" charset="0"/>
              <a:ea typeface="Roboto" pitchFamily="2" charset="0"/>
            </a:rPr>
            <a:t>Spanish</a:t>
          </a:r>
          <a:r>
            <a:rPr lang="es-ES" sz="2800" kern="1200" dirty="0">
              <a:latin typeface="Roboto" pitchFamily="2" charset="0"/>
              <a:ea typeface="Roboto" pitchFamily="2" charset="0"/>
            </a:rPr>
            <a:t>)</a:t>
          </a:r>
        </a:p>
      </dsp:txBody>
      <dsp:txXfrm>
        <a:off x="2803928" y="0"/>
        <a:ext cx="2803928" cy="1250716"/>
      </dsp:txXfrm>
    </dsp:sp>
    <dsp:sp modelId="{E3579E98-7B57-4EC5-ABB1-FB2C962EEFA0}">
      <dsp:nvSpPr>
        <dsp:cNvPr id="0" name=""/>
        <dsp:cNvSpPr/>
      </dsp:nvSpPr>
      <dsp:spPr>
        <a:xfrm rot="10800000">
          <a:off x="0" y="1667622"/>
          <a:ext cx="2803928" cy="1667622"/>
        </a:xfrm>
        <a:prstGeom prst="round1Rect">
          <a:avLst/>
        </a:prstGeom>
        <a:solidFill>
          <a:schemeClr val="bg1">
            <a:lumMod val="6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ES" sz="2800" kern="1200" dirty="0">
              <a:solidFill>
                <a:schemeClr val="tx1"/>
              </a:solidFill>
              <a:latin typeface="Roboto" pitchFamily="2" charset="0"/>
              <a:ea typeface="Roboto" pitchFamily="2" charset="0"/>
            </a:rPr>
            <a:t>L1 </a:t>
          </a:r>
          <a:r>
            <a:rPr lang="es-ES" sz="2800" kern="1200" dirty="0" err="1">
              <a:solidFill>
                <a:schemeClr val="tx1"/>
              </a:solidFill>
              <a:latin typeface="Roboto" pitchFamily="2" charset="0"/>
              <a:ea typeface="Roboto" pitchFamily="2" charset="0"/>
            </a:rPr>
            <a:t>Spanish</a:t>
          </a:r>
          <a:r>
            <a:rPr lang="es-ES" sz="2800" kern="1200" dirty="0">
              <a:solidFill>
                <a:schemeClr val="tx1"/>
              </a:solidFill>
              <a:latin typeface="Roboto" pitchFamily="2" charset="0"/>
              <a:ea typeface="Roboto" pitchFamily="2" charset="0"/>
            </a:rPr>
            <a:t> – L2 English</a:t>
          </a:r>
          <a:br>
            <a:rPr lang="es-ES" sz="2800" kern="1200" dirty="0">
              <a:solidFill>
                <a:schemeClr val="tx1"/>
              </a:solidFill>
              <a:latin typeface="Roboto" pitchFamily="2" charset="0"/>
              <a:ea typeface="Roboto" pitchFamily="2" charset="0"/>
            </a:rPr>
          </a:br>
          <a:r>
            <a:rPr lang="es-ES" sz="2800" kern="1200" dirty="0">
              <a:solidFill>
                <a:schemeClr val="tx1"/>
              </a:solidFill>
              <a:latin typeface="Roboto" pitchFamily="2" charset="0"/>
              <a:ea typeface="Roboto" pitchFamily="2" charset="0"/>
            </a:rPr>
            <a:t>(Mini-English)</a:t>
          </a:r>
        </a:p>
        <a:p>
          <a:pPr marL="0" lvl="0" indent="0" algn="ctr" defTabSz="1244600">
            <a:lnSpc>
              <a:spcPct val="90000"/>
            </a:lnSpc>
            <a:spcBef>
              <a:spcPct val="0"/>
            </a:spcBef>
            <a:spcAft>
              <a:spcPct val="35000"/>
            </a:spcAft>
            <a:buNone/>
          </a:pPr>
          <a:endParaRPr lang="es-ES" sz="1400" kern="1200" dirty="0">
            <a:solidFill>
              <a:schemeClr val="tx1"/>
            </a:solidFill>
            <a:latin typeface="Roboto" pitchFamily="2" charset="0"/>
            <a:ea typeface="Roboto" pitchFamily="2" charset="0"/>
          </a:endParaRPr>
        </a:p>
      </dsp:txBody>
      <dsp:txXfrm rot="10800000">
        <a:off x="0" y="2084528"/>
        <a:ext cx="2803928" cy="1250716"/>
      </dsp:txXfrm>
    </dsp:sp>
    <dsp:sp modelId="{69734D6D-4F1B-41E1-94C0-84290D7F7B76}">
      <dsp:nvSpPr>
        <dsp:cNvPr id="0" name=""/>
        <dsp:cNvSpPr/>
      </dsp:nvSpPr>
      <dsp:spPr>
        <a:xfrm rot="5400000">
          <a:off x="3372081" y="1099469"/>
          <a:ext cx="1667622" cy="2803928"/>
        </a:xfrm>
        <a:prstGeom prst="round1Rect">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s-ES" sz="2800" kern="1200" dirty="0">
              <a:solidFill>
                <a:schemeClr val="tx1"/>
              </a:solidFill>
              <a:latin typeface="Roboto" pitchFamily="2" charset="0"/>
              <a:ea typeface="Roboto" pitchFamily="2" charset="0"/>
            </a:rPr>
            <a:t>L1 English – L2 </a:t>
          </a:r>
          <a:r>
            <a:rPr lang="es-ES" sz="2800" kern="1200" dirty="0" err="1">
              <a:solidFill>
                <a:schemeClr val="tx1"/>
              </a:solidFill>
              <a:latin typeface="Roboto" pitchFamily="2" charset="0"/>
              <a:ea typeface="Roboto" pitchFamily="2" charset="0"/>
            </a:rPr>
            <a:t>Spanish</a:t>
          </a:r>
          <a:r>
            <a:rPr lang="es-ES" sz="2800" kern="1200" dirty="0">
              <a:solidFill>
                <a:schemeClr val="tx1"/>
              </a:solidFill>
              <a:latin typeface="Roboto" pitchFamily="2" charset="0"/>
              <a:ea typeface="Roboto" pitchFamily="2" charset="0"/>
            </a:rPr>
            <a:t> </a:t>
          </a:r>
          <a:br>
            <a:rPr lang="es-ES" sz="2800" kern="1200" dirty="0">
              <a:solidFill>
                <a:schemeClr val="tx1"/>
              </a:solidFill>
              <a:latin typeface="Roboto" pitchFamily="2" charset="0"/>
              <a:ea typeface="Roboto" pitchFamily="2" charset="0"/>
            </a:rPr>
          </a:br>
          <a:r>
            <a:rPr lang="es-ES" sz="2800" kern="1200" dirty="0">
              <a:solidFill>
                <a:schemeClr val="tx1"/>
              </a:solidFill>
              <a:latin typeface="Roboto" pitchFamily="2" charset="0"/>
              <a:ea typeface="Roboto" pitchFamily="2" charset="0"/>
            </a:rPr>
            <a:t>(Mini-English)</a:t>
          </a:r>
        </a:p>
        <a:p>
          <a:pPr marL="0" lvl="0" indent="0" algn="ctr" defTabSz="1244600">
            <a:lnSpc>
              <a:spcPct val="90000"/>
            </a:lnSpc>
            <a:spcBef>
              <a:spcPct val="0"/>
            </a:spcBef>
            <a:spcAft>
              <a:spcPct val="35000"/>
            </a:spcAft>
            <a:buNone/>
          </a:pPr>
          <a:endParaRPr lang="es-ES" sz="1600" kern="1200" dirty="0">
            <a:solidFill>
              <a:schemeClr val="tx1"/>
            </a:solidFill>
            <a:latin typeface="Roboto" pitchFamily="2" charset="0"/>
            <a:ea typeface="Roboto" pitchFamily="2" charset="0"/>
          </a:endParaRPr>
        </a:p>
      </dsp:txBody>
      <dsp:txXfrm rot="-5400000">
        <a:off x="2803928" y="2084528"/>
        <a:ext cx="2803928" cy="1250716"/>
      </dsp:txXfrm>
    </dsp:sp>
    <dsp:sp modelId="{9CAA1E03-AA21-404D-B3F9-42B1742A88CC}">
      <dsp:nvSpPr>
        <dsp:cNvPr id="0" name=""/>
        <dsp:cNvSpPr/>
      </dsp:nvSpPr>
      <dsp:spPr>
        <a:xfrm>
          <a:off x="1838608" y="1335715"/>
          <a:ext cx="1682357" cy="833811"/>
        </a:xfrm>
        <a:prstGeom prst="roundRect">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endParaRPr lang="es-ES" sz="2800" b="1" kern="1200" dirty="0">
            <a:solidFill>
              <a:schemeClr val="tx1"/>
            </a:solidFill>
            <a:latin typeface="Roboto" pitchFamily="2" charset="0"/>
            <a:ea typeface="Roboto" pitchFamily="2" charset="0"/>
          </a:endParaRPr>
        </a:p>
      </dsp:txBody>
      <dsp:txXfrm>
        <a:off x="1879311" y="1376418"/>
        <a:ext cx="1600951" cy="7524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72786-AFE7-A841-8734-3C6539EB4CD5}">
      <dsp:nvSpPr>
        <dsp:cNvPr id="0" name=""/>
        <dsp:cNvSpPr/>
      </dsp:nvSpPr>
      <dsp:spPr>
        <a:xfrm>
          <a:off x="3284934" y="2118073"/>
          <a:ext cx="293634" cy="315656"/>
        </a:xfrm>
        <a:custGeom>
          <a:avLst/>
          <a:gdLst/>
          <a:ahLst/>
          <a:cxnLst/>
          <a:rect l="0" t="0" r="0" b="0"/>
          <a:pathLst>
            <a:path>
              <a:moveTo>
                <a:pt x="0" y="0"/>
              </a:moveTo>
              <a:lnTo>
                <a:pt x="146817" y="0"/>
              </a:lnTo>
              <a:lnTo>
                <a:pt x="146817" y="315656"/>
              </a:lnTo>
              <a:lnTo>
                <a:pt x="293634" y="315656"/>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B73D101-68EE-8B41-84EE-5D32F2455AE2}">
      <dsp:nvSpPr>
        <dsp:cNvPr id="0" name=""/>
        <dsp:cNvSpPr/>
      </dsp:nvSpPr>
      <dsp:spPr>
        <a:xfrm>
          <a:off x="3284934" y="1802416"/>
          <a:ext cx="293634" cy="315656"/>
        </a:xfrm>
        <a:custGeom>
          <a:avLst/>
          <a:gdLst/>
          <a:ahLst/>
          <a:cxnLst/>
          <a:rect l="0" t="0" r="0" b="0"/>
          <a:pathLst>
            <a:path>
              <a:moveTo>
                <a:pt x="0" y="315656"/>
              </a:moveTo>
              <a:lnTo>
                <a:pt x="146817" y="315656"/>
              </a:lnTo>
              <a:lnTo>
                <a:pt x="146817" y="0"/>
              </a:lnTo>
              <a:lnTo>
                <a:pt x="293634" y="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5FC369-B0E6-524F-A582-9C8E4E42E852}">
      <dsp:nvSpPr>
        <dsp:cNvPr id="0" name=""/>
        <dsp:cNvSpPr/>
      </dsp:nvSpPr>
      <dsp:spPr>
        <a:xfrm>
          <a:off x="1523129" y="1486759"/>
          <a:ext cx="293634" cy="631313"/>
        </a:xfrm>
        <a:custGeom>
          <a:avLst/>
          <a:gdLst/>
          <a:ahLst/>
          <a:cxnLst/>
          <a:rect l="0" t="0" r="0" b="0"/>
          <a:pathLst>
            <a:path>
              <a:moveTo>
                <a:pt x="0" y="0"/>
              </a:moveTo>
              <a:lnTo>
                <a:pt x="146817" y="0"/>
              </a:lnTo>
              <a:lnTo>
                <a:pt x="146817" y="631313"/>
              </a:lnTo>
              <a:lnTo>
                <a:pt x="293634" y="631313"/>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6266755-BAE6-F04C-8215-4DD91B5ABB37}">
      <dsp:nvSpPr>
        <dsp:cNvPr id="0" name=""/>
        <dsp:cNvSpPr/>
      </dsp:nvSpPr>
      <dsp:spPr>
        <a:xfrm>
          <a:off x="1523129" y="1441039"/>
          <a:ext cx="293634" cy="91440"/>
        </a:xfrm>
        <a:custGeom>
          <a:avLst/>
          <a:gdLst/>
          <a:ahLst/>
          <a:cxnLst/>
          <a:rect l="0" t="0" r="0" b="0"/>
          <a:pathLst>
            <a:path>
              <a:moveTo>
                <a:pt x="0" y="45720"/>
              </a:moveTo>
              <a:lnTo>
                <a:pt x="293634" y="4572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1FD9F6-17FC-0547-AF15-B54D3D3C1CD3}">
      <dsp:nvSpPr>
        <dsp:cNvPr id="0" name=""/>
        <dsp:cNvSpPr/>
      </dsp:nvSpPr>
      <dsp:spPr>
        <a:xfrm>
          <a:off x="1523129" y="855446"/>
          <a:ext cx="293634" cy="631313"/>
        </a:xfrm>
        <a:custGeom>
          <a:avLst/>
          <a:gdLst/>
          <a:ahLst/>
          <a:cxnLst/>
          <a:rect l="0" t="0" r="0" b="0"/>
          <a:pathLst>
            <a:path>
              <a:moveTo>
                <a:pt x="0" y="631313"/>
              </a:moveTo>
              <a:lnTo>
                <a:pt x="146817" y="631313"/>
              </a:lnTo>
              <a:lnTo>
                <a:pt x="146817" y="0"/>
              </a:lnTo>
              <a:lnTo>
                <a:pt x="293634" y="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6732C9E-4467-0F4E-A71A-6CC21F79C804}">
      <dsp:nvSpPr>
        <dsp:cNvPr id="0" name=""/>
        <dsp:cNvSpPr/>
      </dsp:nvSpPr>
      <dsp:spPr>
        <a:xfrm>
          <a:off x="1468170" y="178176"/>
          <a:ext cx="348593" cy="91440"/>
        </a:xfrm>
        <a:custGeom>
          <a:avLst/>
          <a:gdLst/>
          <a:ahLst/>
          <a:cxnLst/>
          <a:rect l="0" t="0" r="0" b="0"/>
          <a:pathLst>
            <a:path>
              <a:moveTo>
                <a:pt x="0" y="45720"/>
              </a:moveTo>
              <a:lnTo>
                <a:pt x="201776" y="45720"/>
              </a:lnTo>
              <a:lnTo>
                <a:pt x="201776" y="45956"/>
              </a:lnTo>
              <a:lnTo>
                <a:pt x="348593" y="45956"/>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17654B1-395E-614F-A9F1-A228CFB1607A}">
      <dsp:nvSpPr>
        <dsp:cNvPr id="0" name=""/>
        <dsp:cNvSpPr/>
      </dsp:nvSpPr>
      <dsp:spPr>
        <a:xfrm>
          <a:off x="0" y="0"/>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Language background</a:t>
          </a:r>
        </a:p>
      </dsp:txBody>
      <dsp:txXfrm>
        <a:off x="0" y="0"/>
        <a:ext cx="1468170" cy="447792"/>
      </dsp:txXfrm>
    </dsp:sp>
    <dsp:sp modelId="{AC54B86C-A99E-404C-9CB4-79D9E56B0354}">
      <dsp:nvSpPr>
        <dsp:cNvPr id="0" name=""/>
        <dsp:cNvSpPr/>
      </dsp:nvSpPr>
      <dsp:spPr>
        <a:xfrm>
          <a:off x="1816764" y="236"/>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LHQ 3.0.</a:t>
          </a:r>
        </a:p>
      </dsp:txBody>
      <dsp:txXfrm>
        <a:off x="1816764" y="236"/>
        <a:ext cx="1468170" cy="447792"/>
      </dsp:txXfrm>
    </dsp:sp>
    <dsp:sp modelId="{8015054E-2CEE-A24D-A244-0C7139A3E056}">
      <dsp:nvSpPr>
        <dsp:cNvPr id="0" name=""/>
        <dsp:cNvSpPr/>
      </dsp:nvSpPr>
      <dsp:spPr>
        <a:xfrm>
          <a:off x="54959" y="1262863"/>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Cognitive Tasks</a:t>
          </a:r>
        </a:p>
      </dsp:txBody>
      <dsp:txXfrm>
        <a:off x="54959" y="1262863"/>
        <a:ext cx="1468170" cy="447792"/>
      </dsp:txXfrm>
    </dsp:sp>
    <dsp:sp modelId="{38DE1604-CA6F-464E-A0FE-B6A11099B41A}">
      <dsp:nvSpPr>
        <dsp:cNvPr id="0" name=""/>
        <dsp:cNvSpPr/>
      </dsp:nvSpPr>
      <dsp:spPr>
        <a:xfrm>
          <a:off x="1816764" y="631550"/>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Stroop Task</a:t>
          </a:r>
        </a:p>
      </dsp:txBody>
      <dsp:txXfrm>
        <a:off x="1816764" y="631550"/>
        <a:ext cx="1468170" cy="447792"/>
      </dsp:txXfrm>
    </dsp:sp>
    <dsp:sp modelId="{3D19BE03-A1EF-D54F-AB74-1DA6313C82FF}">
      <dsp:nvSpPr>
        <dsp:cNvPr id="0" name=""/>
        <dsp:cNvSpPr/>
      </dsp:nvSpPr>
      <dsp:spPr>
        <a:xfrm>
          <a:off x="1816764" y="1262863"/>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ASRT</a:t>
          </a:r>
        </a:p>
      </dsp:txBody>
      <dsp:txXfrm>
        <a:off x="1816764" y="1262863"/>
        <a:ext cx="1468170" cy="447792"/>
      </dsp:txXfrm>
    </dsp:sp>
    <dsp:sp modelId="{F2030458-A3B1-A048-AEB8-B48A15C08B0A}">
      <dsp:nvSpPr>
        <dsp:cNvPr id="0" name=""/>
        <dsp:cNvSpPr/>
      </dsp:nvSpPr>
      <dsp:spPr>
        <a:xfrm>
          <a:off x="1816764" y="1894177"/>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Digit Span</a:t>
          </a:r>
        </a:p>
      </dsp:txBody>
      <dsp:txXfrm>
        <a:off x="1816764" y="1894177"/>
        <a:ext cx="1468170" cy="447792"/>
      </dsp:txXfrm>
    </dsp:sp>
    <dsp:sp modelId="{1155C9E0-BC4B-6249-8B34-96B6CF802B4A}">
      <dsp:nvSpPr>
        <dsp:cNvPr id="0" name=""/>
        <dsp:cNvSpPr/>
      </dsp:nvSpPr>
      <dsp:spPr>
        <a:xfrm>
          <a:off x="3578569" y="1578520"/>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Forward</a:t>
          </a:r>
        </a:p>
      </dsp:txBody>
      <dsp:txXfrm>
        <a:off x="3578569" y="1578520"/>
        <a:ext cx="1468170" cy="447792"/>
      </dsp:txXfrm>
    </dsp:sp>
    <dsp:sp modelId="{6BAD8059-BB09-FF49-ACCE-CF0C151627A4}">
      <dsp:nvSpPr>
        <dsp:cNvPr id="0" name=""/>
        <dsp:cNvSpPr/>
      </dsp:nvSpPr>
      <dsp:spPr>
        <a:xfrm>
          <a:off x="3578569" y="2209833"/>
          <a:ext cx="1468170" cy="447792"/>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GB" sz="1500" kern="1200" dirty="0"/>
            <a:t>Backward</a:t>
          </a:r>
        </a:p>
      </dsp:txBody>
      <dsp:txXfrm>
        <a:off x="3578569" y="2209833"/>
        <a:ext cx="1468170" cy="4477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871444-01DD-5E46-873C-D5566703F46D}">
      <dsp:nvSpPr>
        <dsp:cNvPr id="0" name=""/>
        <dsp:cNvSpPr/>
      </dsp:nvSpPr>
      <dsp:spPr>
        <a:xfrm>
          <a:off x="1524944" y="1858097"/>
          <a:ext cx="1062187" cy="94838"/>
        </a:xfrm>
        <a:custGeom>
          <a:avLst/>
          <a:gdLst/>
          <a:ahLst/>
          <a:cxnLst/>
          <a:rect l="0" t="0" r="0" b="0"/>
          <a:pathLst>
            <a:path>
              <a:moveTo>
                <a:pt x="0" y="0"/>
              </a:moveTo>
              <a:lnTo>
                <a:pt x="1062187" y="0"/>
              </a:lnTo>
              <a:lnTo>
                <a:pt x="1062187" y="94838"/>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2EDE22-6C70-3F4C-A9E2-4D361E279DD2}">
      <dsp:nvSpPr>
        <dsp:cNvPr id="0" name=""/>
        <dsp:cNvSpPr/>
      </dsp:nvSpPr>
      <dsp:spPr>
        <a:xfrm>
          <a:off x="1524944" y="1763259"/>
          <a:ext cx="1062187" cy="94838"/>
        </a:xfrm>
        <a:custGeom>
          <a:avLst/>
          <a:gdLst/>
          <a:ahLst/>
          <a:cxnLst/>
          <a:rect l="0" t="0" r="0" b="0"/>
          <a:pathLst>
            <a:path>
              <a:moveTo>
                <a:pt x="0" y="94838"/>
              </a:moveTo>
              <a:lnTo>
                <a:pt x="1062187" y="94838"/>
              </a:lnTo>
              <a:lnTo>
                <a:pt x="1062187" y="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3E5659-5A6D-8644-8CF7-343C26696A5A}">
      <dsp:nvSpPr>
        <dsp:cNvPr id="0" name=""/>
        <dsp:cNvSpPr/>
      </dsp:nvSpPr>
      <dsp:spPr>
        <a:xfrm>
          <a:off x="6987625" y="2645540"/>
          <a:ext cx="303482" cy="91440"/>
        </a:xfrm>
        <a:custGeom>
          <a:avLst/>
          <a:gdLst/>
          <a:ahLst/>
          <a:cxnLst/>
          <a:rect l="0" t="0" r="0" b="0"/>
          <a:pathLst>
            <a:path>
              <a:moveTo>
                <a:pt x="0" y="45720"/>
              </a:moveTo>
              <a:lnTo>
                <a:pt x="303482" y="4572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1E94BC-4D7F-834E-BF1F-7A280F995833}">
      <dsp:nvSpPr>
        <dsp:cNvPr id="0" name=""/>
        <dsp:cNvSpPr/>
      </dsp:nvSpPr>
      <dsp:spPr>
        <a:xfrm>
          <a:off x="5166731" y="2645540"/>
          <a:ext cx="303482" cy="91440"/>
        </a:xfrm>
        <a:custGeom>
          <a:avLst/>
          <a:gdLst/>
          <a:ahLst/>
          <a:cxnLst/>
          <a:rect l="0" t="0" r="0" b="0"/>
          <a:pathLst>
            <a:path>
              <a:moveTo>
                <a:pt x="0" y="45720"/>
              </a:moveTo>
              <a:lnTo>
                <a:pt x="303482" y="4572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4C5B4D-DCD9-1B40-A3BD-F62207D0A260}">
      <dsp:nvSpPr>
        <dsp:cNvPr id="0" name=""/>
        <dsp:cNvSpPr/>
      </dsp:nvSpPr>
      <dsp:spPr>
        <a:xfrm>
          <a:off x="1524944" y="1858097"/>
          <a:ext cx="2124375" cy="833162"/>
        </a:xfrm>
        <a:custGeom>
          <a:avLst/>
          <a:gdLst/>
          <a:ahLst/>
          <a:cxnLst/>
          <a:rect l="0" t="0" r="0" b="0"/>
          <a:pathLst>
            <a:path>
              <a:moveTo>
                <a:pt x="0" y="0"/>
              </a:moveTo>
              <a:lnTo>
                <a:pt x="1972634" y="0"/>
              </a:lnTo>
              <a:lnTo>
                <a:pt x="1972634" y="833162"/>
              </a:lnTo>
              <a:lnTo>
                <a:pt x="2124375" y="833162"/>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30E936-11AB-C846-BAFF-E013A0B2886E}">
      <dsp:nvSpPr>
        <dsp:cNvPr id="0" name=""/>
        <dsp:cNvSpPr/>
      </dsp:nvSpPr>
      <dsp:spPr>
        <a:xfrm>
          <a:off x="6987625" y="1766991"/>
          <a:ext cx="303482" cy="91440"/>
        </a:xfrm>
        <a:custGeom>
          <a:avLst/>
          <a:gdLst/>
          <a:ahLst/>
          <a:cxnLst/>
          <a:rect l="0" t="0" r="0" b="0"/>
          <a:pathLst>
            <a:path>
              <a:moveTo>
                <a:pt x="0" y="45720"/>
              </a:moveTo>
              <a:lnTo>
                <a:pt x="303482" y="4572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CD90882-2456-1846-984C-CBF1CD5CADDE}">
      <dsp:nvSpPr>
        <dsp:cNvPr id="0" name=""/>
        <dsp:cNvSpPr/>
      </dsp:nvSpPr>
      <dsp:spPr>
        <a:xfrm>
          <a:off x="5166731" y="1766991"/>
          <a:ext cx="303482" cy="91440"/>
        </a:xfrm>
        <a:custGeom>
          <a:avLst/>
          <a:gdLst/>
          <a:ahLst/>
          <a:cxnLst/>
          <a:rect l="0" t="0" r="0" b="0"/>
          <a:pathLst>
            <a:path>
              <a:moveTo>
                <a:pt x="0" y="45720"/>
              </a:moveTo>
              <a:lnTo>
                <a:pt x="303482" y="4572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A3F9C0-172E-A948-A9C6-4137EDD8A559}">
      <dsp:nvSpPr>
        <dsp:cNvPr id="0" name=""/>
        <dsp:cNvSpPr/>
      </dsp:nvSpPr>
      <dsp:spPr>
        <a:xfrm>
          <a:off x="1524944" y="1766991"/>
          <a:ext cx="2124375" cy="91440"/>
        </a:xfrm>
        <a:custGeom>
          <a:avLst/>
          <a:gdLst/>
          <a:ahLst/>
          <a:cxnLst/>
          <a:rect l="0" t="0" r="0" b="0"/>
          <a:pathLst>
            <a:path>
              <a:moveTo>
                <a:pt x="0" y="91106"/>
              </a:moveTo>
              <a:lnTo>
                <a:pt x="1972634" y="91106"/>
              </a:lnTo>
              <a:lnTo>
                <a:pt x="1972634" y="45720"/>
              </a:lnTo>
              <a:lnTo>
                <a:pt x="2124375" y="4572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8076E3-A640-474F-A29C-3C35F22C3674}">
      <dsp:nvSpPr>
        <dsp:cNvPr id="0" name=""/>
        <dsp:cNvSpPr/>
      </dsp:nvSpPr>
      <dsp:spPr>
        <a:xfrm>
          <a:off x="6987625" y="979215"/>
          <a:ext cx="303482" cy="91440"/>
        </a:xfrm>
        <a:custGeom>
          <a:avLst/>
          <a:gdLst/>
          <a:ahLst/>
          <a:cxnLst/>
          <a:rect l="0" t="0" r="0" b="0"/>
          <a:pathLst>
            <a:path>
              <a:moveTo>
                <a:pt x="0" y="45720"/>
              </a:moveTo>
              <a:lnTo>
                <a:pt x="303482" y="4572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99C907-0746-0B4D-97EA-7644751BAEF0}">
      <dsp:nvSpPr>
        <dsp:cNvPr id="0" name=""/>
        <dsp:cNvSpPr/>
      </dsp:nvSpPr>
      <dsp:spPr>
        <a:xfrm>
          <a:off x="5166731" y="979215"/>
          <a:ext cx="303482" cy="91440"/>
        </a:xfrm>
        <a:custGeom>
          <a:avLst/>
          <a:gdLst/>
          <a:ahLst/>
          <a:cxnLst/>
          <a:rect l="0" t="0" r="0" b="0"/>
          <a:pathLst>
            <a:path>
              <a:moveTo>
                <a:pt x="0" y="45720"/>
              </a:moveTo>
              <a:lnTo>
                <a:pt x="303482" y="45720"/>
              </a:lnTo>
            </a:path>
          </a:pathLst>
        </a:custGeom>
        <a:noFill/>
        <a:ln w="12700" cap="flat" cmpd="sng" algn="ctr">
          <a:solidFill>
            <a:schemeClr val="dk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D449CA-0500-DF45-AFE9-2F3FD99C52C8}">
      <dsp:nvSpPr>
        <dsp:cNvPr id="0" name=""/>
        <dsp:cNvSpPr/>
      </dsp:nvSpPr>
      <dsp:spPr>
        <a:xfrm>
          <a:off x="1524944" y="1024935"/>
          <a:ext cx="2124375" cy="833162"/>
        </a:xfrm>
        <a:custGeom>
          <a:avLst/>
          <a:gdLst/>
          <a:ahLst/>
          <a:cxnLst/>
          <a:rect l="0" t="0" r="0" b="0"/>
          <a:pathLst>
            <a:path>
              <a:moveTo>
                <a:pt x="0" y="833162"/>
              </a:moveTo>
              <a:lnTo>
                <a:pt x="1972634" y="833162"/>
              </a:lnTo>
              <a:lnTo>
                <a:pt x="1972634" y="0"/>
              </a:lnTo>
              <a:lnTo>
                <a:pt x="2124375" y="0"/>
              </a:lnTo>
            </a:path>
          </a:pathLst>
        </a:custGeom>
        <a:noFill/>
        <a:ln w="12700" cap="flat" cmpd="sng" algn="ctr">
          <a:solidFill>
            <a:schemeClr val="dk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055F1D-B661-E142-A3A9-28CEE1B8E122}">
      <dsp:nvSpPr>
        <dsp:cNvPr id="0" name=""/>
        <dsp:cNvSpPr/>
      </dsp:nvSpPr>
      <dsp:spPr>
        <a:xfrm>
          <a:off x="7533" y="1626692"/>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dirty="0"/>
            <a:t>Artificial Languages (</a:t>
          </a:r>
          <a:r>
            <a:rPr lang="en-US" sz="1000" kern="1200" dirty="0">
              <a:effectLst/>
              <a:latin typeface="Calibri" panose="020F0502020204030204" pitchFamily="34" charset="0"/>
              <a:ea typeface="Times New Roman" panose="02020603050405020304" pitchFamily="18" charset="0"/>
            </a:rPr>
            <a:t>adapted from González Alonso et al. (2020))</a:t>
          </a:r>
          <a:endParaRPr lang="en-GB" sz="1000" kern="1200" dirty="0"/>
        </a:p>
      </dsp:txBody>
      <dsp:txXfrm>
        <a:off x="7533" y="1626692"/>
        <a:ext cx="1517411" cy="462810"/>
      </dsp:txXfrm>
    </dsp:sp>
    <dsp:sp modelId="{5CD4F709-7E23-084B-AFC0-B0D20AAB0C9F}">
      <dsp:nvSpPr>
        <dsp:cNvPr id="0" name=""/>
        <dsp:cNvSpPr/>
      </dsp:nvSpPr>
      <dsp:spPr>
        <a:xfrm>
          <a:off x="3649320" y="793530"/>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ES" sz="1000" kern="1200" dirty="0">
              <a:effectLst/>
              <a:latin typeface="Calibri" panose="020F0502020204030204" pitchFamily="34" charset="0"/>
              <a:ea typeface="Times New Roman" panose="02020603050405020304" pitchFamily="18" charset="0"/>
            </a:rPr>
            <a:t>Gender and number agreement</a:t>
          </a:r>
          <a:endParaRPr lang="en-ES" sz="1000" kern="1200" dirty="0"/>
        </a:p>
      </dsp:txBody>
      <dsp:txXfrm>
        <a:off x="3649320" y="793530"/>
        <a:ext cx="1517411" cy="462810"/>
      </dsp:txXfrm>
    </dsp:sp>
    <dsp:sp modelId="{FEA29361-0711-034D-8E2F-32CDC449050A}">
      <dsp:nvSpPr>
        <dsp:cNvPr id="0" name=""/>
        <dsp:cNvSpPr/>
      </dsp:nvSpPr>
      <dsp:spPr>
        <a:xfrm>
          <a:off x="5470213" y="793530"/>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ES" sz="1000" kern="1200" dirty="0"/>
            <a:t>Female marked with </a:t>
          </a:r>
          <a:r>
            <a:rPr lang="en-ES" sz="1000" i="1" kern="1200" dirty="0"/>
            <a:t>-(e)ju </a:t>
          </a:r>
          <a:r>
            <a:rPr lang="en-ES" sz="1000" kern="1200" dirty="0"/>
            <a:t>and male marked with -</a:t>
          </a:r>
          <a:r>
            <a:rPr lang="en-ES" sz="1000" i="1" kern="1200" dirty="0"/>
            <a:t>(e)zu</a:t>
          </a:r>
          <a:r>
            <a:rPr lang="en-ES" sz="1000" kern="1200" dirty="0"/>
            <a:t>. Plural marked with </a:t>
          </a:r>
          <a:r>
            <a:rPr lang="en-ES" sz="1000" i="1" kern="1200" dirty="0"/>
            <a:t>-r</a:t>
          </a:r>
        </a:p>
      </dsp:txBody>
      <dsp:txXfrm>
        <a:off x="5470213" y="793530"/>
        <a:ext cx="1517411" cy="462810"/>
      </dsp:txXfrm>
    </dsp:sp>
    <dsp:sp modelId="{C3FE5473-C61D-5941-A72A-C0B8F7A3EB55}">
      <dsp:nvSpPr>
        <dsp:cNvPr id="0" name=""/>
        <dsp:cNvSpPr/>
      </dsp:nvSpPr>
      <dsp:spPr>
        <a:xfrm>
          <a:off x="7291107" y="793530"/>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ES" sz="1000" kern="1200" dirty="0"/>
            <a:t>For example, je(r) box is bigeju(r) and ze(r) pencil is bigezu(r)</a:t>
          </a:r>
        </a:p>
      </dsp:txBody>
      <dsp:txXfrm>
        <a:off x="7291107" y="793530"/>
        <a:ext cx="1517411" cy="462810"/>
      </dsp:txXfrm>
    </dsp:sp>
    <dsp:sp modelId="{0A793F12-3141-9E4D-A81E-A2817AC25717}">
      <dsp:nvSpPr>
        <dsp:cNvPr id="0" name=""/>
        <dsp:cNvSpPr/>
      </dsp:nvSpPr>
      <dsp:spPr>
        <a:xfrm>
          <a:off x="3649320" y="1581305"/>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dirty="0"/>
            <a:t>Differential Object marking</a:t>
          </a:r>
        </a:p>
      </dsp:txBody>
      <dsp:txXfrm>
        <a:off x="3649320" y="1581305"/>
        <a:ext cx="1517411" cy="462810"/>
      </dsp:txXfrm>
    </dsp:sp>
    <dsp:sp modelId="{2C6FC67F-DA50-C342-9E06-420602A7A109}">
      <dsp:nvSpPr>
        <dsp:cNvPr id="0" name=""/>
        <dsp:cNvSpPr/>
      </dsp:nvSpPr>
      <dsp:spPr>
        <a:xfrm>
          <a:off x="5470213" y="1446017"/>
          <a:ext cx="1517411" cy="73338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effectLst/>
              <a:latin typeface="Calibri" panose="020F0502020204030204" pitchFamily="34" charset="0"/>
              <a:ea typeface="Times New Roman" panose="02020603050405020304" pitchFamily="18" charset="0"/>
            </a:rPr>
            <a:t>Direct objects are marked with the DOM suffix </a:t>
          </a:r>
          <a:r>
            <a:rPr lang="en-US" sz="1000" i="1" kern="1200" dirty="0">
              <a:effectLst/>
              <a:latin typeface="Calibri" panose="020F0502020204030204" pitchFamily="34" charset="0"/>
              <a:ea typeface="Times New Roman" panose="02020603050405020304" pitchFamily="18" charset="0"/>
            </a:rPr>
            <a:t>-fi</a:t>
          </a:r>
          <a:endParaRPr lang="en-GB" sz="1000" i="1" kern="1200" dirty="0"/>
        </a:p>
      </dsp:txBody>
      <dsp:txXfrm>
        <a:off x="5470213" y="1446017"/>
        <a:ext cx="1517411" cy="733387"/>
      </dsp:txXfrm>
    </dsp:sp>
    <dsp:sp modelId="{5FED3377-D15D-BB45-AC9A-740EA0638F9F}">
      <dsp:nvSpPr>
        <dsp:cNvPr id="0" name=""/>
        <dsp:cNvSpPr/>
      </dsp:nvSpPr>
      <dsp:spPr>
        <a:xfrm>
          <a:off x="7291107" y="1581305"/>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effectLst/>
              <a:latin typeface="Calibri" panose="020F0502020204030204" pitchFamily="34" charset="0"/>
              <a:ea typeface="Times New Roman" panose="02020603050405020304" pitchFamily="18" charset="0"/>
            </a:rPr>
            <a:t>For example, </a:t>
          </a:r>
          <a:r>
            <a:rPr lang="en-US" sz="1000" i="1" kern="1200" dirty="0">
              <a:effectLst/>
              <a:latin typeface="Calibri" panose="020F0502020204030204" pitchFamily="34" charset="0"/>
              <a:ea typeface="Times New Roman" panose="02020603050405020304" pitchFamily="18" charset="0"/>
            </a:rPr>
            <a:t>He buys a </a:t>
          </a:r>
          <a:r>
            <a:rPr lang="en-US" sz="1000" i="1" kern="1200" dirty="0" err="1">
              <a:effectLst/>
              <a:latin typeface="Calibri" panose="020F0502020204030204" pitchFamily="34" charset="0"/>
              <a:ea typeface="Times New Roman" panose="02020603050405020304" pitchFamily="18" charset="0"/>
            </a:rPr>
            <a:t>boxfi</a:t>
          </a:r>
          <a:endParaRPr lang="en-GB" sz="1000" kern="1200" dirty="0"/>
        </a:p>
      </dsp:txBody>
      <dsp:txXfrm>
        <a:off x="7291107" y="1581305"/>
        <a:ext cx="1517411" cy="462810"/>
      </dsp:txXfrm>
    </dsp:sp>
    <dsp:sp modelId="{8DA2CD69-BADD-7141-99D3-6ABCDC904CAC}">
      <dsp:nvSpPr>
        <dsp:cNvPr id="0" name=""/>
        <dsp:cNvSpPr/>
      </dsp:nvSpPr>
      <dsp:spPr>
        <a:xfrm>
          <a:off x="3649320" y="2459854"/>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a:t>Verb-object number agreement </a:t>
          </a:r>
          <a:endParaRPr lang="en-GB" sz="1000" kern="1200" dirty="0"/>
        </a:p>
      </dsp:txBody>
      <dsp:txXfrm>
        <a:off x="3649320" y="2459854"/>
        <a:ext cx="1517411" cy="462810"/>
      </dsp:txXfrm>
    </dsp:sp>
    <dsp:sp modelId="{2E9FB84B-3DB7-9247-AB28-23EFFCAC76F1}">
      <dsp:nvSpPr>
        <dsp:cNvPr id="0" name=""/>
        <dsp:cNvSpPr/>
      </dsp:nvSpPr>
      <dsp:spPr>
        <a:xfrm>
          <a:off x="5470213" y="2369081"/>
          <a:ext cx="1517411" cy="644357"/>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ES" sz="1000" kern="1200" dirty="0">
              <a:effectLst/>
              <a:latin typeface="Calibri" panose="020F0502020204030204" pitchFamily="34" charset="0"/>
              <a:ea typeface="Times New Roman" panose="02020603050405020304" pitchFamily="18" charset="0"/>
            </a:rPr>
            <a:t> Verb </a:t>
          </a:r>
          <a:r>
            <a:rPr lang="en-US" sz="1000" kern="1200" dirty="0">
              <a:effectLst/>
              <a:latin typeface="Calibri" panose="020F0502020204030204" pitchFamily="34" charset="0"/>
              <a:ea typeface="Times New Roman" panose="02020603050405020304" pitchFamily="18" charset="0"/>
            </a:rPr>
            <a:t>carries the infix</a:t>
          </a:r>
          <a:r>
            <a:rPr lang="en-ES" sz="1000" kern="1200" dirty="0">
              <a:effectLst/>
              <a:latin typeface="Calibri" panose="020F0502020204030204" pitchFamily="34" charset="0"/>
              <a:ea typeface="Times New Roman" panose="02020603050405020304" pitchFamily="18" charset="0"/>
            </a:rPr>
            <a:t> </a:t>
          </a:r>
          <a:r>
            <a:rPr lang="en-ES" sz="1000" i="1" kern="1200" dirty="0">
              <a:effectLst/>
              <a:latin typeface="Calibri" panose="020F0502020204030204" pitchFamily="34" charset="0"/>
              <a:ea typeface="Times New Roman" panose="02020603050405020304" pitchFamily="18" charset="0"/>
            </a:rPr>
            <a:t>-ba- </a:t>
          </a:r>
          <a:r>
            <a:rPr lang="en-ES" sz="1000" kern="1200" dirty="0">
              <a:effectLst/>
              <a:latin typeface="Calibri" panose="020F0502020204030204" pitchFamily="34" charset="0"/>
              <a:ea typeface="Times New Roman" panose="02020603050405020304" pitchFamily="18" charset="0"/>
            </a:rPr>
            <a:t>in sentences with a plural direct object</a:t>
          </a:r>
          <a:endParaRPr lang="en-GB" sz="1000" kern="1200" dirty="0"/>
        </a:p>
      </dsp:txBody>
      <dsp:txXfrm>
        <a:off x="5470213" y="2369081"/>
        <a:ext cx="1517411" cy="644357"/>
      </dsp:txXfrm>
    </dsp:sp>
    <dsp:sp modelId="{35C6589D-A12D-B14B-AE7D-A17E659A13B2}">
      <dsp:nvSpPr>
        <dsp:cNvPr id="0" name=""/>
        <dsp:cNvSpPr/>
      </dsp:nvSpPr>
      <dsp:spPr>
        <a:xfrm>
          <a:off x="7291107" y="2459854"/>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ES" sz="1000" kern="1200" dirty="0">
              <a:effectLst/>
              <a:latin typeface="Calibri" panose="020F0502020204030204" pitchFamily="34" charset="0"/>
              <a:ea typeface="Times New Roman" panose="02020603050405020304" pitchFamily="18" charset="0"/>
            </a:rPr>
            <a:t>For example,</a:t>
          </a:r>
          <a:r>
            <a:rPr lang="en-US" sz="1000" i="1" kern="1200" dirty="0">
              <a:effectLst/>
              <a:latin typeface="Calibri" panose="020F0502020204030204" pitchFamily="34" charset="0"/>
              <a:ea typeface="Times New Roman" panose="02020603050405020304" pitchFamily="18" charset="0"/>
            </a:rPr>
            <a:t> He </a:t>
          </a:r>
          <a:r>
            <a:rPr lang="en-US" sz="1000" i="1" kern="1200" dirty="0" err="1">
              <a:effectLst/>
              <a:latin typeface="Calibri" panose="020F0502020204030204" pitchFamily="34" charset="0"/>
              <a:ea typeface="Times New Roman" panose="02020603050405020304" pitchFamily="18" charset="0"/>
            </a:rPr>
            <a:t>buybas</a:t>
          </a:r>
          <a:r>
            <a:rPr lang="en-US" sz="1000" i="1" kern="1200" dirty="0">
              <a:effectLst/>
              <a:latin typeface="Calibri" panose="020F0502020204030204" pitchFamily="34" charset="0"/>
              <a:ea typeface="Times New Roman" panose="02020603050405020304" pitchFamily="18" charset="0"/>
            </a:rPr>
            <a:t> some </a:t>
          </a:r>
          <a:r>
            <a:rPr lang="en-US" sz="1000" i="1" kern="1200" dirty="0" err="1">
              <a:effectLst/>
              <a:latin typeface="Calibri" panose="020F0502020204030204" pitchFamily="34" charset="0"/>
              <a:ea typeface="Times New Roman" panose="02020603050405020304" pitchFamily="18" charset="0"/>
            </a:rPr>
            <a:t>boxesfi</a:t>
          </a:r>
          <a:endParaRPr lang="en-GB" sz="1000" kern="1200" dirty="0"/>
        </a:p>
      </dsp:txBody>
      <dsp:txXfrm>
        <a:off x="7291107" y="2459854"/>
        <a:ext cx="1517411" cy="462810"/>
      </dsp:txXfrm>
    </dsp:sp>
    <dsp:sp modelId="{DAFDADAB-0F64-AF4D-813C-5D4A713C7BA2}">
      <dsp:nvSpPr>
        <dsp:cNvPr id="0" name=""/>
        <dsp:cNvSpPr/>
      </dsp:nvSpPr>
      <dsp:spPr>
        <a:xfrm>
          <a:off x="1828426" y="1300449"/>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dirty="0"/>
            <a:t>mini-English</a:t>
          </a:r>
        </a:p>
      </dsp:txBody>
      <dsp:txXfrm>
        <a:off x="1828426" y="1300449"/>
        <a:ext cx="1517411" cy="462810"/>
      </dsp:txXfrm>
    </dsp:sp>
    <dsp:sp modelId="{0BA3172D-1DDE-3242-A284-48E7C982CAF6}">
      <dsp:nvSpPr>
        <dsp:cNvPr id="0" name=""/>
        <dsp:cNvSpPr/>
      </dsp:nvSpPr>
      <dsp:spPr>
        <a:xfrm>
          <a:off x="1828426" y="1952936"/>
          <a:ext cx="1517411" cy="462810"/>
        </a:xfrm>
        <a:prstGeom prst="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GB" sz="1000" kern="1200" dirty="0"/>
            <a:t>mini-Spanish</a:t>
          </a:r>
        </a:p>
      </dsp:txBody>
      <dsp:txXfrm>
        <a:off x="1828426" y="1952936"/>
        <a:ext cx="1517411" cy="4628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3732C1-6A15-8C45-9A1C-9471FD2D27F2}">
      <dsp:nvSpPr>
        <dsp:cNvPr id="0" name=""/>
        <dsp:cNvSpPr/>
      </dsp:nvSpPr>
      <dsp:spPr>
        <a:xfrm>
          <a:off x="686235" y="0"/>
          <a:ext cx="7777341" cy="326011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318A60-1896-F048-8472-B2DCA38D4251}">
      <dsp:nvSpPr>
        <dsp:cNvPr id="0" name=""/>
        <dsp:cNvSpPr/>
      </dsp:nvSpPr>
      <dsp:spPr>
        <a:xfrm>
          <a:off x="3151" y="978035"/>
          <a:ext cx="1355963" cy="1304046"/>
        </a:xfrm>
        <a:prstGeom prst="roundRect">
          <a:avLst/>
        </a:prstGeom>
        <a:solidFill>
          <a:srgbClr val="C2132F"/>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err="1">
              <a:latin typeface="Roboto" panose="02000000000000000000" pitchFamily="2" charset="0"/>
              <a:ea typeface="Roboto" panose="02000000000000000000" pitchFamily="2" charset="0"/>
              <a:cs typeface="Roboto" panose="02000000000000000000" pitchFamily="2" charset="0"/>
            </a:rPr>
            <a:t>Session</a:t>
          </a:r>
          <a:r>
            <a:rPr lang="es-ES" sz="1800" b="1" kern="1200" dirty="0">
              <a:latin typeface="Roboto" panose="02000000000000000000" pitchFamily="2" charset="0"/>
              <a:ea typeface="Roboto" panose="02000000000000000000" pitchFamily="2" charset="0"/>
              <a:cs typeface="Roboto" panose="02000000000000000000" pitchFamily="2" charset="0"/>
            </a:rPr>
            <a:t> 1</a:t>
          </a:r>
        </a:p>
        <a:p>
          <a:pPr marL="0" lvl="0" indent="0" algn="ctr" defTabSz="800100">
            <a:lnSpc>
              <a:spcPct val="90000"/>
            </a:lnSpc>
            <a:spcBef>
              <a:spcPct val="0"/>
            </a:spcBef>
            <a:spcAft>
              <a:spcPct val="35000"/>
            </a:spcAft>
            <a:buNone/>
          </a:pPr>
          <a:r>
            <a:rPr lang="es-ES" sz="1800" kern="1200" dirty="0">
              <a:latin typeface="Roboto" panose="02000000000000000000" pitchFamily="2" charset="0"/>
              <a:ea typeface="Roboto" panose="02000000000000000000" pitchFamily="2" charset="0"/>
              <a:cs typeface="Roboto" panose="02000000000000000000" pitchFamily="2" charset="0"/>
            </a:rPr>
            <a:t>Cognitive </a:t>
          </a:r>
          <a:r>
            <a:rPr lang="es-ES" sz="1800" kern="1200" dirty="0" err="1">
              <a:latin typeface="Roboto" panose="02000000000000000000" pitchFamily="2" charset="0"/>
              <a:ea typeface="Roboto" panose="02000000000000000000" pitchFamily="2" charset="0"/>
              <a:cs typeface="Roboto" panose="02000000000000000000" pitchFamily="2" charset="0"/>
            </a:rPr>
            <a:t>tasks</a:t>
          </a:r>
          <a:r>
            <a:rPr lang="es-ES" sz="1800" kern="1200" dirty="0">
              <a:latin typeface="Roboto" panose="02000000000000000000" pitchFamily="2" charset="0"/>
              <a:ea typeface="Roboto" panose="02000000000000000000" pitchFamily="2" charset="0"/>
              <a:cs typeface="Roboto" panose="02000000000000000000" pitchFamily="2" charset="0"/>
            </a:rPr>
            <a:t> &amp; LHQ</a:t>
          </a:r>
        </a:p>
      </dsp:txBody>
      <dsp:txXfrm>
        <a:off x="66809" y="1041693"/>
        <a:ext cx="1228647" cy="1176730"/>
      </dsp:txXfrm>
    </dsp:sp>
    <dsp:sp modelId="{6A88EC11-BA56-DD44-A31F-F45258C2BF3C}">
      <dsp:nvSpPr>
        <dsp:cNvPr id="0" name=""/>
        <dsp:cNvSpPr/>
      </dsp:nvSpPr>
      <dsp:spPr>
        <a:xfrm>
          <a:off x="1565074" y="978035"/>
          <a:ext cx="1335437" cy="1304046"/>
        </a:xfrm>
        <a:prstGeom prst="roundRect">
          <a:avLst/>
        </a:prstGeom>
        <a:solidFill>
          <a:schemeClr val="tx1">
            <a:lumMod val="65000"/>
            <a:lumOff val="3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err="1">
              <a:latin typeface="Roboto" pitchFamily="2" charset="0"/>
              <a:ea typeface="Roboto" pitchFamily="2" charset="0"/>
            </a:rPr>
            <a:t>Session</a:t>
          </a:r>
          <a:r>
            <a:rPr lang="es-ES" sz="1800" b="1" kern="1200" dirty="0">
              <a:latin typeface="Roboto" pitchFamily="2" charset="0"/>
              <a:ea typeface="Roboto" pitchFamily="2" charset="0"/>
            </a:rPr>
            <a:t> 2</a:t>
          </a:r>
          <a:br>
            <a:rPr lang="es-ES" sz="1800" b="1" kern="1200" dirty="0">
              <a:latin typeface="Roboto" pitchFamily="2" charset="0"/>
              <a:ea typeface="Roboto" pitchFamily="2" charset="0"/>
            </a:rPr>
          </a:br>
          <a:r>
            <a:rPr lang="en-US" sz="1800" i="1" kern="1200" dirty="0"/>
            <a:t>Gender-Number Agreement</a:t>
          </a:r>
          <a:endParaRPr lang="es-ES" sz="1800" kern="1200" dirty="0">
            <a:latin typeface="Roboto" pitchFamily="2" charset="0"/>
            <a:ea typeface="Roboto" pitchFamily="2" charset="0"/>
          </a:endParaRPr>
        </a:p>
      </dsp:txBody>
      <dsp:txXfrm>
        <a:off x="1628732" y="1041693"/>
        <a:ext cx="1208121" cy="1176730"/>
      </dsp:txXfrm>
    </dsp:sp>
    <dsp:sp modelId="{09E43019-8E86-6249-A5FF-1521D6935FB9}">
      <dsp:nvSpPr>
        <dsp:cNvPr id="0" name=""/>
        <dsp:cNvSpPr/>
      </dsp:nvSpPr>
      <dsp:spPr>
        <a:xfrm>
          <a:off x="3106472" y="978035"/>
          <a:ext cx="1350859" cy="1304046"/>
        </a:xfrm>
        <a:prstGeom prst="roundRect">
          <a:avLst/>
        </a:prstGeom>
        <a:solidFill>
          <a:srgbClr val="59595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err="1">
              <a:latin typeface="Roboto" pitchFamily="2" charset="0"/>
              <a:ea typeface="Roboto" pitchFamily="2" charset="0"/>
            </a:rPr>
            <a:t>Session</a:t>
          </a:r>
          <a:r>
            <a:rPr lang="es-ES" sz="1800" b="1" kern="1200" dirty="0">
              <a:latin typeface="Roboto" pitchFamily="2" charset="0"/>
              <a:ea typeface="Roboto" pitchFamily="2" charset="0"/>
            </a:rPr>
            <a:t> 3</a:t>
          </a:r>
          <a:br>
            <a:rPr lang="es-ES" sz="1800" kern="1200" dirty="0">
              <a:latin typeface="Roboto" pitchFamily="2" charset="0"/>
              <a:ea typeface="Roboto" pitchFamily="2" charset="0"/>
            </a:rPr>
          </a:br>
          <a:r>
            <a:rPr lang="en-US" sz="1800" i="1" kern="1200" dirty="0"/>
            <a:t>Differential Object Marking</a:t>
          </a:r>
          <a:endParaRPr lang="es-ES" sz="1800" kern="1200" dirty="0">
            <a:latin typeface="Roboto" pitchFamily="2" charset="0"/>
            <a:ea typeface="Roboto" pitchFamily="2" charset="0"/>
          </a:endParaRPr>
        </a:p>
      </dsp:txBody>
      <dsp:txXfrm>
        <a:off x="3170130" y="1041693"/>
        <a:ext cx="1223543" cy="1176730"/>
      </dsp:txXfrm>
    </dsp:sp>
    <dsp:sp modelId="{0CB21BEE-77EA-2844-99A6-266156FE94FF}">
      <dsp:nvSpPr>
        <dsp:cNvPr id="0" name=""/>
        <dsp:cNvSpPr/>
      </dsp:nvSpPr>
      <dsp:spPr>
        <a:xfrm>
          <a:off x="4663292" y="978035"/>
          <a:ext cx="1416589" cy="1304046"/>
        </a:xfrm>
        <a:prstGeom prst="roundRect">
          <a:avLst/>
        </a:prstGeom>
        <a:solidFill>
          <a:schemeClr val="tx1">
            <a:lumMod val="65000"/>
            <a:lumOff val="3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err="1">
              <a:latin typeface="Roboto" pitchFamily="2" charset="0"/>
              <a:ea typeface="Roboto" pitchFamily="2" charset="0"/>
            </a:rPr>
            <a:t>Session</a:t>
          </a:r>
          <a:r>
            <a:rPr lang="es-ES" sz="1800" b="1" kern="1200" dirty="0">
              <a:latin typeface="Roboto" pitchFamily="2" charset="0"/>
              <a:ea typeface="Roboto" pitchFamily="2" charset="0"/>
            </a:rPr>
            <a:t> 4  </a:t>
          </a:r>
          <a:r>
            <a:rPr lang="en-US" sz="1800" i="1" kern="1200" dirty="0"/>
            <a:t>Verb-Object-Agreement</a:t>
          </a:r>
          <a:endParaRPr lang="es-ES" sz="1800" kern="1200" dirty="0">
            <a:latin typeface="Roboto" pitchFamily="2" charset="0"/>
            <a:ea typeface="Roboto" pitchFamily="2" charset="0"/>
          </a:endParaRPr>
        </a:p>
      </dsp:txBody>
      <dsp:txXfrm>
        <a:off x="4726950" y="1041693"/>
        <a:ext cx="1289273" cy="1176730"/>
      </dsp:txXfrm>
    </dsp:sp>
    <dsp:sp modelId="{BE2890EA-91F6-C844-9FB1-F491BD7E97F6}">
      <dsp:nvSpPr>
        <dsp:cNvPr id="0" name=""/>
        <dsp:cNvSpPr/>
      </dsp:nvSpPr>
      <dsp:spPr>
        <a:xfrm>
          <a:off x="6235044" y="978035"/>
          <a:ext cx="1301589" cy="1304046"/>
        </a:xfrm>
        <a:prstGeom prst="roundRect">
          <a:avLst/>
        </a:prstGeom>
        <a:solidFill>
          <a:schemeClr val="tx1">
            <a:lumMod val="65000"/>
            <a:lumOff val="3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err="1">
              <a:latin typeface="Roboto" pitchFamily="2" charset="0"/>
              <a:ea typeface="Roboto" pitchFamily="2" charset="0"/>
            </a:rPr>
            <a:t>Session</a:t>
          </a:r>
          <a:r>
            <a:rPr lang="es-ES" sz="1800" b="1" kern="1200" dirty="0">
              <a:latin typeface="Roboto" pitchFamily="2" charset="0"/>
              <a:ea typeface="Roboto" pitchFamily="2" charset="0"/>
            </a:rPr>
            <a:t> 5</a:t>
          </a:r>
        </a:p>
        <a:p>
          <a:pPr marL="0" lvl="0" indent="0" algn="ctr" defTabSz="800100">
            <a:lnSpc>
              <a:spcPct val="90000"/>
            </a:lnSpc>
            <a:spcBef>
              <a:spcPct val="0"/>
            </a:spcBef>
            <a:spcAft>
              <a:spcPct val="35000"/>
            </a:spcAft>
            <a:buNone/>
          </a:pPr>
          <a:endParaRPr lang="es-ES" sz="400" b="1" kern="1200" dirty="0">
            <a:latin typeface="Roboto" pitchFamily="2" charset="0"/>
            <a:ea typeface="Roboto" pitchFamily="2" charset="0"/>
          </a:endParaRPr>
        </a:p>
        <a:p>
          <a:pPr marL="0" lvl="0" indent="0" algn="ctr" defTabSz="800100">
            <a:lnSpc>
              <a:spcPct val="90000"/>
            </a:lnSpc>
            <a:spcBef>
              <a:spcPct val="0"/>
            </a:spcBef>
            <a:spcAft>
              <a:spcPct val="35000"/>
            </a:spcAft>
            <a:buNone/>
          </a:pPr>
          <a:r>
            <a:rPr lang="es-ES" sz="1800" kern="1200" dirty="0">
              <a:latin typeface="Roboto" pitchFamily="2" charset="0"/>
              <a:ea typeface="Roboto" pitchFamily="2" charset="0"/>
            </a:rPr>
            <a:t>Cognitive </a:t>
          </a:r>
          <a:r>
            <a:rPr lang="es-ES" sz="1800" kern="1200" dirty="0" err="1">
              <a:latin typeface="Roboto" pitchFamily="2" charset="0"/>
              <a:ea typeface="Roboto" pitchFamily="2" charset="0"/>
            </a:rPr>
            <a:t>retest</a:t>
          </a:r>
          <a:endParaRPr lang="es-ES" sz="1800" kern="1200" dirty="0">
            <a:latin typeface="Roboto" pitchFamily="2" charset="0"/>
            <a:ea typeface="Roboto" pitchFamily="2" charset="0"/>
          </a:endParaRPr>
        </a:p>
      </dsp:txBody>
      <dsp:txXfrm>
        <a:off x="6298582" y="1041573"/>
        <a:ext cx="1174513" cy="1176970"/>
      </dsp:txXfrm>
    </dsp:sp>
    <dsp:sp modelId="{2C18FA7E-F533-4641-A048-B2DCD80B7D20}">
      <dsp:nvSpPr>
        <dsp:cNvPr id="0" name=""/>
        <dsp:cNvSpPr/>
      </dsp:nvSpPr>
      <dsp:spPr>
        <a:xfrm>
          <a:off x="7693637" y="1001527"/>
          <a:ext cx="1353269" cy="1278761"/>
        </a:xfrm>
        <a:prstGeom prst="roundRect">
          <a:avLst/>
        </a:prstGeom>
        <a:solidFill>
          <a:schemeClr val="tx1">
            <a:lumMod val="65000"/>
            <a:lumOff val="3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err="1">
              <a:latin typeface="Roboto" pitchFamily="2" charset="0"/>
              <a:ea typeface="Roboto" pitchFamily="2" charset="0"/>
            </a:rPr>
            <a:t>Session</a:t>
          </a:r>
          <a:r>
            <a:rPr lang="es-ES" sz="1800" b="1" kern="1200" dirty="0">
              <a:latin typeface="Roboto" pitchFamily="2" charset="0"/>
              <a:ea typeface="Roboto" pitchFamily="2" charset="0"/>
            </a:rPr>
            <a:t> 6</a:t>
          </a:r>
        </a:p>
        <a:p>
          <a:pPr marL="0" lvl="0" indent="0" algn="ctr" defTabSz="800100">
            <a:lnSpc>
              <a:spcPct val="90000"/>
            </a:lnSpc>
            <a:spcBef>
              <a:spcPct val="0"/>
            </a:spcBef>
            <a:spcAft>
              <a:spcPct val="35000"/>
            </a:spcAft>
            <a:buNone/>
          </a:pPr>
          <a:br>
            <a:rPr lang="es-ES" sz="400" b="1" kern="1200" dirty="0">
              <a:latin typeface="Roboto" pitchFamily="2" charset="0"/>
              <a:ea typeface="Roboto" pitchFamily="2" charset="0"/>
            </a:rPr>
          </a:br>
          <a:r>
            <a:rPr lang="es-ES" sz="1800" kern="1200" dirty="0">
              <a:latin typeface="Roboto" pitchFamily="2" charset="0"/>
              <a:ea typeface="Roboto" pitchFamily="2" charset="0"/>
            </a:rPr>
            <a:t>(</a:t>
          </a:r>
          <a:r>
            <a:rPr lang="es-ES" sz="1800" kern="1200" dirty="0" err="1">
              <a:latin typeface="Roboto" pitchFamily="2" charset="0"/>
              <a:ea typeface="Roboto" pitchFamily="2" charset="0"/>
            </a:rPr>
            <a:t>Grammarretest</a:t>
          </a:r>
          <a:r>
            <a:rPr lang="es-ES" sz="1800" kern="1200" dirty="0">
              <a:latin typeface="Roboto" pitchFamily="2" charset="0"/>
              <a:ea typeface="Roboto" pitchFamily="2" charset="0"/>
            </a:rPr>
            <a:t>)</a:t>
          </a:r>
        </a:p>
      </dsp:txBody>
      <dsp:txXfrm>
        <a:off x="7756061" y="1063951"/>
        <a:ext cx="1228421" cy="115391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656EB-2A79-0D47-8FD8-5C01DE520027}" type="datetimeFigureOut">
              <a:rPr lang="en-GB" smtClean="0"/>
              <a:t>22/02/2025</a:t>
            </a:fld>
            <a:endParaRPr lang="en-GB"/>
          </a:p>
        </p:txBody>
      </p:sp>
      <p:sp>
        <p:nvSpPr>
          <p:cNvPr id="4" name="Marcador de imagen de diapositiva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GB"/>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C095C9-0045-A744-A217-F2888DA8547D}" type="slidenum">
              <a:rPr lang="en-GB" smtClean="0"/>
              <a:t>‹#›</a:t>
            </a:fld>
            <a:endParaRPr lang="en-GB"/>
          </a:p>
        </p:txBody>
      </p:sp>
    </p:spTree>
    <p:extLst>
      <p:ext uri="{BB962C8B-B14F-4D97-AF65-F5344CB8AC3E}">
        <p14:creationId xmlns:p14="http://schemas.microsoft.com/office/powerpoint/2010/main" val="2625974402"/>
      </p:ext>
    </p:extLst>
  </p:cSld>
  <p:clrMap bg1="lt1" tx1="dk1" bg2="lt2" tx2="dk2" accent1="accent1" accent2="accent2" accent3="accent3" accent4="accent4" accent5="accent5" accent6="accent6" hlink="hlink" folHlink="folHlink"/>
  <p:notesStyle>
    <a:lvl1pPr marL="0" algn="l" defTabSz="646360" rtl="0" eaLnBrk="1" latinLnBrk="0" hangingPunct="1">
      <a:defRPr sz="848" kern="1200">
        <a:solidFill>
          <a:schemeClr val="tx1"/>
        </a:solidFill>
        <a:latin typeface="+mn-lt"/>
        <a:ea typeface="+mn-ea"/>
        <a:cs typeface="+mn-cs"/>
      </a:defRPr>
    </a:lvl1pPr>
    <a:lvl2pPr marL="323180" algn="l" defTabSz="646360" rtl="0" eaLnBrk="1" latinLnBrk="0" hangingPunct="1">
      <a:defRPr sz="848" kern="1200">
        <a:solidFill>
          <a:schemeClr val="tx1"/>
        </a:solidFill>
        <a:latin typeface="+mn-lt"/>
        <a:ea typeface="+mn-ea"/>
        <a:cs typeface="+mn-cs"/>
      </a:defRPr>
    </a:lvl2pPr>
    <a:lvl3pPr marL="646360" algn="l" defTabSz="646360" rtl="0" eaLnBrk="1" latinLnBrk="0" hangingPunct="1">
      <a:defRPr sz="848" kern="1200">
        <a:solidFill>
          <a:schemeClr val="tx1"/>
        </a:solidFill>
        <a:latin typeface="+mn-lt"/>
        <a:ea typeface="+mn-ea"/>
        <a:cs typeface="+mn-cs"/>
      </a:defRPr>
    </a:lvl3pPr>
    <a:lvl4pPr marL="969539" algn="l" defTabSz="646360" rtl="0" eaLnBrk="1" latinLnBrk="0" hangingPunct="1">
      <a:defRPr sz="848" kern="1200">
        <a:solidFill>
          <a:schemeClr val="tx1"/>
        </a:solidFill>
        <a:latin typeface="+mn-lt"/>
        <a:ea typeface="+mn-ea"/>
        <a:cs typeface="+mn-cs"/>
      </a:defRPr>
    </a:lvl4pPr>
    <a:lvl5pPr marL="1292719" algn="l" defTabSz="646360" rtl="0" eaLnBrk="1" latinLnBrk="0" hangingPunct="1">
      <a:defRPr sz="848" kern="1200">
        <a:solidFill>
          <a:schemeClr val="tx1"/>
        </a:solidFill>
        <a:latin typeface="+mn-lt"/>
        <a:ea typeface="+mn-ea"/>
        <a:cs typeface="+mn-cs"/>
      </a:defRPr>
    </a:lvl5pPr>
    <a:lvl6pPr marL="1615899" algn="l" defTabSz="646360" rtl="0" eaLnBrk="1" latinLnBrk="0" hangingPunct="1">
      <a:defRPr sz="848" kern="1200">
        <a:solidFill>
          <a:schemeClr val="tx1"/>
        </a:solidFill>
        <a:latin typeface="+mn-lt"/>
        <a:ea typeface="+mn-ea"/>
        <a:cs typeface="+mn-cs"/>
      </a:defRPr>
    </a:lvl6pPr>
    <a:lvl7pPr marL="1939079" algn="l" defTabSz="646360" rtl="0" eaLnBrk="1" latinLnBrk="0" hangingPunct="1">
      <a:defRPr sz="848" kern="1200">
        <a:solidFill>
          <a:schemeClr val="tx1"/>
        </a:solidFill>
        <a:latin typeface="+mn-lt"/>
        <a:ea typeface="+mn-ea"/>
        <a:cs typeface="+mn-cs"/>
      </a:defRPr>
    </a:lvl7pPr>
    <a:lvl8pPr marL="2262258" algn="l" defTabSz="646360" rtl="0" eaLnBrk="1" latinLnBrk="0" hangingPunct="1">
      <a:defRPr sz="848" kern="1200">
        <a:solidFill>
          <a:schemeClr val="tx1"/>
        </a:solidFill>
        <a:latin typeface="+mn-lt"/>
        <a:ea typeface="+mn-ea"/>
        <a:cs typeface="+mn-cs"/>
      </a:defRPr>
    </a:lvl8pPr>
    <a:lvl9pPr marL="2585439" algn="l" defTabSz="646360" rtl="0" eaLnBrk="1" latinLnBrk="0" hangingPunct="1">
      <a:defRPr sz="84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339975" y="1143000"/>
            <a:ext cx="2178050" cy="3086100"/>
          </a:xfrm>
        </p:spPr>
      </p:sp>
      <p:sp>
        <p:nvSpPr>
          <p:cNvPr id="3" name="Marcador de notas 2"/>
          <p:cNvSpPr>
            <a:spLocks noGrp="1"/>
          </p:cNvSpPr>
          <p:nvPr>
            <p:ph type="body" idx="1"/>
          </p:nvPr>
        </p:nvSpPr>
        <p:spPr/>
        <p:txBody>
          <a:bodyPr/>
          <a:lstStyle/>
          <a:p>
            <a:pPr marL="511058" indent="-511058" algn="just">
              <a:lnSpc>
                <a:spcPct val="150000"/>
              </a:lnSpc>
              <a:buFont typeface="Wingdings" pitchFamily="2" charset="2"/>
              <a:buChar char="§"/>
            </a:pPr>
            <a:endParaRPr lang="en-US" sz="1400" b="1" dirty="0">
              <a:latin typeface="Lato" panose="020F0502020204030203" pitchFamily="34" charset="77"/>
            </a:endParaRPr>
          </a:p>
          <a:p>
            <a:pPr marL="511058" indent="-511058" algn="just">
              <a:lnSpc>
                <a:spcPct val="150000"/>
              </a:lnSpc>
              <a:buFont typeface="Wingdings" pitchFamily="2" charset="2"/>
              <a:buChar char="§"/>
            </a:pPr>
            <a:r>
              <a:rPr lang="en-US" sz="1400" b="1" dirty="0">
                <a:latin typeface="Lato" panose="020F0502020204030203" pitchFamily="34" charset="77"/>
              </a:rPr>
              <a:t>STIMULI, PARTICIPANTS PROFILES, 25 EACH GROUP, </a:t>
            </a:r>
            <a:br>
              <a:rPr lang="en-US" sz="1400" b="1" dirty="0">
                <a:latin typeface="Lato" panose="020F0502020204030203" pitchFamily="34" charset="77"/>
              </a:rPr>
            </a:br>
            <a:r>
              <a:rPr lang="en-US" sz="1400" b="1" dirty="0">
                <a:latin typeface="Lato" panose="020F0502020204030203" pitchFamily="34" charset="77"/>
              </a:rPr>
              <a:t>INTRODUCTION: MY FOCUS ON INDIVIDUAL DIFFERENCES, SESION 1 AND RELATED TO LONJGITUDINAL AND SESION 5 AND AFTERMEASUTRE OF HOW LEARNING IMPACT INDIVIDUAL DIFFERENCE OR COGNITIVE PERFORMANCE, LARGE</a:t>
            </a:r>
          </a:p>
          <a:p>
            <a:pPr marL="511058" indent="-511058" algn="just">
              <a:lnSpc>
                <a:spcPct val="150000"/>
              </a:lnSpc>
              <a:buFont typeface="Wingdings" pitchFamily="2" charset="2"/>
              <a:buChar char="§"/>
            </a:pPr>
            <a:r>
              <a:rPr lang="en-US" sz="1400" b="1" dirty="0">
                <a:latin typeface="Lato" panose="020F0502020204030203" pitchFamily="34" charset="77"/>
              </a:rPr>
              <a:t>STIMULI OF THE TASK, PROCEDURE, STROOP, ASRT, DGS, </a:t>
            </a:r>
          </a:p>
          <a:p>
            <a:pPr marL="511058" indent="-511058" algn="just">
              <a:lnSpc>
                <a:spcPct val="150000"/>
              </a:lnSpc>
              <a:buFont typeface="Wingdings" pitchFamily="2" charset="2"/>
              <a:buChar char="§"/>
            </a:pPr>
            <a:r>
              <a:rPr lang="en-US" sz="1400" b="1" dirty="0">
                <a:latin typeface="Lato" panose="020F0502020204030203" pitchFamily="34" charset="77"/>
              </a:rPr>
              <a:t>HYPOTHESIS:</a:t>
            </a:r>
            <a:endParaRPr lang="es-ES" sz="1400" dirty="0">
              <a:highlight>
                <a:srgbClr val="FFFF00"/>
              </a:highlight>
              <a:latin typeface="Lato" panose="020F0502020204030203" pitchFamily="34" charset="77"/>
            </a:endParaRPr>
          </a:p>
          <a:p>
            <a:endParaRPr lang="en-GB" dirty="0"/>
          </a:p>
          <a:p>
            <a:endParaRPr lang="en-GB" dirty="0"/>
          </a:p>
        </p:txBody>
      </p:sp>
      <p:sp>
        <p:nvSpPr>
          <p:cNvPr id="4" name="Marcador de número de diapositiva 3"/>
          <p:cNvSpPr>
            <a:spLocks noGrp="1"/>
          </p:cNvSpPr>
          <p:nvPr>
            <p:ph type="sldNum" sz="quarter" idx="5"/>
          </p:nvPr>
        </p:nvSpPr>
        <p:spPr/>
        <p:txBody>
          <a:bodyPr/>
          <a:lstStyle/>
          <a:p>
            <a:fld id="{63C095C9-0045-A744-A217-F2888DA8547D}" type="slidenum">
              <a:rPr lang="en-GB" smtClean="0"/>
              <a:t>1</a:t>
            </a:fld>
            <a:endParaRPr lang="en-GB"/>
          </a:p>
        </p:txBody>
      </p:sp>
    </p:spTree>
    <p:extLst>
      <p:ext uri="{BB962C8B-B14F-4D97-AF65-F5344CB8AC3E}">
        <p14:creationId xmlns:p14="http://schemas.microsoft.com/office/powerpoint/2010/main" val="3172653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en-GB"/>
              <a:t>Click to edit Master title style</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5152A99B-2BEF-E844-8392-CD3627BADD21}" type="datetimeFigureOut">
              <a:rPr lang="en-GB" smtClean="0"/>
              <a:t>22/02/2025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4172680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52A99B-2BEF-E844-8392-CD3627BADD21}" type="datetimeFigureOut">
              <a:rPr lang="en-GB" smtClean="0"/>
              <a:t>22/02/2025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3968585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en-GB"/>
              <a:t>Click to edit Master title style</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152A99B-2BEF-E844-8392-CD3627BADD21}" type="datetimeFigureOut">
              <a:rPr lang="en-GB" smtClean="0"/>
              <a:t>22/02/2025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3887908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152A99B-2BEF-E844-8392-CD3627BADD21}" type="datetimeFigureOut">
              <a:rPr lang="en-GB" smtClean="0"/>
              <a:t>22/02/2025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48353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en-GB"/>
              <a:t>Click to edit Master title style</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4" name="Content Placeholder 3"/>
          <p:cNvSpPr>
            <a:spLocks noGrp="1"/>
          </p:cNvSpPr>
          <p:nvPr>
            <p:ph sz="half" idx="2"/>
          </p:nvPr>
        </p:nvSpPr>
        <p:spPr>
          <a:xfrm>
            <a:off x="1472912" y="11058863"/>
            <a:ext cx="9046274"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en-GB"/>
              <a:t>Click to edit Master text styles</a:t>
            </a:r>
          </a:p>
        </p:txBody>
      </p:sp>
      <p:sp>
        <p:nvSpPr>
          <p:cNvPr id="6" name="Content Placeholder 5"/>
          <p:cNvSpPr>
            <a:spLocks noGrp="1"/>
          </p:cNvSpPr>
          <p:nvPr>
            <p:ph sz="quarter" idx="4"/>
          </p:nvPr>
        </p:nvSpPr>
        <p:spPr>
          <a:xfrm>
            <a:off x="10825461" y="11058863"/>
            <a:ext cx="9090826"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152A99B-2BEF-E844-8392-CD3627BADD21}" type="datetimeFigureOut">
              <a:rPr lang="en-GB" smtClean="0"/>
              <a:t>22/02/2025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493362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152A99B-2BEF-E844-8392-CD3627BADD21}" type="datetimeFigureOut">
              <a:rPr lang="en-GB" smtClean="0"/>
              <a:t>22/02/2025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287919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52A99B-2BEF-E844-8392-CD3627BADD21}" type="datetimeFigureOut">
              <a:rPr lang="en-GB" smtClean="0"/>
              <a:t>22/02/2025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2522265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5152A99B-2BEF-E844-8392-CD3627BADD21}" type="datetimeFigureOut">
              <a:rPr lang="en-GB" smtClean="0"/>
              <a:t>22/02/2025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2154032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en-GB"/>
              <a:t>Click to edit Master title style</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en-GB"/>
              <a:t>Click icon to add picture</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en-GB"/>
              <a:t>Click to edit Master text styles</a:t>
            </a:r>
          </a:p>
        </p:txBody>
      </p:sp>
      <p:sp>
        <p:nvSpPr>
          <p:cNvPr id="5" name="Date Placeholder 4"/>
          <p:cNvSpPr>
            <a:spLocks noGrp="1"/>
          </p:cNvSpPr>
          <p:nvPr>
            <p:ph type="dt" sz="half" idx="10"/>
          </p:nvPr>
        </p:nvSpPr>
        <p:spPr/>
        <p:txBody>
          <a:bodyPr/>
          <a:lstStyle/>
          <a:p>
            <a:fld id="{5152A99B-2BEF-E844-8392-CD3627BADD21}" type="datetimeFigureOut">
              <a:rPr lang="en-GB" smtClean="0"/>
              <a:t>22/02/2025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2765773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52A99B-2BEF-E844-8392-CD3627BADD21}" type="datetimeFigureOut">
              <a:rPr lang="en-GB" smtClean="0"/>
              <a:t>22/02/2025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27256450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52A99B-2BEF-E844-8392-CD3627BADD21}" type="datetimeFigureOut">
              <a:rPr lang="en-GB" smtClean="0"/>
              <a:t>22/02/2025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0F64BE95-CA64-8F4C-ABBD-5C59456BD4D9}" type="slidenum">
              <a:rPr lang="en-GB" smtClean="0"/>
              <a:t>‹#›</a:t>
            </a:fld>
            <a:endParaRPr lang="en-GB"/>
          </a:p>
        </p:txBody>
      </p:sp>
    </p:spTree>
    <p:extLst>
      <p:ext uri="{BB962C8B-B14F-4D97-AF65-F5344CB8AC3E}">
        <p14:creationId xmlns:p14="http://schemas.microsoft.com/office/powerpoint/2010/main" val="1122630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5152A99B-2BEF-E844-8392-CD3627BADD21}" type="datetimeFigureOut">
              <a:rPr lang="en-GB" smtClean="0"/>
              <a:t>22/02/2025</a:t>
            </a:fld>
            <a:endParaRPr lang="en-GB"/>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0F64BE95-CA64-8F4C-ABBD-5C59456BD4D9}" type="slidenum">
              <a:rPr lang="en-GB" smtClean="0"/>
              <a:t>‹#›</a:t>
            </a:fld>
            <a:endParaRPr lang="en-GB"/>
          </a:p>
        </p:txBody>
      </p:sp>
    </p:spTree>
    <p:extLst>
      <p:ext uri="{BB962C8B-B14F-4D97-AF65-F5344CB8AC3E}">
        <p14:creationId xmlns:p14="http://schemas.microsoft.com/office/powerpoint/2010/main" val="33353012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2138324" rtl="0" eaLnBrk="1" latinLnBrk="0"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0"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0"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0"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0"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0" hangingPunct="1">
        <a:defRPr sz="4209" kern="1200">
          <a:solidFill>
            <a:schemeClr val="tx1"/>
          </a:solidFill>
          <a:latin typeface="+mn-lt"/>
          <a:ea typeface="+mn-ea"/>
          <a:cs typeface="+mn-cs"/>
        </a:defRPr>
      </a:lvl1pPr>
      <a:lvl2pPr marL="1069162" algn="l" defTabSz="2138324" rtl="0" eaLnBrk="1" latinLnBrk="0" hangingPunct="1">
        <a:defRPr sz="4209" kern="1200">
          <a:solidFill>
            <a:schemeClr val="tx1"/>
          </a:solidFill>
          <a:latin typeface="+mn-lt"/>
          <a:ea typeface="+mn-ea"/>
          <a:cs typeface="+mn-cs"/>
        </a:defRPr>
      </a:lvl2pPr>
      <a:lvl3pPr marL="2138324" algn="l" defTabSz="2138324" rtl="0" eaLnBrk="1" latinLnBrk="0" hangingPunct="1">
        <a:defRPr sz="4209" kern="1200">
          <a:solidFill>
            <a:schemeClr val="tx1"/>
          </a:solidFill>
          <a:latin typeface="+mn-lt"/>
          <a:ea typeface="+mn-ea"/>
          <a:cs typeface="+mn-cs"/>
        </a:defRPr>
      </a:lvl3pPr>
      <a:lvl4pPr marL="3207487" algn="l" defTabSz="2138324" rtl="0" eaLnBrk="1" latinLnBrk="0" hangingPunct="1">
        <a:defRPr sz="4209" kern="1200">
          <a:solidFill>
            <a:schemeClr val="tx1"/>
          </a:solidFill>
          <a:latin typeface="+mn-lt"/>
          <a:ea typeface="+mn-ea"/>
          <a:cs typeface="+mn-cs"/>
        </a:defRPr>
      </a:lvl4pPr>
      <a:lvl5pPr marL="4276649" algn="l" defTabSz="2138324" rtl="0" eaLnBrk="1" latinLnBrk="0" hangingPunct="1">
        <a:defRPr sz="4209" kern="1200">
          <a:solidFill>
            <a:schemeClr val="tx1"/>
          </a:solidFill>
          <a:latin typeface="+mn-lt"/>
          <a:ea typeface="+mn-ea"/>
          <a:cs typeface="+mn-cs"/>
        </a:defRPr>
      </a:lvl5pPr>
      <a:lvl6pPr marL="5345811" algn="l" defTabSz="2138324" rtl="0" eaLnBrk="1" latinLnBrk="0" hangingPunct="1">
        <a:defRPr sz="4209" kern="1200">
          <a:solidFill>
            <a:schemeClr val="tx1"/>
          </a:solidFill>
          <a:latin typeface="+mn-lt"/>
          <a:ea typeface="+mn-ea"/>
          <a:cs typeface="+mn-cs"/>
        </a:defRPr>
      </a:lvl6pPr>
      <a:lvl7pPr marL="6414973" algn="l" defTabSz="2138324" rtl="0" eaLnBrk="1" latinLnBrk="0" hangingPunct="1">
        <a:defRPr sz="4209" kern="1200">
          <a:solidFill>
            <a:schemeClr val="tx1"/>
          </a:solidFill>
          <a:latin typeface="+mn-lt"/>
          <a:ea typeface="+mn-ea"/>
          <a:cs typeface="+mn-cs"/>
        </a:defRPr>
      </a:lvl7pPr>
      <a:lvl8pPr marL="7484135" algn="l" defTabSz="2138324" rtl="0" eaLnBrk="1" latinLnBrk="0" hangingPunct="1">
        <a:defRPr sz="4209" kern="1200">
          <a:solidFill>
            <a:schemeClr val="tx1"/>
          </a:solidFill>
          <a:latin typeface="+mn-lt"/>
          <a:ea typeface="+mn-ea"/>
          <a:cs typeface="+mn-cs"/>
        </a:defRPr>
      </a:lvl8pPr>
      <a:lvl9pPr marL="8553298" algn="l" defTabSz="2138324" rtl="0" eaLnBrk="1" latinLnBrk="0"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diagramColors" Target="../diagrams/colors1.xml"/><Relationship Id="rId18" Type="http://schemas.openxmlformats.org/officeDocument/2006/relationships/diagramColors" Target="../diagrams/colors2.xml"/><Relationship Id="rId26" Type="http://schemas.microsoft.com/office/2007/relationships/diagramDrawing" Target="../diagrams/drawing3.xml"/><Relationship Id="rId21" Type="http://schemas.openxmlformats.org/officeDocument/2006/relationships/image" Target="../media/image6.png"/><Relationship Id="rId34" Type="http://schemas.openxmlformats.org/officeDocument/2006/relationships/diagramColors" Target="../diagrams/colors4.xml"/><Relationship Id="rId7" Type="http://schemas.openxmlformats.org/officeDocument/2006/relationships/hyperlink" Target="https://doi.org/10.1371/journal.pone.0032974" TargetMode="External"/><Relationship Id="rId12" Type="http://schemas.openxmlformats.org/officeDocument/2006/relationships/diagramQuickStyle" Target="../diagrams/quickStyle1.xml"/><Relationship Id="rId17" Type="http://schemas.openxmlformats.org/officeDocument/2006/relationships/diagramQuickStyle" Target="../diagrams/quickStyle2.xml"/><Relationship Id="rId25" Type="http://schemas.openxmlformats.org/officeDocument/2006/relationships/diagramColors" Target="../diagrams/colors3.xml"/><Relationship Id="rId33" Type="http://schemas.openxmlformats.org/officeDocument/2006/relationships/diagramQuickStyle" Target="../diagrams/quickStyle4.xml"/><Relationship Id="rId38" Type="http://schemas.openxmlformats.org/officeDocument/2006/relationships/image" Target="../media/image13.svg"/><Relationship Id="rId2" Type="http://schemas.openxmlformats.org/officeDocument/2006/relationships/notesSlide" Target="../notesSlides/notesSlide1.xml"/><Relationship Id="rId16" Type="http://schemas.openxmlformats.org/officeDocument/2006/relationships/diagramLayout" Target="../diagrams/layout2.xml"/><Relationship Id="rId20" Type="http://schemas.openxmlformats.org/officeDocument/2006/relationships/image" Target="../media/image5.gif"/><Relationship Id="rId29"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hyperlink" Target="https://doi.org/10.1016/j.jneuroling.2020.100939" TargetMode="External"/><Relationship Id="rId11" Type="http://schemas.openxmlformats.org/officeDocument/2006/relationships/diagramLayout" Target="../diagrams/layout1.xml"/><Relationship Id="rId24" Type="http://schemas.openxmlformats.org/officeDocument/2006/relationships/diagramQuickStyle" Target="../diagrams/quickStyle3.xml"/><Relationship Id="rId32" Type="http://schemas.openxmlformats.org/officeDocument/2006/relationships/diagramLayout" Target="../diagrams/layout4.xml"/><Relationship Id="rId37" Type="http://schemas.openxmlformats.org/officeDocument/2006/relationships/image" Target="../media/image12.png"/><Relationship Id="rId5" Type="http://schemas.openxmlformats.org/officeDocument/2006/relationships/image" Target="../media/image3.png"/><Relationship Id="rId15" Type="http://schemas.openxmlformats.org/officeDocument/2006/relationships/diagramData" Target="../diagrams/data2.xml"/><Relationship Id="rId23" Type="http://schemas.openxmlformats.org/officeDocument/2006/relationships/diagramLayout" Target="../diagrams/layout3.xml"/><Relationship Id="rId28" Type="http://schemas.openxmlformats.org/officeDocument/2006/relationships/image" Target="../media/image8.png"/><Relationship Id="rId36" Type="http://schemas.openxmlformats.org/officeDocument/2006/relationships/image" Target="../media/image11.png"/><Relationship Id="rId10" Type="http://schemas.openxmlformats.org/officeDocument/2006/relationships/diagramData" Target="../diagrams/data1.xml"/><Relationship Id="rId19" Type="http://schemas.microsoft.com/office/2007/relationships/diagramDrawing" Target="../diagrams/drawing2.xml"/><Relationship Id="rId31" Type="http://schemas.openxmlformats.org/officeDocument/2006/relationships/diagramData" Target="../diagrams/data4.xml"/><Relationship Id="rId4" Type="http://schemas.openxmlformats.org/officeDocument/2006/relationships/image" Target="../media/image2.png"/><Relationship Id="rId9" Type="http://schemas.openxmlformats.org/officeDocument/2006/relationships/image" Target="../media/image4.png"/><Relationship Id="rId14" Type="http://schemas.microsoft.com/office/2007/relationships/diagramDrawing" Target="../diagrams/drawing1.xml"/><Relationship Id="rId22" Type="http://schemas.openxmlformats.org/officeDocument/2006/relationships/diagramData" Target="../diagrams/data3.xml"/><Relationship Id="rId27" Type="http://schemas.openxmlformats.org/officeDocument/2006/relationships/image" Target="../media/image7.png"/><Relationship Id="rId30" Type="http://schemas.openxmlformats.org/officeDocument/2006/relationships/image" Target="../media/image10.png"/><Relationship Id="rId35" Type="http://schemas.microsoft.com/office/2007/relationships/diagramDrawing" Target="../diagrams/drawing4.xml"/><Relationship Id="rId8" Type="http://schemas.openxmlformats.org/officeDocument/2006/relationships/hyperlink" Target="https://www.frontiersin.org/articles/10.3389/fpsyg.2015.01087" TargetMode="Externa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A540F412-55C4-DB21-82DB-A11C8ADFC323}"/>
              </a:ext>
            </a:extLst>
          </p:cNvPr>
          <p:cNvSpPr/>
          <p:nvPr/>
        </p:nvSpPr>
        <p:spPr>
          <a:xfrm>
            <a:off x="1978490" y="-12489"/>
            <a:ext cx="17426644" cy="1242833"/>
          </a:xfrm>
          <a:prstGeom prst="rect">
            <a:avLst/>
          </a:prstGeom>
          <a:solidFill>
            <a:srgbClr val="C2002F"/>
          </a:solidFill>
          <a:ln>
            <a:noFill/>
          </a:ln>
        </p:spPr>
        <p:style>
          <a:lnRef idx="1">
            <a:schemeClr val="accent1"/>
          </a:lnRef>
          <a:fillRef idx="3">
            <a:schemeClr val="accent1"/>
          </a:fillRef>
          <a:effectRef idx="2">
            <a:schemeClr val="accent1"/>
          </a:effectRef>
          <a:fontRef idx="minor">
            <a:schemeClr val="lt1"/>
          </a:fontRef>
        </p:style>
        <p:txBody>
          <a:bodyPr lIns="1002694" tIns="1002694" rIns="1002694" bIns="1002694" rtlCol="0" anchor="ctr"/>
          <a:lstStyle/>
          <a:p>
            <a:pPr algn="ctr"/>
            <a:endParaRPr lang="en-US" sz="1414" dirty="0">
              <a:solidFill>
                <a:srgbClr val="C2002F"/>
              </a:solidFill>
            </a:endParaRPr>
          </a:p>
        </p:txBody>
      </p:sp>
      <p:sp>
        <p:nvSpPr>
          <p:cNvPr id="5" name="CuadroTexto 4">
            <a:extLst>
              <a:ext uri="{FF2B5EF4-FFF2-40B4-BE49-F238E27FC236}">
                <a16:creationId xmlns:a16="http://schemas.microsoft.com/office/drawing/2014/main" id="{F6671883-C240-9006-3FC0-7A455AE04046}"/>
              </a:ext>
            </a:extLst>
          </p:cNvPr>
          <p:cNvSpPr txBox="1"/>
          <p:nvPr/>
        </p:nvSpPr>
        <p:spPr>
          <a:xfrm>
            <a:off x="4307759" y="1669004"/>
            <a:ext cx="12994878" cy="1127745"/>
          </a:xfrm>
          <a:prstGeom prst="rect">
            <a:avLst/>
          </a:prstGeom>
          <a:noFill/>
        </p:spPr>
        <p:txBody>
          <a:bodyPr wrap="square">
            <a:spAutoFit/>
          </a:bodyPr>
          <a:lstStyle/>
          <a:p>
            <a:pPr algn="ctr"/>
            <a:r>
              <a:rPr lang="en-US" sz="3364" b="1" dirty="0">
                <a:latin typeface="Lato" panose="020F0502020204030203" pitchFamily="34" charset="0"/>
                <a:ea typeface="Lato" panose="020F0502020204030203" pitchFamily="34" charset="0"/>
                <a:cs typeface="Lato" panose="020F0502020204030203" pitchFamily="34" charset="0"/>
              </a:rPr>
              <a:t>Effects of Cognitive Individual Differences on Cross-Linguistic Effects in L3 Acquisition </a:t>
            </a:r>
            <a:endParaRPr lang="en-US" sz="30901" dirty="0">
              <a:latin typeface="Lato" panose="020F0502020204030203" pitchFamily="34" charset="0"/>
              <a:ea typeface="Lato" panose="020F0502020204030203" pitchFamily="34" charset="0"/>
              <a:cs typeface="Lato" panose="020F0502020204030203" pitchFamily="34" charset="0"/>
            </a:endParaRPr>
          </a:p>
        </p:txBody>
      </p:sp>
      <p:sp>
        <p:nvSpPr>
          <p:cNvPr id="6" name="CuadroTexto 5">
            <a:extLst>
              <a:ext uri="{FF2B5EF4-FFF2-40B4-BE49-F238E27FC236}">
                <a16:creationId xmlns:a16="http://schemas.microsoft.com/office/drawing/2014/main" id="{88675C7F-E97A-2E5B-8EA5-6EACC6EA28A6}"/>
              </a:ext>
            </a:extLst>
          </p:cNvPr>
          <p:cNvSpPr txBox="1"/>
          <p:nvPr/>
        </p:nvSpPr>
        <p:spPr>
          <a:xfrm>
            <a:off x="462872" y="2840269"/>
            <a:ext cx="20457882" cy="952377"/>
          </a:xfrm>
          <a:prstGeom prst="rect">
            <a:avLst/>
          </a:prstGeom>
          <a:noFill/>
        </p:spPr>
        <p:txBody>
          <a:bodyPr wrap="square" rtlCol="0">
            <a:spAutoFit/>
          </a:bodyPr>
          <a:lstStyle/>
          <a:p>
            <a:pPr algn="ctr">
              <a:lnSpc>
                <a:spcPct val="150000"/>
              </a:lnSpc>
            </a:pPr>
            <a:r>
              <a:rPr lang="en-US" sz="1994" dirty="0">
                <a:latin typeface="Lato" panose="020F0502020204030203" pitchFamily="34" charset="0"/>
                <a:ea typeface="Lato" panose="020F0502020204030203" pitchFamily="34" charset="0"/>
                <a:cs typeface="Lato" panose="020F0502020204030203" pitchFamily="34" charset="0"/>
              </a:rPr>
              <a:t>Gabriella Silva</a:t>
            </a:r>
            <a:r>
              <a:rPr lang="en-US" sz="1994" baseline="30000" dirty="0">
                <a:latin typeface="Lato" panose="020F0502020204030203" pitchFamily="34" charset="0"/>
                <a:ea typeface="Lato" panose="020F0502020204030203" pitchFamily="34" charset="0"/>
                <a:cs typeface="Lato" panose="020F0502020204030203" pitchFamily="34" charset="0"/>
              </a:rPr>
              <a:t>1</a:t>
            </a:r>
            <a:r>
              <a:rPr lang="en-US" sz="1994" dirty="0">
                <a:latin typeface="Lato" panose="020F0502020204030203" pitchFamily="34" charset="0"/>
                <a:ea typeface="Lato" panose="020F0502020204030203" pitchFamily="34" charset="0"/>
                <a:cs typeface="Lato" panose="020F0502020204030203" pitchFamily="34" charset="0"/>
              </a:rPr>
              <a:t>, Pablo Bernabeu</a:t>
            </a:r>
            <a:r>
              <a:rPr lang="en-US" sz="1994" baseline="30000" dirty="0">
                <a:latin typeface="Lato" panose="020F0502020204030203" pitchFamily="34" charset="0"/>
                <a:ea typeface="Lato" panose="020F0502020204030203" pitchFamily="34" charset="0"/>
                <a:cs typeface="Lato" panose="020F0502020204030203" pitchFamily="34" charset="0"/>
              </a:rPr>
              <a:t>2</a:t>
            </a:r>
            <a:r>
              <a:rPr lang="en-US" sz="1994" dirty="0">
                <a:latin typeface="Lato" panose="020F0502020204030203" pitchFamily="34" charset="0"/>
                <a:ea typeface="Lato" panose="020F0502020204030203" pitchFamily="34" charset="0"/>
                <a:cs typeface="Lato" panose="020F0502020204030203" pitchFamily="34" charset="0"/>
              </a:rPr>
              <a:t>, </a:t>
            </a:r>
            <a:r>
              <a:rPr lang="en-US" sz="1994" kern="0" dirty="0">
                <a:solidFill>
                  <a:srgbClr val="212121"/>
                </a:solidFill>
                <a:latin typeface="Lato" panose="020F0502020204030203" pitchFamily="34" charset="0"/>
                <a:ea typeface="Lato" panose="020F0502020204030203" pitchFamily="34" charset="0"/>
                <a:cs typeface="Lato" panose="020F0502020204030203" pitchFamily="34" charset="0"/>
              </a:rPr>
              <a:t>Ngoc </a:t>
            </a:r>
            <a:r>
              <a:rPr lang="en-US" sz="1994" kern="0" dirty="0" err="1">
                <a:solidFill>
                  <a:srgbClr val="212121"/>
                </a:solidFill>
                <a:latin typeface="Lato" panose="020F0502020204030203" pitchFamily="34" charset="0"/>
                <a:ea typeface="Lato" panose="020F0502020204030203" pitchFamily="34" charset="0"/>
                <a:cs typeface="Lato" panose="020F0502020204030203" pitchFamily="34" charset="0"/>
              </a:rPr>
              <a:t>Giang</a:t>
            </a:r>
            <a:r>
              <a:rPr lang="en-US" sz="1994" kern="0" dirty="0">
                <a:solidFill>
                  <a:srgbClr val="212121"/>
                </a:solidFill>
                <a:latin typeface="Lato" panose="020F0502020204030203" pitchFamily="34" charset="0"/>
                <a:ea typeface="Lato" panose="020F0502020204030203" pitchFamily="34" charset="0"/>
                <a:cs typeface="Lato" panose="020F0502020204030203" pitchFamily="34" charset="0"/>
              </a:rPr>
              <a:t> My Hoang</a:t>
            </a:r>
            <a:r>
              <a:rPr lang="en-US" sz="1994" baseline="30000" dirty="0">
                <a:latin typeface="Lato" panose="020F0502020204030203" pitchFamily="34" charset="0"/>
                <a:ea typeface="Lato" panose="020F0502020204030203" pitchFamily="34" charset="0"/>
                <a:cs typeface="Lato" panose="020F0502020204030203" pitchFamily="34" charset="0"/>
              </a:rPr>
              <a:t>2</a:t>
            </a:r>
            <a:r>
              <a:rPr lang="en-US" sz="1994" dirty="0">
                <a:latin typeface="Lato" panose="020F0502020204030203" pitchFamily="34" charset="0"/>
                <a:ea typeface="Lato" panose="020F0502020204030203" pitchFamily="34" charset="0"/>
                <a:cs typeface="Lato" panose="020F0502020204030203" pitchFamily="34" charset="0"/>
              </a:rPr>
              <a:t> , </a:t>
            </a:r>
            <a:r>
              <a:rPr lang="en-US" sz="1994" kern="0" dirty="0">
                <a:solidFill>
                  <a:srgbClr val="212121"/>
                </a:solidFill>
                <a:latin typeface="Lato" panose="020F0502020204030203" pitchFamily="34" charset="0"/>
                <a:ea typeface="Lato" panose="020F0502020204030203" pitchFamily="34" charset="0"/>
                <a:cs typeface="Lato" panose="020F0502020204030203" pitchFamily="34" charset="0"/>
              </a:rPr>
              <a:t>Vincent DeLuca</a:t>
            </a:r>
            <a:r>
              <a:rPr lang="en-US" sz="1994" baseline="30000" dirty="0">
                <a:latin typeface="Lato" panose="020F0502020204030203" pitchFamily="34" charset="0"/>
                <a:ea typeface="Lato" panose="020F0502020204030203" pitchFamily="34" charset="0"/>
                <a:cs typeface="Lato" panose="020F0502020204030203" pitchFamily="34" charset="0"/>
              </a:rPr>
              <a:t>2</a:t>
            </a:r>
            <a:r>
              <a:rPr lang="en-US" sz="1994" dirty="0">
                <a:latin typeface="Lato" panose="020F0502020204030203" pitchFamily="34" charset="0"/>
                <a:ea typeface="Lato" panose="020F0502020204030203" pitchFamily="34" charset="0"/>
                <a:cs typeface="Lato" panose="020F0502020204030203" pitchFamily="34" charset="0"/>
              </a:rPr>
              <a:t>, </a:t>
            </a:r>
            <a:r>
              <a:rPr lang="en-US" sz="1994" kern="0" dirty="0">
                <a:solidFill>
                  <a:srgbClr val="212121"/>
                </a:solidFill>
                <a:latin typeface="Lato" panose="020F0502020204030203" pitchFamily="34" charset="0"/>
                <a:ea typeface="Lato" panose="020F0502020204030203" pitchFamily="34" charset="0"/>
                <a:cs typeface="Lato" panose="020F0502020204030203" pitchFamily="34" charset="0"/>
              </a:rPr>
              <a:t>Iva Ivanova</a:t>
            </a:r>
            <a:r>
              <a:rPr lang="en-US" sz="1994" baseline="30000" dirty="0">
                <a:latin typeface="Lato" panose="020F0502020204030203" pitchFamily="34" charset="0"/>
                <a:ea typeface="Lato" panose="020F0502020204030203" pitchFamily="34" charset="0"/>
                <a:cs typeface="Lato" panose="020F0502020204030203" pitchFamily="34" charset="0"/>
              </a:rPr>
              <a:t>3</a:t>
            </a:r>
            <a:r>
              <a:rPr lang="en-US" sz="1994" dirty="0">
                <a:latin typeface="Lato" panose="020F0502020204030203" pitchFamily="34" charset="0"/>
                <a:ea typeface="Lato" panose="020F0502020204030203" pitchFamily="34" charset="0"/>
                <a:cs typeface="Lato" panose="020F0502020204030203" pitchFamily="34" charset="0"/>
              </a:rPr>
              <a:t>, </a:t>
            </a:r>
            <a:br>
              <a:rPr lang="en-US" sz="1994" dirty="0">
                <a:latin typeface="Lato" panose="020F0502020204030203" pitchFamily="34" charset="0"/>
                <a:ea typeface="Lato" panose="020F0502020204030203" pitchFamily="34" charset="0"/>
                <a:cs typeface="Lato" panose="020F0502020204030203" pitchFamily="34" charset="0"/>
              </a:rPr>
            </a:br>
            <a:r>
              <a:rPr lang="en-US" sz="1994" kern="0" dirty="0">
                <a:solidFill>
                  <a:srgbClr val="212121"/>
                </a:solidFill>
                <a:latin typeface="Lato" panose="020F0502020204030203" pitchFamily="34" charset="0"/>
                <a:ea typeface="Lato" panose="020F0502020204030203" pitchFamily="34" charset="0"/>
                <a:cs typeface="Lato" panose="020F0502020204030203" pitchFamily="34" charset="0"/>
              </a:rPr>
              <a:t>Jason Rothman</a:t>
            </a:r>
            <a:r>
              <a:rPr lang="en-US" sz="1994" baseline="30000" dirty="0">
                <a:latin typeface="Lato" panose="020F0502020204030203" pitchFamily="34" charset="0"/>
                <a:ea typeface="Lato" panose="020F0502020204030203" pitchFamily="34" charset="0"/>
                <a:cs typeface="Lato" panose="020F0502020204030203" pitchFamily="34" charset="0"/>
              </a:rPr>
              <a:t>1,2</a:t>
            </a:r>
            <a:r>
              <a:rPr lang="en-US" sz="1994" dirty="0">
                <a:latin typeface="Lato" panose="020F0502020204030203" pitchFamily="34" charset="0"/>
                <a:ea typeface="Lato" panose="020F0502020204030203" pitchFamily="34" charset="0"/>
                <a:cs typeface="Lato" panose="020F0502020204030203" pitchFamily="34" charset="0"/>
              </a:rPr>
              <a:t> &amp; </a:t>
            </a:r>
            <a:r>
              <a:rPr lang="en-US" sz="1994" kern="0" dirty="0">
                <a:solidFill>
                  <a:srgbClr val="212121"/>
                </a:solidFill>
                <a:latin typeface="Lato" panose="020F0502020204030203" pitchFamily="34" charset="0"/>
                <a:ea typeface="Lato" panose="020F0502020204030203" pitchFamily="34" charset="0"/>
                <a:cs typeface="Lato" panose="020F0502020204030203" pitchFamily="34" charset="0"/>
              </a:rPr>
              <a:t>Jorge González Alonso</a:t>
            </a:r>
            <a:r>
              <a:rPr lang="en-US" sz="1994" baseline="30000" dirty="0">
                <a:latin typeface="Lato" panose="020F0502020204030203" pitchFamily="34" charset="0"/>
                <a:ea typeface="Lato" panose="020F0502020204030203" pitchFamily="34" charset="0"/>
                <a:cs typeface="Lato" panose="020F0502020204030203" pitchFamily="34" charset="0"/>
              </a:rPr>
              <a:t>1,2</a:t>
            </a:r>
            <a:endParaRPr lang="en-US" sz="1994" dirty="0">
              <a:latin typeface="Lato" panose="020F0502020204030203" pitchFamily="34" charset="0"/>
              <a:ea typeface="Lato" panose="020F0502020204030203" pitchFamily="34" charset="0"/>
              <a:cs typeface="Lato" panose="020F0502020204030203" pitchFamily="34" charset="0"/>
            </a:endParaRPr>
          </a:p>
        </p:txBody>
      </p:sp>
      <p:pic>
        <p:nvPicPr>
          <p:cNvPr id="8" name="Imagen 7">
            <a:extLst>
              <a:ext uri="{FF2B5EF4-FFF2-40B4-BE49-F238E27FC236}">
                <a16:creationId xmlns:a16="http://schemas.microsoft.com/office/drawing/2014/main" id="{DA452936-E366-5B8C-9B3B-A7ECD47AB4BD}"/>
              </a:ext>
            </a:extLst>
          </p:cNvPr>
          <p:cNvPicPr>
            <a:picLocks noChangeAspect="1"/>
          </p:cNvPicPr>
          <p:nvPr/>
        </p:nvPicPr>
        <p:blipFill rotWithShape="1">
          <a:blip r:embed="rId3"/>
          <a:srcRect l="67988" t="9596"/>
          <a:stretch/>
        </p:blipFill>
        <p:spPr>
          <a:xfrm>
            <a:off x="17766842" y="3167789"/>
            <a:ext cx="2206545" cy="1420905"/>
          </a:xfrm>
          <a:prstGeom prst="rect">
            <a:avLst/>
          </a:prstGeom>
        </p:spPr>
      </p:pic>
      <p:sp>
        <p:nvSpPr>
          <p:cNvPr id="7" name="CuadroTexto 6">
            <a:extLst>
              <a:ext uri="{FF2B5EF4-FFF2-40B4-BE49-F238E27FC236}">
                <a16:creationId xmlns:a16="http://schemas.microsoft.com/office/drawing/2014/main" id="{EC319036-D999-7A9B-C95D-F8C8ADA15D71}"/>
              </a:ext>
            </a:extLst>
          </p:cNvPr>
          <p:cNvSpPr txBox="1"/>
          <p:nvPr/>
        </p:nvSpPr>
        <p:spPr>
          <a:xfrm>
            <a:off x="360784" y="3795105"/>
            <a:ext cx="20662056" cy="441980"/>
          </a:xfrm>
          <a:prstGeom prst="rect">
            <a:avLst/>
          </a:prstGeom>
          <a:noFill/>
        </p:spPr>
        <p:txBody>
          <a:bodyPr wrap="square" rtlCol="0">
            <a:spAutoFit/>
          </a:bodyPr>
          <a:lstStyle/>
          <a:p>
            <a:pPr lvl="0" algn="ctr">
              <a:lnSpc>
                <a:spcPct val="150000"/>
              </a:lnSpc>
            </a:pPr>
            <a:r>
              <a:rPr lang="en-US" sz="1744" dirty="0">
                <a:latin typeface="Lato" panose="020F0502020204030203" pitchFamily="34" charset="0"/>
                <a:ea typeface="Lato" panose="020F0502020204030203" pitchFamily="34" charset="0"/>
                <a:cs typeface="Lato" panose="020F0502020204030203" pitchFamily="34" charset="0"/>
              </a:rPr>
              <a:t>1. </a:t>
            </a:r>
            <a:r>
              <a:rPr lang="en-US" sz="1744" dirty="0" err="1">
                <a:latin typeface="Lato" panose="020F0502020204030203" pitchFamily="34" charset="0"/>
                <a:ea typeface="Lato" panose="020F0502020204030203" pitchFamily="34" charset="0"/>
                <a:cs typeface="Lato" panose="020F0502020204030203" pitchFamily="34" charset="0"/>
              </a:rPr>
              <a:t>Nebrija</a:t>
            </a:r>
            <a:r>
              <a:rPr lang="en-US" sz="1744" dirty="0">
                <a:latin typeface="Lato" panose="020F0502020204030203" pitchFamily="34" charset="0"/>
                <a:ea typeface="Lato" panose="020F0502020204030203" pitchFamily="34" charset="0"/>
                <a:cs typeface="Lato" panose="020F0502020204030203" pitchFamily="34" charset="0"/>
              </a:rPr>
              <a:t> University | 2. </a:t>
            </a:r>
            <a:r>
              <a:rPr lang="en-US" sz="1744" dirty="0" err="1">
                <a:latin typeface="Lato" panose="020F0502020204030203" pitchFamily="34" charset="0"/>
                <a:ea typeface="Lato" panose="020F0502020204030203" pitchFamily="34" charset="0"/>
                <a:cs typeface="Lato" panose="020F0502020204030203" pitchFamily="34" charset="0"/>
              </a:rPr>
              <a:t>UiT</a:t>
            </a:r>
            <a:r>
              <a:rPr lang="en-US" sz="1744" dirty="0">
                <a:latin typeface="Lato" panose="020F0502020204030203" pitchFamily="34" charset="0"/>
                <a:ea typeface="Lato" panose="020F0502020204030203" pitchFamily="34" charset="0"/>
                <a:cs typeface="Lato" panose="020F0502020204030203" pitchFamily="34" charset="0"/>
              </a:rPr>
              <a:t> The Arctic University of Norway | 3. </a:t>
            </a:r>
            <a:r>
              <a:rPr lang="en-US" sz="1744" kern="0" dirty="0">
                <a:solidFill>
                  <a:srgbClr val="212121"/>
                </a:solidFill>
                <a:latin typeface="Lato" panose="020F0502020204030203" pitchFamily="34" charset="0"/>
                <a:ea typeface="Lato" panose="020F0502020204030203" pitchFamily="34" charset="0"/>
                <a:cs typeface="Lato" panose="020F0502020204030203" pitchFamily="34" charset="0"/>
              </a:rPr>
              <a:t>The University of Texas at El Paso</a:t>
            </a:r>
            <a:r>
              <a:rPr lang="en-US" sz="1744" dirty="0">
                <a:latin typeface="Lato" panose="020F0502020204030203" pitchFamily="34" charset="0"/>
                <a:ea typeface="Lato" panose="020F0502020204030203" pitchFamily="34" charset="0"/>
                <a:cs typeface="Lato" panose="020F0502020204030203" pitchFamily="34" charset="0"/>
              </a:rPr>
              <a:t> </a:t>
            </a:r>
          </a:p>
        </p:txBody>
      </p:sp>
      <p:pic>
        <p:nvPicPr>
          <p:cNvPr id="9" name="Picture 12" descr="Universidad Nebrija - Conectando Empresas, consultoría estratégica de  marketing">
            <a:extLst>
              <a:ext uri="{FF2B5EF4-FFF2-40B4-BE49-F238E27FC236}">
                <a16:creationId xmlns:a16="http://schemas.microsoft.com/office/drawing/2014/main" id="{321067BE-F11D-8806-79D7-FEE52EE094B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043" t="10245" r="13107" b="17095"/>
          <a:stretch/>
        </p:blipFill>
        <p:spPr bwMode="auto">
          <a:xfrm>
            <a:off x="590731" y="1585925"/>
            <a:ext cx="1751794" cy="1723563"/>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424623E5-3D0D-1578-8545-0CDBD9BB42FB}"/>
              </a:ext>
            </a:extLst>
          </p:cNvPr>
          <p:cNvSpPr txBox="1"/>
          <p:nvPr/>
        </p:nvSpPr>
        <p:spPr>
          <a:xfrm>
            <a:off x="11445400" y="29013883"/>
            <a:ext cx="9530868" cy="628121"/>
          </a:xfrm>
          <a:prstGeom prst="rect">
            <a:avLst/>
          </a:prstGeom>
          <a:noFill/>
        </p:spPr>
        <p:txBody>
          <a:bodyPr wrap="square" rtlCol="0">
            <a:spAutoFit/>
          </a:bodyPr>
          <a:lstStyle/>
          <a:p>
            <a:pPr algn="just"/>
            <a:r>
              <a:rPr lang="en-US" sz="1741" b="1" dirty="0">
                <a:latin typeface="Lato Light" panose="020F0302020204030203" pitchFamily="34" charset="77"/>
              </a:rPr>
              <a:t>Funded by: </a:t>
            </a:r>
            <a:r>
              <a:rPr lang="en-US" sz="1741" dirty="0">
                <a:latin typeface="Lato Light" panose="020F0302020204030203" pitchFamily="34" charset="77"/>
              </a:rPr>
              <a:t>Ministry of Science and Innovation, Spain (PID2021-126884NB-I00); Community of Madrid (H2019/HUM-5705); The Research Council of Norway (326487-FORSKER21).</a:t>
            </a:r>
          </a:p>
        </p:txBody>
      </p:sp>
      <p:pic>
        <p:nvPicPr>
          <p:cNvPr id="11" name="Picture 2">
            <a:extLst>
              <a:ext uri="{FF2B5EF4-FFF2-40B4-BE49-F238E27FC236}">
                <a16:creationId xmlns:a16="http://schemas.microsoft.com/office/drawing/2014/main" id="{3D400D09-83E1-CBB9-23B9-41E1D41AD6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4819" y="28743386"/>
            <a:ext cx="5218724" cy="1151985"/>
          </a:xfrm>
          <a:prstGeom prst="rect">
            <a:avLst/>
          </a:prstGeom>
          <a:noFill/>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C809A968-D209-AF6B-0C3E-6D0591E6C16E}"/>
              </a:ext>
            </a:extLst>
          </p:cNvPr>
          <p:cNvSpPr txBox="1"/>
          <p:nvPr/>
        </p:nvSpPr>
        <p:spPr>
          <a:xfrm>
            <a:off x="644819" y="5215325"/>
            <a:ext cx="3457998" cy="799578"/>
          </a:xfrm>
          <a:prstGeom prst="rect">
            <a:avLst/>
          </a:prstGeom>
          <a:noFill/>
        </p:spPr>
        <p:txBody>
          <a:bodyPr wrap="none" rtlCol="0">
            <a:spAutoFit/>
          </a:bodyPr>
          <a:lstStyle/>
          <a:p>
            <a:r>
              <a:rPr lang="en-US" sz="4596" b="1" dirty="0">
                <a:latin typeface="Lato" panose="020F0502020204030203" pitchFamily="34" charset="77"/>
              </a:rPr>
              <a:t>Introduction</a:t>
            </a:r>
          </a:p>
        </p:txBody>
      </p:sp>
      <p:sp>
        <p:nvSpPr>
          <p:cNvPr id="14" name="CuadroTexto 13">
            <a:extLst>
              <a:ext uri="{FF2B5EF4-FFF2-40B4-BE49-F238E27FC236}">
                <a16:creationId xmlns:a16="http://schemas.microsoft.com/office/drawing/2014/main" id="{5AE95AED-58B1-C785-2D7F-DFD145B790BE}"/>
              </a:ext>
            </a:extLst>
          </p:cNvPr>
          <p:cNvSpPr txBox="1"/>
          <p:nvPr/>
        </p:nvSpPr>
        <p:spPr>
          <a:xfrm>
            <a:off x="11651467" y="5269832"/>
            <a:ext cx="2539478" cy="799578"/>
          </a:xfrm>
          <a:prstGeom prst="rect">
            <a:avLst/>
          </a:prstGeom>
          <a:noFill/>
        </p:spPr>
        <p:txBody>
          <a:bodyPr wrap="none" rtlCol="0">
            <a:spAutoFit/>
          </a:bodyPr>
          <a:lstStyle/>
          <a:p>
            <a:r>
              <a:rPr lang="en-US" sz="4596" b="1" dirty="0">
                <a:latin typeface="Lato" panose="020F0502020204030203" pitchFamily="34" charset="77"/>
              </a:rPr>
              <a:t>Methods</a:t>
            </a:r>
          </a:p>
        </p:txBody>
      </p:sp>
      <p:cxnSp>
        <p:nvCxnSpPr>
          <p:cNvPr id="17" name="Conector recto 16">
            <a:extLst>
              <a:ext uri="{FF2B5EF4-FFF2-40B4-BE49-F238E27FC236}">
                <a16:creationId xmlns:a16="http://schemas.microsoft.com/office/drawing/2014/main" id="{049D89D7-F9BF-F5E5-5EB2-A5DB7BD77964}"/>
              </a:ext>
            </a:extLst>
          </p:cNvPr>
          <p:cNvCxnSpPr>
            <a:cxnSpLocks/>
          </p:cNvCxnSpPr>
          <p:nvPr/>
        </p:nvCxnSpPr>
        <p:spPr>
          <a:xfrm>
            <a:off x="746639" y="13755241"/>
            <a:ext cx="19992167"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CuadroTexto 18">
            <a:extLst>
              <a:ext uri="{FF2B5EF4-FFF2-40B4-BE49-F238E27FC236}">
                <a16:creationId xmlns:a16="http://schemas.microsoft.com/office/drawing/2014/main" id="{B50A7469-26A4-A0F5-5AF1-092B90B9ABCF}"/>
              </a:ext>
            </a:extLst>
          </p:cNvPr>
          <p:cNvSpPr txBox="1"/>
          <p:nvPr/>
        </p:nvSpPr>
        <p:spPr>
          <a:xfrm>
            <a:off x="11681481" y="13958288"/>
            <a:ext cx="1450154" cy="478144"/>
          </a:xfrm>
          <a:prstGeom prst="rect">
            <a:avLst/>
          </a:prstGeom>
          <a:noFill/>
        </p:spPr>
        <p:txBody>
          <a:bodyPr wrap="square" rtlCol="0">
            <a:spAutoFit/>
          </a:bodyPr>
          <a:lstStyle/>
          <a:p>
            <a:r>
              <a:rPr lang="en-US" sz="2507" b="1" dirty="0">
                <a:latin typeface="Lato" panose="020F0502020204030203" pitchFamily="34" charset="77"/>
              </a:rPr>
              <a:t>EEG task</a:t>
            </a:r>
            <a:endParaRPr lang="en-US" sz="1950" b="1" dirty="0">
              <a:latin typeface="Lato" panose="020F0502020204030203" pitchFamily="34" charset="77"/>
            </a:endParaRPr>
          </a:p>
        </p:txBody>
      </p:sp>
      <p:sp>
        <p:nvSpPr>
          <p:cNvPr id="20" name="CuadroTexto 19">
            <a:extLst>
              <a:ext uri="{FF2B5EF4-FFF2-40B4-BE49-F238E27FC236}">
                <a16:creationId xmlns:a16="http://schemas.microsoft.com/office/drawing/2014/main" id="{A27961B0-2807-30EA-EB71-7B65A062E1EC}"/>
              </a:ext>
            </a:extLst>
          </p:cNvPr>
          <p:cNvSpPr txBox="1"/>
          <p:nvPr/>
        </p:nvSpPr>
        <p:spPr>
          <a:xfrm>
            <a:off x="833581" y="24126738"/>
            <a:ext cx="3126177" cy="799578"/>
          </a:xfrm>
          <a:prstGeom prst="rect">
            <a:avLst/>
          </a:prstGeom>
          <a:noFill/>
        </p:spPr>
        <p:txBody>
          <a:bodyPr wrap="none" rtlCol="0">
            <a:spAutoFit/>
          </a:bodyPr>
          <a:lstStyle/>
          <a:p>
            <a:r>
              <a:rPr lang="en-US" sz="4596" b="1" dirty="0">
                <a:latin typeface="Lato" panose="020F0502020204030203" pitchFamily="34" charset="77"/>
              </a:rPr>
              <a:t>References</a:t>
            </a:r>
          </a:p>
        </p:txBody>
      </p:sp>
      <p:sp>
        <p:nvSpPr>
          <p:cNvPr id="21" name="CuadroTexto 20">
            <a:extLst>
              <a:ext uri="{FF2B5EF4-FFF2-40B4-BE49-F238E27FC236}">
                <a16:creationId xmlns:a16="http://schemas.microsoft.com/office/drawing/2014/main" id="{BDD7D8D0-F360-3F58-7D73-23EB5AD57100}"/>
              </a:ext>
            </a:extLst>
          </p:cNvPr>
          <p:cNvSpPr txBox="1"/>
          <p:nvPr/>
        </p:nvSpPr>
        <p:spPr>
          <a:xfrm>
            <a:off x="12142088" y="6379105"/>
            <a:ext cx="1979094" cy="478144"/>
          </a:xfrm>
          <a:prstGeom prst="rect">
            <a:avLst/>
          </a:prstGeom>
          <a:noFill/>
        </p:spPr>
        <p:txBody>
          <a:bodyPr wrap="square" rtlCol="0">
            <a:spAutoFit/>
          </a:bodyPr>
          <a:lstStyle/>
          <a:p>
            <a:r>
              <a:rPr lang="en-US" sz="2507" b="1" dirty="0">
                <a:latin typeface="Lato" panose="020F0502020204030203" pitchFamily="34" charset="77"/>
              </a:rPr>
              <a:t>Groups</a:t>
            </a:r>
            <a:endParaRPr lang="en-US" sz="1950" b="1" dirty="0">
              <a:latin typeface="Lato" panose="020F0502020204030203" pitchFamily="34" charset="77"/>
            </a:endParaRPr>
          </a:p>
        </p:txBody>
      </p:sp>
      <p:cxnSp>
        <p:nvCxnSpPr>
          <p:cNvPr id="26" name="Conector recto 25">
            <a:extLst>
              <a:ext uri="{FF2B5EF4-FFF2-40B4-BE49-F238E27FC236}">
                <a16:creationId xmlns:a16="http://schemas.microsoft.com/office/drawing/2014/main" id="{996417B4-CC3E-2376-B05D-782B5B472259}"/>
              </a:ext>
            </a:extLst>
          </p:cNvPr>
          <p:cNvCxnSpPr>
            <a:cxnSpLocks/>
          </p:cNvCxnSpPr>
          <p:nvPr/>
        </p:nvCxnSpPr>
        <p:spPr>
          <a:xfrm>
            <a:off x="809113" y="23885866"/>
            <a:ext cx="19992167" cy="0"/>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6" name="CuadroTexto 45">
            <a:extLst>
              <a:ext uri="{FF2B5EF4-FFF2-40B4-BE49-F238E27FC236}">
                <a16:creationId xmlns:a16="http://schemas.microsoft.com/office/drawing/2014/main" id="{81D539A9-1F85-3AC7-6FD2-13CF100CB626}"/>
              </a:ext>
            </a:extLst>
          </p:cNvPr>
          <p:cNvSpPr txBox="1"/>
          <p:nvPr/>
        </p:nvSpPr>
        <p:spPr>
          <a:xfrm>
            <a:off x="833581" y="25229114"/>
            <a:ext cx="19501922" cy="3136500"/>
          </a:xfrm>
          <a:prstGeom prst="rect">
            <a:avLst/>
          </a:prstGeom>
          <a:noFill/>
        </p:spPr>
        <p:txBody>
          <a:bodyPr wrap="square">
            <a:spAutoFit/>
          </a:bodyPr>
          <a:lstStyle/>
          <a:p>
            <a:pPr marL="112352" indent="-111956" algn="just">
              <a:spcAft>
                <a:spcPts val="748"/>
              </a:spcAft>
            </a:pPr>
            <a:r>
              <a:rPr lang="en-US" sz="1994" dirty="0">
                <a:latin typeface="Times New Roman" panose="02020603050405020304" pitchFamily="18" charset="0"/>
                <a:ea typeface="Roboto" panose="02000000000000000000" pitchFamily="2" charset="0"/>
                <a:cs typeface="Times New Roman" panose="02020603050405020304" pitchFamily="18" charset="0"/>
              </a:rPr>
              <a:t>González Alonso, J., </a:t>
            </a:r>
            <a:r>
              <a:rPr lang="en-US" sz="1994" dirty="0" err="1">
                <a:latin typeface="Times New Roman" panose="02020603050405020304" pitchFamily="18" charset="0"/>
                <a:ea typeface="Roboto" panose="02000000000000000000" pitchFamily="2" charset="0"/>
                <a:cs typeface="Times New Roman" panose="02020603050405020304" pitchFamily="18" charset="0"/>
              </a:rPr>
              <a:t>Alemán</a:t>
            </a:r>
            <a:r>
              <a:rPr lang="en-US" sz="1994" dirty="0">
                <a:latin typeface="Times New Roman" panose="02020603050405020304" pitchFamily="18" charset="0"/>
                <a:ea typeface="Roboto" panose="02000000000000000000" pitchFamily="2" charset="0"/>
                <a:cs typeface="Times New Roman" panose="02020603050405020304" pitchFamily="18" charset="0"/>
              </a:rPr>
              <a:t> </a:t>
            </a:r>
            <a:r>
              <a:rPr lang="en-US" sz="1994" dirty="0" err="1">
                <a:latin typeface="Times New Roman" panose="02020603050405020304" pitchFamily="18" charset="0"/>
                <a:ea typeface="Roboto" panose="02000000000000000000" pitchFamily="2" charset="0"/>
                <a:cs typeface="Times New Roman" panose="02020603050405020304" pitchFamily="18" charset="0"/>
              </a:rPr>
              <a:t>Bañón</a:t>
            </a:r>
            <a:r>
              <a:rPr lang="en-US" sz="1994" dirty="0">
                <a:latin typeface="Times New Roman" panose="02020603050405020304" pitchFamily="18" charset="0"/>
                <a:ea typeface="Roboto" panose="02000000000000000000" pitchFamily="2" charset="0"/>
                <a:cs typeface="Times New Roman" panose="02020603050405020304" pitchFamily="18" charset="0"/>
              </a:rPr>
              <a:t>, J., DeLuca, V., Miller, D., Pereira Soares, S. M., Puig-</a:t>
            </a:r>
            <a:r>
              <a:rPr lang="en-US" sz="1994" dirty="0" err="1">
                <a:latin typeface="Times New Roman" panose="02020603050405020304" pitchFamily="18" charset="0"/>
                <a:ea typeface="Roboto" panose="02000000000000000000" pitchFamily="2" charset="0"/>
                <a:cs typeface="Times New Roman" panose="02020603050405020304" pitchFamily="18" charset="0"/>
              </a:rPr>
              <a:t>Mayenco</a:t>
            </a:r>
            <a:r>
              <a:rPr lang="en-US" sz="1994" dirty="0">
                <a:latin typeface="Times New Roman" panose="02020603050405020304" pitchFamily="18" charset="0"/>
                <a:ea typeface="Roboto" panose="02000000000000000000" pitchFamily="2" charset="0"/>
                <a:cs typeface="Times New Roman" panose="02020603050405020304" pitchFamily="18" charset="0"/>
              </a:rPr>
              <a:t>, E., </a:t>
            </a:r>
            <a:r>
              <a:rPr lang="en-US" sz="1994" dirty="0" err="1">
                <a:latin typeface="Times New Roman" panose="02020603050405020304" pitchFamily="18" charset="0"/>
                <a:ea typeface="Roboto" panose="02000000000000000000" pitchFamily="2" charset="0"/>
                <a:cs typeface="Times New Roman" panose="02020603050405020304" pitchFamily="18" charset="0"/>
              </a:rPr>
              <a:t>Slaats</a:t>
            </a:r>
            <a:r>
              <a:rPr lang="en-US" sz="1994" dirty="0">
                <a:latin typeface="Times New Roman" panose="02020603050405020304" pitchFamily="18" charset="0"/>
                <a:ea typeface="Roboto" panose="02000000000000000000" pitchFamily="2" charset="0"/>
                <a:cs typeface="Times New Roman" panose="02020603050405020304" pitchFamily="18" charset="0"/>
              </a:rPr>
              <a:t>, S., &amp; Rothman, J. (2020). Event related potentials at initial exposure in third language acquisition: Implications from an artificial mini-grammar study. </a:t>
            </a:r>
            <a:r>
              <a:rPr lang="en-US" sz="1994" i="1" dirty="0">
                <a:latin typeface="Times New Roman" panose="02020603050405020304" pitchFamily="18" charset="0"/>
                <a:ea typeface="Roboto" panose="02000000000000000000" pitchFamily="2" charset="0"/>
                <a:cs typeface="Times New Roman" panose="02020603050405020304" pitchFamily="18" charset="0"/>
              </a:rPr>
              <a:t>Journal of Neurolinguistics</a:t>
            </a:r>
            <a:r>
              <a:rPr lang="en-US" sz="1994" dirty="0">
                <a:latin typeface="Times New Roman" panose="02020603050405020304" pitchFamily="18" charset="0"/>
                <a:ea typeface="Roboto" panose="02000000000000000000" pitchFamily="2" charset="0"/>
                <a:cs typeface="Times New Roman" panose="02020603050405020304" pitchFamily="18" charset="0"/>
              </a:rPr>
              <a:t>, </a:t>
            </a:r>
            <a:r>
              <a:rPr lang="en-US" sz="1994" i="1" dirty="0">
                <a:latin typeface="Times New Roman" panose="02020603050405020304" pitchFamily="18" charset="0"/>
                <a:ea typeface="Roboto" panose="02000000000000000000" pitchFamily="2" charset="0"/>
                <a:cs typeface="Times New Roman" panose="02020603050405020304" pitchFamily="18" charset="0"/>
              </a:rPr>
              <a:t>56</a:t>
            </a:r>
            <a:r>
              <a:rPr lang="en-US" sz="1994" dirty="0">
                <a:latin typeface="Times New Roman" panose="02020603050405020304" pitchFamily="18" charset="0"/>
                <a:ea typeface="Roboto" panose="02000000000000000000" pitchFamily="2" charset="0"/>
                <a:cs typeface="Times New Roman" panose="02020603050405020304" pitchFamily="18" charset="0"/>
              </a:rPr>
              <a:t>, 100939. </a:t>
            </a:r>
            <a:r>
              <a:rPr lang="en-US" sz="1994" u="sng" dirty="0">
                <a:solidFill>
                  <a:srgbClr val="0563C1"/>
                </a:solidFill>
                <a:latin typeface="Times New Roman" panose="02020603050405020304" pitchFamily="18" charset="0"/>
                <a:ea typeface="Roboto" panose="02000000000000000000" pitchFamily="2" charset="0"/>
                <a:cs typeface="Times New Roman" panose="02020603050405020304" pitchFamily="18" charset="0"/>
                <a:hlinkClick r:id="rId6"/>
              </a:rPr>
              <a:t>https://doi.org/10.1016/j.jneuroling.2020.100939</a:t>
            </a:r>
            <a:endParaRPr lang="en-US" sz="1994" dirty="0">
              <a:latin typeface="Times New Roman" panose="02020603050405020304" pitchFamily="18" charset="0"/>
              <a:ea typeface="Roboto" panose="02000000000000000000" pitchFamily="2" charset="0"/>
              <a:cs typeface="Times New Roman" panose="02020603050405020304" pitchFamily="18" charset="0"/>
            </a:endParaRPr>
          </a:p>
          <a:p>
            <a:pPr marL="112352" indent="-111956" algn="just">
              <a:spcAft>
                <a:spcPts val="748"/>
              </a:spcAft>
            </a:pPr>
            <a:r>
              <a:rPr lang="en-US" sz="1994" dirty="0">
                <a:latin typeface="Times New Roman" panose="02020603050405020304" pitchFamily="18" charset="0"/>
                <a:ea typeface="Roboto" panose="02000000000000000000" pitchFamily="2" charset="0"/>
                <a:cs typeface="Times New Roman" panose="02020603050405020304" pitchFamily="18" charset="0"/>
              </a:rPr>
              <a:t>Morgan-Short, K., Finger, I., Grey, S., &amp; Ullman, M. T. (2012). Second language processing shows increased native-like neural responses after months of no exposure. </a:t>
            </a:r>
            <a:r>
              <a:rPr lang="en-US" sz="1994" i="1" dirty="0">
                <a:latin typeface="Times New Roman" panose="02020603050405020304" pitchFamily="18" charset="0"/>
                <a:ea typeface="Roboto" panose="02000000000000000000" pitchFamily="2" charset="0"/>
                <a:cs typeface="Times New Roman" panose="02020603050405020304" pitchFamily="18" charset="0"/>
              </a:rPr>
              <a:t>PLOS ONE</a:t>
            </a:r>
            <a:r>
              <a:rPr lang="en-US" sz="1994" dirty="0">
                <a:latin typeface="Times New Roman" panose="02020603050405020304" pitchFamily="18" charset="0"/>
                <a:ea typeface="Roboto" panose="02000000000000000000" pitchFamily="2" charset="0"/>
                <a:cs typeface="Times New Roman" panose="02020603050405020304" pitchFamily="18" charset="0"/>
              </a:rPr>
              <a:t>, </a:t>
            </a:r>
            <a:r>
              <a:rPr lang="en-US" sz="1994" i="1" dirty="0">
                <a:latin typeface="Times New Roman" panose="02020603050405020304" pitchFamily="18" charset="0"/>
                <a:ea typeface="Roboto" panose="02000000000000000000" pitchFamily="2" charset="0"/>
                <a:cs typeface="Times New Roman" panose="02020603050405020304" pitchFamily="18" charset="0"/>
              </a:rPr>
              <a:t>7</a:t>
            </a:r>
            <a:r>
              <a:rPr lang="en-US" sz="1994" dirty="0">
                <a:latin typeface="Times New Roman" panose="02020603050405020304" pitchFamily="18" charset="0"/>
                <a:ea typeface="Roboto" panose="02000000000000000000" pitchFamily="2" charset="0"/>
                <a:cs typeface="Times New Roman" panose="02020603050405020304" pitchFamily="18" charset="0"/>
              </a:rPr>
              <a:t>(3), e32974. </a:t>
            </a:r>
            <a:r>
              <a:rPr lang="en-US" sz="1994" u="sng" dirty="0">
                <a:solidFill>
                  <a:srgbClr val="0563C1"/>
                </a:solidFill>
                <a:latin typeface="Times New Roman" panose="02020603050405020304" pitchFamily="18" charset="0"/>
                <a:ea typeface="Roboto" panose="02000000000000000000" pitchFamily="2" charset="0"/>
                <a:cs typeface="Times New Roman" panose="02020603050405020304" pitchFamily="18" charset="0"/>
                <a:hlinkClick r:id="rId7"/>
              </a:rPr>
              <a:t>https://doi.org/10.1371/journal.pone.0032974</a:t>
            </a:r>
            <a:r>
              <a:rPr lang="en-US" sz="1994" dirty="0">
                <a:latin typeface="Times New Roman" panose="02020603050405020304" pitchFamily="18" charset="0"/>
                <a:ea typeface="Roboto" panose="02000000000000000000" pitchFamily="2" charset="0"/>
                <a:cs typeface="Times New Roman" panose="02020603050405020304" pitchFamily="18" charset="0"/>
              </a:rPr>
              <a:t> </a:t>
            </a:r>
          </a:p>
          <a:p>
            <a:pPr marL="112352" indent="-111956" algn="just">
              <a:spcAft>
                <a:spcPts val="748"/>
              </a:spcAft>
            </a:pPr>
            <a:r>
              <a:rPr lang="en-US" sz="1994" kern="0" dirty="0">
                <a:latin typeface="Times New Roman" panose="02020603050405020304" pitchFamily="18" charset="0"/>
                <a:ea typeface="Roboto" panose="02000000000000000000" pitchFamily="2" charset="0"/>
                <a:cs typeface="Times New Roman" panose="02020603050405020304" pitchFamily="18" charset="0"/>
              </a:rPr>
              <a:t>Rothman, J. (2011). L3 syntactic transfer selectivity and typological determinacy: The typological primacy model. </a:t>
            </a:r>
            <a:r>
              <a:rPr lang="en-US" sz="1994" i="1" kern="0" dirty="0">
                <a:latin typeface="Times New Roman" panose="02020603050405020304" pitchFamily="18" charset="0"/>
                <a:ea typeface="Roboto" panose="02000000000000000000" pitchFamily="2" charset="0"/>
                <a:cs typeface="Times New Roman" panose="02020603050405020304" pitchFamily="18" charset="0"/>
              </a:rPr>
              <a:t>Second Language Research</a:t>
            </a:r>
            <a:r>
              <a:rPr lang="en-US" sz="1994" kern="0" dirty="0">
                <a:latin typeface="Times New Roman" panose="02020603050405020304" pitchFamily="18" charset="0"/>
                <a:ea typeface="Roboto" panose="02000000000000000000" pitchFamily="2" charset="0"/>
                <a:cs typeface="Times New Roman" panose="02020603050405020304" pitchFamily="18" charset="0"/>
              </a:rPr>
              <a:t>, </a:t>
            </a:r>
            <a:r>
              <a:rPr lang="en-US" sz="1994" i="1" kern="0" dirty="0">
                <a:latin typeface="Times New Roman" panose="02020603050405020304" pitchFamily="18" charset="0"/>
                <a:ea typeface="Roboto" panose="02000000000000000000" pitchFamily="2" charset="0"/>
                <a:cs typeface="Times New Roman" panose="02020603050405020304" pitchFamily="18" charset="0"/>
              </a:rPr>
              <a:t>27</a:t>
            </a:r>
            <a:r>
              <a:rPr lang="en-US" sz="1994" kern="0" dirty="0">
                <a:latin typeface="Times New Roman" panose="02020603050405020304" pitchFamily="18" charset="0"/>
                <a:ea typeface="Roboto" panose="02000000000000000000" pitchFamily="2" charset="0"/>
                <a:cs typeface="Times New Roman" panose="02020603050405020304" pitchFamily="18" charset="0"/>
              </a:rPr>
              <a:t>(1), 107–127. http://www.jstor.org/stable/43103852</a:t>
            </a:r>
            <a:endParaRPr lang="en-US" sz="1994" kern="100" dirty="0">
              <a:latin typeface="Times New Roman" panose="02020603050405020304" pitchFamily="18" charset="0"/>
              <a:ea typeface="Roboto" panose="02000000000000000000" pitchFamily="2" charset="0"/>
              <a:cs typeface="Times New Roman" panose="02020603050405020304" pitchFamily="18" charset="0"/>
            </a:endParaRPr>
          </a:p>
          <a:p>
            <a:pPr marL="112352" indent="-111956" algn="just">
              <a:spcAft>
                <a:spcPts val="748"/>
              </a:spcAft>
            </a:pPr>
            <a:r>
              <a:rPr lang="en-US" sz="1994" dirty="0">
                <a:latin typeface="Times New Roman" panose="02020603050405020304" pitchFamily="18" charset="0"/>
                <a:ea typeface="Roboto" panose="02000000000000000000" pitchFamily="2" charset="0"/>
                <a:cs typeface="Times New Roman" panose="02020603050405020304" pitchFamily="18" charset="0"/>
              </a:rPr>
              <a:t>Rothman, J., </a:t>
            </a:r>
            <a:r>
              <a:rPr lang="en-US" sz="1994" dirty="0" err="1">
                <a:latin typeface="Times New Roman" panose="02020603050405020304" pitchFamily="18" charset="0"/>
                <a:ea typeface="Roboto" panose="02000000000000000000" pitchFamily="2" charset="0"/>
                <a:cs typeface="Times New Roman" panose="02020603050405020304" pitchFamily="18" charset="0"/>
              </a:rPr>
              <a:t>Alemán</a:t>
            </a:r>
            <a:r>
              <a:rPr lang="en-US" sz="1994" dirty="0">
                <a:latin typeface="Times New Roman" panose="02020603050405020304" pitchFamily="18" charset="0"/>
                <a:ea typeface="Roboto" panose="02000000000000000000" pitchFamily="2" charset="0"/>
                <a:cs typeface="Times New Roman" panose="02020603050405020304" pitchFamily="18" charset="0"/>
              </a:rPr>
              <a:t> </a:t>
            </a:r>
            <a:r>
              <a:rPr lang="en-US" sz="1994" dirty="0" err="1">
                <a:latin typeface="Times New Roman" panose="02020603050405020304" pitchFamily="18" charset="0"/>
                <a:ea typeface="Roboto" panose="02000000000000000000" pitchFamily="2" charset="0"/>
                <a:cs typeface="Times New Roman" panose="02020603050405020304" pitchFamily="18" charset="0"/>
              </a:rPr>
              <a:t>Bañón</a:t>
            </a:r>
            <a:r>
              <a:rPr lang="en-US" sz="1994" dirty="0">
                <a:latin typeface="Times New Roman" panose="02020603050405020304" pitchFamily="18" charset="0"/>
                <a:ea typeface="Roboto" panose="02000000000000000000" pitchFamily="2" charset="0"/>
                <a:cs typeface="Times New Roman" panose="02020603050405020304" pitchFamily="18" charset="0"/>
              </a:rPr>
              <a:t>, J., &amp; González Alonso, J. (2015). Neurolinguistic measures of typological effects in multilingual transfer: Introducing an ERP methodology. </a:t>
            </a:r>
            <a:r>
              <a:rPr lang="en-US" sz="1994" i="1" dirty="0">
                <a:latin typeface="Times New Roman" panose="02020603050405020304" pitchFamily="18" charset="0"/>
                <a:ea typeface="Roboto" panose="02000000000000000000" pitchFamily="2" charset="0"/>
                <a:cs typeface="Times New Roman" panose="02020603050405020304" pitchFamily="18" charset="0"/>
              </a:rPr>
              <a:t>Frontiers in Psychology</a:t>
            </a:r>
            <a:r>
              <a:rPr lang="en-US" sz="1994" dirty="0">
                <a:latin typeface="Times New Roman" panose="02020603050405020304" pitchFamily="18" charset="0"/>
                <a:ea typeface="Roboto" panose="02000000000000000000" pitchFamily="2" charset="0"/>
                <a:cs typeface="Times New Roman" panose="02020603050405020304" pitchFamily="18" charset="0"/>
              </a:rPr>
              <a:t>, </a:t>
            </a:r>
            <a:r>
              <a:rPr lang="en-US" sz="1994" i="1" dirty="0">
                <a:latin typeface="Times New Roman" panose="02020603050405020304" pitchFamily="18" charset="0"/>
                <a:ea typeface="Roboto" panose="02000000000000000000" pitchFamily="2" charset="0"/>
                <a:cs typeface="Times New Roman" panose="02020603050405020304" pitchFamily="18" charset="0"/>
              </a:rPr>
              <a:t>6</a:t>
            </a:r>
            <a:r>
              <a:rPr lang="en-US" sz="1994" dirty="0">
                <a:latin typeface="Times New Roman" panose="02020603050405020304" pitchFamily="18" charset="0"/>
                <a:ea typeface="Roboto" panose="02000000000000000000" pitchFamily="2" charset="0"/>
                <a:cs typeface="Times New Roman" panose="02020603050405020304" pitchFamily="18" charset="0"/>
              </a:rPr>
              <a:t>. </a:t>
            </a:r>
            <a:r>
              <a:rPr lang="en-US" sz="1994" u="sng" dirty="0">
                <a:solidFill>
                  <a:srgbClr val="0563C1"/>
                </a:solidFill>
                <a:latin typeface="Times New Roman" panose="02020603050405020304" pitchFamily="18" charset="0"/>
                <a:ea typeface="Roboto" panose="02000000000000000000" pitchFamily="2" charset="0"/>
                <a:cs typeface="Times New Roman" panose="02020603050405020304" pitchFamily="18" charset="0"/>
                <a:hlinkClick r:id="rId8"/>
              </a:rPr>
              <a:t>https://www.frontiersin.org/articles/10.3389/fpsyg.2015.01087</a:t>
            </a:r>
            <a:endParaRPr lang="en-US" sz="1994" u="sng" dirty="0">
              <a:solidFill>
                <a:srgbClr val="0563C1"/>
              </a:solidFill>
              <a:latin typeface="Times New Roman" panose="02020603050405020304" pitchFamily="18" charset="0"/>
              <a:ea typeface="Roboto" panose="02000000000000000000" pitchFamily="2" charset="0"/>
              <a:cs typeface="Times New Roman" panose="02020603050405020304" pitchFamily="18" charset="0"/>
            </a:endParaRPr>
          </a:p>
          <a:p>
            <a:pPr marL="112352" indent="-111956" algn="just">
              <a:spcAft>
                <a:spcPts val="748"/>
              </a:spcAft>
            </a:pPr>
            <a:endParaRPr lang="en-US" sz="1495"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ángulo 2">
            <a:extLst>
              <a:ext uri="{FF2B5EF4-FFF2-40B4-BE49-F238E27FC236}">
                <a16:creationId xmlns:a16="http://schemas.microsoft.com/office/drawing/2014/main" id="{2AF8CDC8-FBAF-4BD2-CE58-EAAA92C0CB24}"/>
              </a:ext>
            </a:extLst>
          </p:cNvPr>
          <p:cNvSpPr/>
          <p:nvPr/>
        </p:nvSpPr>
        <p:spPr>
          <a:xfrm>
            <a:off x="703020" y="11473473"/>
            <a:ext cx="9701507" cy="1813451"/>
          </a:xfrm>
          <a:prstGeom prst="rect">
            <a:avLst/>
          </a:prstGeom>
          <a:solidFill>
            <a:srgbClr val="C2002F"/>
          </a:solidFill>
          <a:ln w="57150">
            <a:solidFill>
              <a:srgbClr val="C2002F"/>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2492" dirty="0">
                <a:solidFill>
                  <a:schemeClr val="bg1"/>
                </a:solidFill>
                <a:latin typeface="+mj-lt"/>
                <a:cs typeface="Times New Roman" panose="02020603050405020304" pitchFamily="18" charset="0"/>
              </a:rPr>
              <a:t>RESEARCH QUESTION: </a:t>
            </a:r>
          </a:p>
          <a:p>
            <a:pPr algn="ctr"/>
            <a:r>
              <a:rPr lang="en-US" sz="2492" dirty="0">
                <a:solidFill>
                  <a:schemeClr val="bg1"/>
                </a:solidFill>
                <a:latin typeface="+mj-lt"/>
                <a:cs typeface="Times New Roman" panose="02020603050405020304" pitchFamily="18" charset="0"/>
              </a:rPr>
              <a:t>How do core cognitive domains impact cross-language effects and interference of similar and different language properties in the </a:t>
            </a:r>
          </a:p>
          <a:p>
            <a:pPr algn="ctr"/>
            <a:r>
              <a:rPr lang="en-US" sz="2492" dirty="0">
                <a:solidFill>
                  <a:schemeClr val="bg1"/>
                </a:solidFill>
                <a:latin typeface="+mj-lt"/>
                <a:cs typeface="Times New Roman" panose="02020603050405020304" pitchFamily="18" charset="0"/>
              </a:rPr>
              <a:t>acquisition of a third language (L3)?</a:t>
            </a:r>
          </a:p>
        </p:txBody>
      </p:sp>
      <p:pic>
        <p:nvPicPr>
          <p:cNvPr id="18" name="Picture 2" descr="About Us | UiT The Arctic University of Norway on Glue Up">
            <a:extLst>
              <a:ext uri="{FF2B5EF4-FFF2-40B4-BE49-F238E27FC236}">
                <a16:creationId xmlns:a16="http://schemas.microsoft.com/office/drawing/2014/main" id="{9495A4D7-9A28-0100-07CD-F87442B6BA9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3507" y="3008778"/>
            <a:ext cx="3995315" cy="199765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Diagram 10">
            <a:extLst>
              <a:ext uri="{FF2B5EF4-FFF2-40B4-BE49-F238E27FC236}">
                <a16:creationId xmlns:a16="http://schemas.microsoft.com/office/drawing/2014/main" id="{CAFC7811-A4BB-5773-F433-A83535B8B984}"/>
              </a:ext>
            </a:extLst>
          </p:cNvPr>
          <p:cNvGraphicFramePr/>
          <p:nvPr>
            <p:extLst>
              <p:ext uri="{D42A27DB-BD31-4B8C-83A1-F6EECF244321}">
                <p14:modId xmlns:p14="http://schemas.microsoft.com/office/powerpoint/2010/main" val="910457747"/>
              </p:ext>
            </p:extLst>
          </p:nvPr>
        </p:nvGraphicFramePr>
        <p:xfrm>
          <a:off x="12142088" y="7116484"/>
          <a:ext cx="5607857" cy="333524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22" name="Content Placeholder 3">
            <a:extLst>
              <a:ext uri="{FF2B5EF4-FFF2-40B4-BE49-F238E27FC236}">
                <a16:creationId xmlns:a16="http://schemas.microsoft.com/office/drawing/2014/main" id="{1BD2DD96-44C6-1FEC-93CA-DF25E349B539}"/>
              </a:ext>
            </a:extLst>
          </p:cNvPr>
          <p:cNvGraphicFramePr>
            <a:graphicFrameLocks/>
          </p:cNvGraphicFramePr>
          <p:nvPr>
            <p:extLst>
              <p:ext uri="{D42A27DB-BD31-4B8C-83A1-F6EECF244321}">
                <p14:modId xmlns:p14="http://schemas.microsoft.com/office/powerpoint/2010/main" val="606441437"/>
              </p:ext>
            </p:extLst>
          </p:nvPr>
        </p:nvGraphicFramePr>
        <p:xfrm>
          <a:off x="907515" y="14748143"/>
          <a:ext cx="5101699" cy="2657863"/>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pic>
        <p:nvPicPr>
          <p:cNvPr id="23" name="Picture 2">
            <a:extLst>
              <a:ext uri="{FF2B5EF4-FFF2-40B4-BE49-F238E27FC236}">
                <a16:creationId xmlns:a16="http://schemas.microsoft.com/office/drawing/2014/main" id="{DEB588E5-EB7B-B5DA-BDB7-10F495FDE388}"/>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07514" y="18218278"/>
            <a:ext cx="2477797" cy="166295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A picture containing text, receipt, number, document&#10;&#10;Description automatically generated">
            <a:extLst>
              <a:ext uri="{FF2B5EF4-FFF2-40B4-BE49-F238E27FC236}">
                <a16:creationId xmlns:a16="http://schemas.microsoft.com/office/drawing/2014/main" id="{042C5A07-22BE-836F-D096-28AC4577FAF0}"/>
              </a:ext>
            </a:extLst>
          </p:cNvPr>
          <p:cNvPicPr>
            <a:picLocks noChangeAspect="1"/>
          </p:cNvPicPr>
          <p:nvPr/>
        </p:nvPicPr>
        <p:blipFill>
          <a:blip r:embed="rId21"/>
          <a:stretch>
            <a:fillRect/>
          </a:stretch>
        </p:blipFill>
        <p:spPr>
          <a:xfrm>
            <a:off x="6646185" y="15177433"/>
            <a:ext cx="3441044" cy="4468063"/>
          </a:xfrm>
          <a:prstGeom prst="rect">
            <a:avLst/>
          </a:prstGeom>
        </p:spPr>
      </p:pic>
      <p:graphicFrame>
        <p:nvGraphicFramePr>
          <p:cNvPr id="31" name="Content Placeholder 3">
            <a:extLst>
              <a:ext uri="{FF2B5EF4-FFF2-40B4-BE49-F238E27FC236}">
                <a16:creationId xmlns:a16="http://schemas.microsoft.com/office/drawing/2014/main" id="{94390512-08AD-BFA9-5B2C-5B976658DD39}"/>
              </a:ext>
            </a:extLst>
          </p:cNvPr>
          <p:cNvGraphicFramePr>
            <a:graphicFrameLocks/>
          </p:cNvGraphicFramePr>
          <p:nvPr>
            <p:extLst>
              <p:ext uri="{D42A27DB-BD31-4B8C-83A1-F6EECF244321}">
                <p14:modId xmlns:p14="http://schemas.microsoft.com/office/powerpoint/2010/main" val="3705490197"/>
              </p:ext>
            </p:extLst>
          </p:nvPr>
        </p:nvGraphicFramePr>
        <p:xfrm>
          <a:off x="907514" y="20044418"/>
          <a:ext cx="8816052" cy="3806969"/>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35" name="CuadroTexto 14">
            <a:extLst>
              <a:ext uri="{FF2B5EF4-FFF2-40B4-BE49-F238E27FC236}">
                <a16:creationId xmlns:a16="http://schemas.microsoft.com/office/drawing/2014/main" id="{1B49040C-988D-E097-2B92-D490803B30BB}"/>
              </a:ext>
            </a:extLst>
          </p:cNvPr>
          <p:cNvSpPr txBox="1"/>
          <p:nvPr/>
        </p:nvSpPr>
        <p:spPr>
          <a:xfrm>
            <a:off x="1282566" y="13963846"/>
            <a:ext cx="1519968" cy="475836"/>
          </a:xfrm>
          <a:prstGeom prst="rect">
            <a:avLst/>
          </a:prstGeom>
          <a:noFill/>
        </p:spPr>
        <p:txBody>
          <a:bodyPr wrap="none" rtlCol="0">
            <a:spAutoFit/>
          </a:bodyPr>
          <a:lstStyle/>
          <a:p>
            <a:r>
              <a:rPr lang="en-US" sz="2492" b="1" dirty="0">
                <a:latin typeface="Lato" panose="020F0502020204030203" pitchFamily="34" charset="77"/>
              </a:rPr>
              <a:t>Materials</a:t>
            </a:r>
          </a:p>
        </p:txBody>
      </p:sp>
      <p:sp>
        <p:nvSpPr>
          <p:cNvPr id="36" name="TextBox 35">
            <a:extLst>
              <a:ext uri="{FF2B5EF4-FFF2-40B4-BE49-F238E27FC236}">
                <a16:creationId xmlns:a16="http://schemas.microsoft.com/office/drawing/2014/main" id="{665B08BD-1BDC-DBBA-B885-9E397E541C6F}"/>
              </a:ext>
            </a:extLst>
          </p:cNvPr>
          <p:cNvSpPr txBox="1"/>
          <p:nvPr/>
        </p:nvSpPr>
        <p:spPr>
          <a:xfrm>
            <a:off x="596152" y="6107047"/>
            <a:ext cx="9808375" cy="4694362"/>
          </a:xfrm>
          <a:prstGeom prst="rect">
            <a:avLst/>
          </a:prstGeom>
          <a:noFill/>
        </p:spPr>
        <p:txBody>
          <a:bodyPr wrap="square" rtlCol="0">
            <a:spAutoFit/>
          </a:bodyPr>
          <a:lstStyle/>
          <a:p>
            <a:pPr marL="178022" indent="-178022" algn="just">
              <a:buFont typeface="Arial" panose="020B0604020202020204" pitchFamily="34" charset="0"/>
              <a:buChar char="•"/>
            </a:pPr>
            <a:endParaRPr lang="en-US" sz="2492" dirty="0">
              <a:latin typeface="Times New Roman" panose="02020603050405020304" pitchFamily="18" charset="0"/>
              <a:cs typeface="Times New Roman" panose="02020603050405020304" pitchFamily="18" charset="0"/>
            </a:endParaRPr>
          </a:p>
          <a:p>
            <a:pPr marL="284836" indent="-284836" algn="just">
              <a:buFont typeface="Arial" panose="020B0604020202020204" pitchFamily="34" charset="0"/>
              <a:buChar char="•"/>
            </a:pPr>
            <a:r>
              <a:rPr lang="en-US" sz="2492" dirty="0">
                <a:latin typeface="Times New Roman" panose="02020603050405020304" pitchFamily="18" charset="0"/>
                <a:cs typeface="Times New Roman" panose="02020603050405020304" pitchFamily="18" charset="0"/>
              </a:rPr>
              <a:t>This study aims to examine the role of individual differences in cognition in L3/Ln acquisition, especially with regards to cross-linguistic influence.</a:t>
            </a:r>
          </a:p>
          <a:p>
            <a:pPr marL="284836" indent="-284836" algn="just">
              <a:buFont typeface="Arial" panose="020B0604020202020204" pitchFamily="34" charset="0"/>
              <a:buChar char="•"/>
            </a:pPr>
            <a:endParaRPr lang="en-US" sz="2492" dirty="0">
              <a:latin typeface="Times New Roman" panose="02020603050405020304" pitchFamily="18" charset="0"/>
              <a:cs typeface="Times New Roman" panose="02020603050405020304" pitchFamily="18" charset="0"/>
            </a:endParaRPr>
          </a:p>
          <a:p>
            <a:pPr marL="284836" indent="-284836" algn="just">
              <a:buFont typeface="Arial" panose="020B0604020202020204" pitchFamily="34" charset="0"/>
              <a:buChar char="•"/>
            </a:pPr>
            <a:r>
              <a:rPr lang="en-US" sz="2492" dirty="0">
                <a:latin typeface="Times New Roman" panose="02020603050405020304" pitchFamily="18" charset="0"/>
                <a:cs typeface="Times New Roman" panose="02020603050405020304" pitchFamily="18" charset="0"/>
              </a:rPr>
              <a:t>The study </a:t>
            </a:r>
            <a:r>
              <a:rPr lang="en-US" sz="2492" dirty="0">
                <a:solidFill>
                  <a:srgbClr val="0D0D0D"/>
                </a:solidFill>
                <a:latin typeface="Times New Roman" panose="02020603050405020304" pitchFamily="18" charset="0"/>
                <a:cs typeface="Times New Roman" panose="02020603050405020304" pitchFamily="18" charset="0"/>
              </a:rPr>
              <a:t>encompasses</a:t>
            </a:r>
            <a:r>
              <a:rPr lang="en-US" sz="2492" dirty="0">
                <a:latin typeface="Times New Roman" panose="02020603050405020304" pitchFamily="18" charset="0"/>
                <a:cs typeface="Times New Roman" panose="02020603050405020304" pitchFamily="18" charset="0"/>
              </a:rPr>
              <a:t> six sessions, measuring individual differences in cognition and language history in the initial session, followed by EEG sessions designed to explore the impact of core cognitive processes on L3 acquisition, and vice versa.</a:t>
            </a:r>
          </a:p>
          <a:p>
            <a:pPr algn="just"/>
            <a:r>
              <a:rPr lang="en-US" sz="2492" dirty="0">
                <a:latin typeface="Times New Roman" panose="02020603050405020304" pitchFamily="18" charset="0"/>
                <a:cs typeface="Times New Roman" panose="02020603050405020304" pitchFamily="18" charset="0"/>
              </a:rPr>
              <a:t> </a:t>
            </a:r>
          </a:p>
          <a:p>
            <a:pPr marL="284836" indent="-284836" algn="just">
              <a:buFont typeface="Arial" panose="020B0604020202020204" pitchFamily="34" charset="0"/>
              <a:buChar char="•"/>
            </a:pPr>
            <a:r>
              <a:rPr lang="en-US" sz="2492" dirty="0">
                <a:latin typeface="Times New Roman" panose="02020603050405020304" pitchFamily="18" charset="0"/>
                <a:cs typeface="Times New Roman" panose="02020603050405020304" pitchFamily="18" charset="0"/>
              </a:rPr>
              <a:t>Through a longitudinal approach, the study seeks to improve our understanding of the cognitive aspects involved in the multilingual learning journey.</a:t>
            </a:r>
          </a:p>
        </p:txBody>
      </p:sp>
      <p:sp>
        <p:nvSpPr>
          <p:cNvPr id="38" name="TextBox 37">
            <a:extLst>
              <a:ext uri="{FF2B5EF4-FFF2-40B4-BE49-F238E27FC236}">
                <a16:creationId xmlns:a16="http://schemas.microsoft.com/office/drawing/2014/main" id="{2F51EA47-0AAD-62D8-7184-5002326D4606}"/>
              </a:ext>
            </a:extLst>
          </p:cNvPr>
          <p:cNvSpPr txBox="1"/>
          <p:nvPr/>
        </p:nvSpPr>
        <p:spPr>
          <a:xfrm>
            <a:off x="11974808" y="11753779"/>
            <a:ext cx="7888323" cy="1673728"/>
          </a:xfrm>
          <a:prstGeom prst="rect">
            <a:avLst/>
          </a:prstGeom>
          <a:noFill/>
        </p:spPr>
        <p:txBody>
          <a:bodyPr wrap="square">
            <a:spAutoFit/>
          </a:bodyPr>
          <a:lstStyle/>
          <a:p>
            <a:pPr algn="just"/>
            <a:r>
              <a:rPr lang="en-US" sz="2492" b="1" dirty="0">
                <a:latin typeface="Times New Roman" panose="02020603050405020304" pitchFamily="18" charset="0"/>
                <a:ea typeface="Calibri" panose="020F0502020204030204" pitchFamily="34" charset="0"/>
              </a:rPr>
              <a:t>Details on bilingual groups</a:t>
            </a:r>
          </a:p>
          <a:p>
            <a:pPr algn="just"/>
            <a:endParaRPr lang="en-US" sz="1400" dirty="0">
              <a:latin typeface="Times New Roman" panose="02020603050405020304" pitchFamily="18" charset="0"/>
            </a:endParaRPr>
          </a:p>
          <a:p>
            <a:pPr marL="356045" indent="-356045" algn="just">
              <a:buFont typeface="Arial" panose="020B0604020202020204" pitchFamily="34" charset="0"/>
              <a:buChar char="•"/>
            </a:pPr>
            <a:r>
              <a:rPr lang="en-US" sz="2492" b="1" dirty="0">
                <a:latin typeface="Times New Roman" panose="02020603050405020304" pitchFamily="18" charset="0"/>
              </a:rPr>
              <a:t>L1 English </a:t>
            </a:r>
            <a:r>
              <a:rPr lang="en-US" sz="2492" dirty="0">
                <a:latin typeface="Times New Roman" panose="02020603050405020304" pitchFamily="18" charset="0"/>
              </a:rPr>
              <a:t>(heritage) </a:t>
            </a:r>
            <a:r>
              <a:rPr lang="en-US" sz="2492" b="1" dirty="0">
                <a:latin typeface="Times New Roman" panose="02020603050405020304" pitchFamily="18" charset="0"/>
              </a:rPr>
              <a:t>–</a:t>
            </a:r>
            <a:r>
              <a:rPr lang="en-US" sz="2492" dirty="0">
                <a:latin typeface="Times New Roman" panose="02020603050405020304" pitchFamily="18" charset="0"/>
              </a:rPr>
              <a:t> (child) </a:t>
            </a:r>
            <a:r>
              <a:rPr lang="en-US" sz="2492" b="1" dirty="0">
                <a:latin typeface="Times New Roman" panose="02020603050405020304" pitchFamily="18" charset="0"/>
              </a:rPr>
              <a:t>L2 Spanish</a:t>
            </a:r>
          </a:p>
          <a:p>
            <a:pPr marL="356045" indent="-356045" algn="just">
              <a:buFont typeface="Arial" panose="020B0604020202020204" pitchFamily="34" charset="0"/>
              <a:buChar char="•"/>
            </a:pPr>
            <a:endParaRPr lang="en-US" sz="1200" b="1" dirty="0">
              <a:latin typeface="Times New Roman" panose="02020603050405020304" pitchFamily="18" charset="0"/>
            </a:endParaRPr>
          </a:p>
          <a:p>
            <a:pPr marL="356045" indent="-356045" algn="just">
              <a:buFont typeface="Arial" panose="020B0604020202020204" pitchFamily="34" charset="0"/>
              <a:buChar char="•"/>
            </a:pPr>
            <a:r>
              <a:rPr lang="en-US" sz="2492" b="1" dirty="0">
                <a:latin typeface="Times New Roman" panose="02020603050405020304" pitchFamily="18" charset="0"/>
              </a:rPr>
              <a:t>L1 Spanish –</a:t>
            </a:r>
            <a:r>
              <a:rPr lang="en-US" sz="2492" dirty="0">
                <a:latin typeface="Times New Roman" panose="02020603050405020304" pitchFamily="18" charset="0"/>
              </a:rPr>
              <a:t> (non-child) </a:t>
            </a:r>
            <a:r>
              <a:rPr lang="en-US" sz="2492" b="1" dirty="0">
                <a:latin typeface="Times New Roman" panose="02020603050405020304" pitchFamily="18" charset="0"/>
              </a:rPr>
              <a:t>L2 English </a:t>
            </a:r>
            <a:endParaRPr lang="en-US" sz="2492" b="1" dirty="0"/>
          </a:p>
        </p:txBody>
      </p:sp>
      <p:pic>
        <p:nvPicPr>
          <p:cNvPr id="39" name="Picture 38" descr="A picture containing graphics, design, drawing, graphic design&#10;&#10;Description automatically generated">
            <a:extLst>
              <a:ext uri="{FF2B5EF4-FFF2-40B4-BE49-F238E27FC236}">
                <a16:creationId xmlns:a16="http://schemas.microsoft.com/office/drawing/2014/main" id="{78F5DC50-A27F-13AB-2D5C-E5A0EB8D7A37}"/>
              </a:ext>
            </a:extLst>
          </p:cNvPr>
          <p:cNvPicPr>
            <a:picLocks noChangeAspect="1"/>
          </p:cNvPicPr>
          <p:nvPr/>
        </p:nvPicPr>
        <p:blipFill>
          <a:blip r:embed="rId27"/>
          <a:stretch>
            <a:fillRect/>
          </a:stretch>
        </p:blipFill>
        <p:spPr>
          <a:xfrm>
            <a:off x="16732585" y="15095699"/>
            <a:ext cx="3743525" cy="3743525"/>
          </a:xfrm>
          <a:prstGeom prst="rect">
            <a:avLst/>
          </a:prstGeom>
        </p:spPr>
      </p:pic>
      <p:pic>
        <p:nvPicPr>
          <p:cNvPr id="27" name="Picture 26" descr="A logo of a university&#10;&#10;Description automatically generated">
            <a:extLst>
              <a:ext uri="{FF2B5EF4-FFF2-40B4-BE49-F238E27FC236}">
                <a16:creationId xmlns:a16="http://schemas.microsoft.com/office/drawing/2014/main" id="{62E49248-3EDB-4212-59F2-F4FB0BAF09AE}"/>
              </a:ext>
            </a:extLst>
          </p:cNvPr>
          <p:cNvPicPr>
            <a:picLocks noChangeAspect="1"/>
          </p:cNvPicPr>
          <p:nvPr/>
        </p:nvPicPr>
        <p:blipFill>
          <a:blip r:embed="rId28"/>
          <a:stretch>
            <a:fillRect/>
          </a:stretch>
        </p:blipFill>
        <p:spPr>
          <a:xfrm>
            <a:off x="2701914" y="1744846"/>
            <a:ext cx="1447487" cy="1457137"/>
          </a:xfrm>
          <a:prstGeom prst="rect">
            <a:avLst/>
          </a:prstGeom>
        </p:spPr>
      </p:pic>
      <p:pic>
        <p:nvPicPr>
          <p:cNvPr id="34" name="Picture 33" descr="A blue and white logo&#10;&#10;Description automatically generated">
            <a:extLst>
              <a:ext uri="{FF2B5EF4-FFF2-40B4-BE49-F238E27FC236}">
                <a16:creationId xmlns:a16="http://schemas.microsoft.com/office/drawing/2014/main" id="{AB6B1B60-8695-2054-55A5-2DB45CB6B2A6}"/>
              </a:ext>
            </a:extLst>
          </p:cNvPr>
          <p:cNvPicPr>
            <a:picLocks noChangeAspect="1"/>
          </p:cNvPicPr>
          <p:nvPr/>
        </p:nvPicPr>
        <p:blipFill>
          <a:blip r:embed="rId29"/>
          <a:stretch>
            <a:fillRect/>
          </a:stretch>
        </p:blipFill>
        <p:spPr>
          <a:xfrm>
            <a:off x="17429700" y="2004022"/>
            <a:ext cx="1234189" cy="1004757"/>
          </a:xfrm>
          <a:prstGeom prst="rect">
            <a:avLst/>
          </a:prstGeom>
        </p:spPr>
      </p:pic>
      <p:pic>
        <p:nvPicPr>
          <p:cNvPr id="40" name="Picture 39" descr="A black background with a black square&#10;&#10;Description automatically generated with medium confidence">
            <a:extLst>
              <a:ext uri="{FF2B5EF4-FFF2-40B4-BE49-F238E27FC236}">
                <a16:creationId xmlns:a16="http://schemas.microsoft.com/office/drawing/2014/main" id="{793FF2AB-019A-DA83-3B69-5ADC10FB8789}"/>
              </a:ext>
            </a:extLst>
          </p:cNvPr>
          <p:cNvPicPr>
            <a:picLocks noChangeAspect="1"/>
          </p:cNvPicPr>
          <p:nvPr/>
        </p:nvPicPr>
        <p:blipFill>
          <a:blip r:embed="rId30"/>
          <a:stretch>
            <a:fillRect/>
          </a:stretch>
        </p:blipFill>
        <p:spPr>
          <a:xfrm>
            <a:off x="18942601" y="1780554"/>
            <a:ext cx="1330659" cy="1330659"/>
          </a:xfrm>
          <a:prstGeom prst="rect">
            <a:avLst/>
          </a:prstGeom>
        </p:spPr>
      </p:pic>
      <p:sp>
        <p:nvSpPr>
          <p:cNvPr id="41" name="TextBox 40">
            <a:extLst>
              <a:ext uri="{FF2B5EF4-FFF2-40B4-BE49-F238E27FC236}">
                <a16:creationId xmlns:a16="http://schemas.microsoft.com/office/drawing/2014/main" id="{39BFFD6D-533A-966A-8ECE-EB5A412774B7}"/>
              </a:ext>
            </a:extLst>
          </p:cNvPr>
          <p:cNvSpPr txBox="1"/>
          <p:nvPr/>
        </p:nvSpPr>
        <p:spPr>
          <a:xfrm>
            <a:off x="907514" y="17568696"/>
            <a:ext cx="5420010" cy="360740"/>
          </a:xfrm>
          <a:prstGeom prst="rect">
            <a:avLst/>
          </a:prstGeom>
          <a:noFill/>
        </p:spPr>
        <p:txBody>
          <a:bodyPr wrap="none" rtlCol="0">
            <a:spAutoFit/>
          </a:bodyPr>
          <a:lstStyle/>
          <a:p>
            <a:r>
              <a:rPr lang="en-US" sz="1744" b="1" dirty="0">
                <a:latin typeface="Times New Roman" panose="02020603050405020304" pitchFamily="18" charset="0"/>
                <a:cs typeface="Times New Roman" panose="02020603050405020304" pitchFamily="18" charset="0"/>
              </a:rPr>
              <a:t>Figure 2</a:t>
            </a:r>
            <a:r>
              <a:rPr lang="en-US" sz="1744" dirty="0">
                <a:latin typeface="Times New Roman" panose="02020603050405020304" pitchFamily="18" charset="0"/>
                <a:cs typeface="Times New Roman" panose="02020603050405020304" pitchFamily="18" charset="0"/>
              </a:rPr>
              <a:t>. Overview of the individual difference measures.</a:t>
            </a:r>
          </a:p>
        </p:txBody>
      </p:sp>
      <p:sp>
        <p:nvSpPr>
          <p:cNvPr id="42" name="TextBox 41">
            <a:extLst>
              <a:ext uri="{FF2B5EF4-FFF2-40B4-BE49-F238E27FC236}">
                <a16:creationId xmlns:a16="http://schemas.microsoft.com/office/drawing/2014/main" id="{AE543FA1-D75B-73F2-3903-EB03DBAADC0C}"/>
              </a:ext>
            </a:extLst>
          </p:cNvPr>
          <p:cNvSpPr txBox="1"/>
          <p:nvPr/>
        </p:nvSpPr>
        <p:spPr>
          <a:xfrm>
            <a:off x="6163214" y="19693533"/>
            <a:ext cx="4075924" cy="360740"/>
          </a:xfrm>
          <a:prstGeom prst="rect">
            <a:avLst/>
          </a:prstGeom>
          <a:noFill/>
        </p:spPr>
        <p:txBody>
          <a:bodyPr wrap="none" rtlCol="0">
            <a:spAutoFit/>
          </a:bodyPr>
          <a:lstStyle/>
          <a:p>
            <a:r>
              <a:rPr lang="en-US" sz="1744" b="1" dirty="0">
                <a:latin typeface="Times New Roman" panose="02020603050405020304" pitchFamily="18" charset="0"/>
                <a:cs typeface="Times New Roman" panose="02020603050405020304" pitchFamily="18" charset="0"/>
              </a:rPr>
              <a:t>Figure 4</a:t>
            </a:r>
            <a:r>
              <a:rPr lang="en-US" sz="1744" dirty="0">
                <a:latin typeface="Times New Roman" panose="02020603050405020304" pitchFamily="18" charset="0"/>
                <a:cs typeface="Times New Roman" panose="02020603050405020304" pitchFamily="18" charset="0"/>
              </a:rPr>
              <a:t>. Language History Questionnaire.</a:t>
            </a:r>
          </a:p>
        </p:txBody>
      </p:sp>
      <p:sp>
        <p:nvSpPr>
          <p:cNvPr id="43" name="TextBox 42">
            <a:extLst>
              <a:ext uri="{FF2B5EF4-FFF2-40B4-BE49-F238E27FC236}">
                <a16:creationId xmlns:a16="http://schemas.microsoft.com/office/drawing/2014/main" id="{2372E79E-B9E9-F010-F941-1395E5C4FCB4}"/>
              </a:ext>
            </a:extLst>
          </p:cNvPr>
          <p:cNvSpPr txBox="1"/>
          <p:nvPr/>
        </p:nvSpPr>
        <p:spPr>
          <a:xfrm>
            <a:off x="902336" y="20081138"/>
            <a:ext cx="3597331" cy="360740"/>
          </a:xfrm>
          <a:prstGeom prst="rect">
            <a:avLst/>
          </a:prstGeom>
          <a:noFill/>
        </p:spPr>
        <p:txBody>
          <a:bodyPr wrap="none" rtlCol="0">
            <a:spAutoFit/>
          </a:bodyPr>
          <a:lstStyle/>
          <a:p>
            <a:r>
              <a:rPr lang="en-US" sz="1744" b="1" dirty="0">
                <a:latin typeface="Times New Roman" panose="02020603050405020304" pitchFamily="18" charset="0"/>
                <a:cs typeface="Times New Roman" panose="02020603050405020304" pitchFamily="18" charset="0"/>
              </a:rPr>
              <a:t>Figure 3</a:t>
            </a:r>
            <a:r>
              <a:rPr lang="en-US" sz="1744" dirty="0">
                <a:latin typeface="Times New Roman" panose="02020603050405020304" pitchFamily="18" charset="0"/>
                <a:cs typeface="Times New Roman" panose="02020603050405020304" pitchFamily="18" charset="0"/>
              </a:rPr>
              <a:t>. Screen from the ASRT task.</a:t>
            </a:r>
          </a:p>
        </p:txBody>
      </p:sp>
      <p:sp>
        <p:nvSpPr>
          <p:cNvPr id="44" name="TextBox 43">
            <a:extLst>
              <a:ext uri="{FF2B5EF4-FFF2-40B4-BE49-F238E27FC236}">
                <a16:creationId xmlns:a16="http://schemas.microsoft.com/office/drawing/2014/main" id="{2F7EBAF6-EF8C-EE43-280F-94B2A6CACD9A}"/>
              </a:ext>
            </a:extLst>
          </p:cNvPr>
          <p:cNvSpPr txBox="1"/>
          <p:nvPr/>
        </p:nvSpPr>
        <p:spPr>
          <a:xfrm>
            <a:off x="907515" y="23251945"/>
            <a:ext cx="5224187" cy="360740"/>
          </a:xfrm>
          <a:prstGeom prst="rect">
            <a:avLst/>
          </a:prstGeom>
          <a:noFill/>
        </p:spPr>
        <p:txBody>
          <a:bodyPr wrap="none" rtlCol="0">
            <a:spAutoFit/>
          </a:bodyPr>
          <a:lstStyle/>
          <a:p>
            <a:r>
              <a:rPr lang="en-US" sz="1744" b="1" dirty="0">
                <a:latin typeface="Times New Roman" panose="02020603050405020304" pitchFamily="18" charset="0"/>
                <a:cs typeface="Times New Roman" panose="02020603050405020304" pitchFamily="18" charset="0"/>
              </a:rPr>
              <a:t>Figure 5</a:t>
            </a:r>
            <a:r>
              <a:rPr lang="en-US" sz="1744" dirty="0">
                <a:latin typeface="Times New Roman" panose="02020603050405020304" pitchFamily="18" charset="0"/>
                <a:cs typeface="Times New Roman" panose="02020603050405020304" pitchFamily="18" charset="0"/>
              </a:rPr>
              <a:t>. Overview of Artificial Language (AL) design.</a:t>
            </a:r>
          </a:p>
        </p:txBody>
      </p:sp>
      <p:sp>
        <p:nvSpPr>
          <p:cNvPr id="45" name="TextBox 44">
            <a:extLst>
              <a:ext uri="{FF2B5EF4-FFF2-40B4-BE49-F238E27FC236}">
                <a16:creationId xmlns:a16="http://schemas.microsoft.com/office/drawing/2014/main" id="{A55C749E-D696-E314-17CC-67B4CFFCE805}"/>
              </a:ext>
            </a:extLst>
          </p:cNvPr>
          <p:cNvSpPr txBox="1"/>
          <p:nvPr/>
        </p:nvSpPr>
        <p:spPr>
          <a:xfrm>
            <a:off x="12031530" y="10832289"/>
            <a:ext cx="7263046" cy="629147"/>
          </a:xfrm>
          <a:prstGeom prst="rect">
            <a:avLst/>
          </a:prstGeom>
          <a:noFill/>
        </p:spPr>
        <p:txBody>
          <a:bodyPr wrap="square" rtlCol="0">
            <a:spAutoFit/>
          </a:bodyPr>
          <a:lstStyle/>
          <a:p>
            <a:r>
              <a:rPr lang="en-US" sz="1744" b="1" dirty="0">
                <a:latin typeface="Times New Roman" panose="02020603050405020304" pitchFamily="18" charset="0"/>
                <a:cs typeface="Times New Roman" panose="02020603050405020304" pitchFamily="18" charset="0"/>
              </a:rPr>
              <a:t>Figure 1</a:t>
            </a:r>
            <a:r>
              <a:rPr lang="en-US" sz="1744" dirty="0">
                <a:latin typeface="Times New Roman" panose="02020603050405020304" pitchFamily="18" charset="0"/>
                <a:cs typeface="Times New Roman" panose="02020603050405020304" pitchFamily="18" charset="0"/>
              </a:rPr>
              <a:t>. Overview of the bilingual groups in combination with </a:t>
            </a:r>
          </a:p>
          <a:p>
            <a:r>
              <a:rPr lang="en-US" sz="1744" dirty="0">
                <a:latin typeface="Times New Roman" panose="02020603050405020304" pitchFamily="18" charset="0"/>
                <a:cs typeface="Times New Roman" panose="02020603050405020304" pitchFamily="18" charset="0"/>
              </a:rPr>
              <a:t>the mini-language groups.</a:t>
            </a:r>
          </a:p>
        </p:txBody>
      </p:sp>
      <p:sp>
        <p:nvSpPr>
          <p:cNvPr id="47" name="CuadroTexto 14">
            <a:extLst>
              <a:ext uri="{FF2B5EF4-FFF2-40B4-BE49-F238E27FC236}">
                <a16:creationId xmlns:a16="http://schemas.microsoft.com/office/drawing/2014/main" id="{E6B40244-3B37-813B-5429-03268BE4468C}"/>
              </a:ext>
            </a:extLst>
          </p:cNvPr>
          <p:cNvSpPr txBox="1"/>
          <p:nvPr/>
        </p:nvSpPr>
        <p:spPr>
          <a:xfrm>
            <a:off x="11783880" y="19826871"/>
            <a:ext cx="4248279" cy="799578"/>
          </a:xfrm>
          <a:prstGeom prst="rect">
            <a:avLst/>
          </a:prstGeom>
          <a:noFill/>
        </p:spPr>
        <p:txBody>
          <a:bodyPr wrap="none" rtlCol="0">
            <a:spAutoFit/>
          </a:bodyPr>
          <a:lstStyle/>
          <a:p>
            <a:r>
              <a:rPr lang="en-US" sz="4596" b="1" dirty="0">
                <a:latin typeface="Lato" panose="020F0502020204030203" pitchFamily="34" charset="77"/>
              </a:rPr>
              <a:t>Study structure</a:t>
            </a:r>
          </a:p>
        </p:txBody>
      </p:sp>
      <p:graphicFrame>
        <p:nvGraphicFramePr>
          <p:cNvPr id="48" name="Diagrama 4">
            <a:extLst>
              <a:ext uri="{FF2B5EF4-FFF2-40B4-BE49-F238E27FC236}">
                <a16:creationId xmlns:a16="http://schemas.microsoft.com/office/drawing/2014/main" id="{6A5A2F4C-CA84-0671-6A9D-1A5900BC417B}"/>
              </a:ext>
            </a:extLst>
          </p:cNvPr>
          <p:cNvGraphicFramePr>
            <a:graphicFrameLocks/>
          </p:cNvGraphicFramePr>
          <p:nvPr>
            <p:extLst>
              <p:ext uri="{D42A27DB-BD31-4B8C-83A1-F6EECF244321}">
                <p14:modId xmlns:p14="http://schemas.microsoft.com/office/powerpoint/2010/main" val="3267206747"/>
              </p:ext>
            </p:extLst>
          </p:nvPr>
        </p:nvGraphicFramePr>
        <p:xfrm>
          <a:off x="11403816" y="20270975"/>
          <a:ext cx="9149813" cy="3260117"/>
        </p:xfrm>
        <a:graphic>
          <a:graphicData uri="http://schemas.openxmlformats.org/drawingml/2006/diagram">
            <dgm:relIds xmlns:dgm="http://schemas.openxmlformats.org/drawingml/2006/diagram" xmlns:r="http://schemas.openxmlformats.org/officeDocument/2006/relationships" r:dm="rId31" r:lo="rId32" r:qs="rId33" r:cs="rId34"/>
          </a:graphicData>
        </a:graphic>
      </p:graphicFrame>
      <p:sp>
        <p:nvSpPr>
          <p:cNvPr id="50" name="TextBox 49">
            <a:extLst>
              <a:ext uri="{FF2B5EF4-FFF2-40B4-BE49-F238E27FC236}">
                <a16:creationId xmlns:a16="http://schemas.microsoft.com/office/drawing/2014/main" id="{E80AE2BE-B0C4-DAF8-937B-27D2711F9CBD}"/>
              </a:ext>
            </a:extLst>
          </p:cNvPr>
          <p:cNvSpPr txBox="1"/>
          <p:nvPr/>
        </p:nvSpPr>
        <p:spPr>
          <a:xfrm>
            <a:off x="11833286" y="14748144"/>
            <a:ext cx="4657998" cy="4694362"/>
          </a:xfrm>
          <a:prstGeom prst="rect">
            <a:avLst/>
          </a:prstGeom>
          <a:noFill/>
        </p:spPr>
        <p:txBody>
          <a:bodyPr wrap="square" rtlCol="0">
            <a:spAutoFit/>
          </a:bodyPr>
          <a:lstStyle>
            <a:defPPr>
              <a:defRPr lang="en-US"/>
            </a:defPPr>
            <a:lvl1pPr marL="285750" indent="-285750" algn="just">
              <a:buFont typeface="Arial" panose="020B0604020202020204" pitchFamily="34" charset="0"/>
              <a:buChar char="•"/>
              <a:defRPr sz="4000">
                <a:latin typeface="Times New Roman" panose="02020603050405020304" pitchFamily="18" charset="0"/>
                <a:cs typeface="Times New Roman" panose="02020603050405020304" pitchFamily="18" charset="0"/>
              </a:defRPr>
            </a:lvl1pPr>
          </a:lstStyle>
          <a:p>
            <a:r>
              <a:rPr lang="en-US" sz="2492" dirty="0"/>
              <a:t>After (implicit) training and testing in one of the ALs, subjects complete an ERP experiment.</a:t>
            </a:r>
          </a:p>
          <a:p>
            <a:endParaRPr lang="en-US" sz="2492" dirty="0"/>
          </a:p>
          <a:p>
            <a:r>
              <a:rPr lang="en-US" sz="2492" dirty="0"/>
              <a:t>RSVP paradigm, grammaticality judgement at the end.</a:t>
            </a:r>
          </a:p>
          <a:p>
            <a:endParaRPr lang="en-US" sz="2492" dirty="0"/>
          </a:p>
          <a:p>
            <a:r>
              <a:rPr lang="en-US" sz="2492" dirty="0"/>
              <a:t>Testing one (session 2), two (session 3) or all three properties (session 4, session 6).</a:t>
            </a:r>
          </a:p>
          <a:p>
            <a:endParaRPr lang="en-US" sz="2492" dirty="0"/>
          </a:p>
        </p:txBody>
      </p:sp>
      <p:pic>
        <p:nvPicPr>
          <p:cNvPr id="52" name="Picture 51" descr="A red square with white stars&#10;&#10;Description automatically generated">
            <a:extLst>
              <a:ext uri="{FF2B5EF4-FFF2-40B4-BE49-F238E27FC236}">
                <a16:creationId xmlns:a16="http://schemas.microsoft.com/office/drawing/2014/main" id="{DC509B99-197C-19CB-D65A-C255CF298572}"/>
              </a:ext>
            </a:extLst>
          </p:cNvPr>
          <p:cNvPicPr>
            <a:picLocks noChangeAspect="1"/>
          </p:cNvPicPr>
          <p:nvPr/>
        </p:nvPicPr>
        <p:blipFill>
          <a:blip r:embed="rId36"/>
          <a:stretch>
            <a:fillRect/>
          </a:stretch>
        </p:blipFill>
        <p:spPr>
          <a:xfrm>
            <a:off x="6246103" y="28707125"/>
            <a:ext cx="956741" cy="1244492"/>
          </a:xfrm>
          <a:prstGeom prst="rect">
            <a:avLst/>
          </a:prstGeom>
        </p:spPr>
      </p:pic>
      <p:pic>
        <p:nvPicPr>
          <p:cNvPr id="56" name="Graphic 55">
            <a:extLst>
              <a:ext uri="{FF2B5EF4-FFF2-40B4-BE49-F238E27FC236}">
                <a16:creationId xmlns:a16="http://schemas.microsoft.com/office/drawing/2014/main" id="{DB39C3AB-1F33-7676-6347-A6F5001D7260}"/>
              </a:ext>
            </a:extLst>
          </p:cNvPr>
          <p:cNvPicPr>
            <a:picLocks noChangeAspect="1"/>
          </p:cNvPicPr>
          <p:nvPr/>
        </p:nvPicPr>
        <p:blipFill>
          <a:blip r:embed="rId37">
            <a:extLst>
              <a:ext uri="{96DAC541-7B7A-43D3-8B79-37D633B846F1}">
                <asvg:svgBlip xmlns:asvg="http://schemas.microsoft.com/office/drawing/2016/SVG/main" r:embed="rId38"/>
              </a:ext>
            </a:extLst>
          </a:blip>
          <a:stretch>
            <a:fillRect/>
          </a:stretch>
        </p:blipFill>
        <p:spPr>
          <a:xfrm>
            <a:off x="7368329" y="28668761"/>
            <a:ext cx="3652681" cy="1229031"/>
          </a:xfrm>
          <a:prstGeom prst="rect">
            <a:avLst/>
          </a:prstGeom>
        </p:spPr>
      </p:pic>
    </p:spTree>
    <p:extLst>
      <p:ext uri="{BB962C8B-B14F-4D97-AF65-F5344CB8AC3E}">
        <p14:creationId xmlns:p14="http://schemas.microsoft.com/office/powerpoint/2010/main" val="259052838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13292</TotalTime>
  <Words>812</Words>
  <Application>Microsoft Office PowerPoint</Application>
  <PresentationFormat>Custom</PresentationFormat>
  <Paragraphs>81</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Arial</vt:lpstr>
      <vt:lpstr>Calibri</vt:lpstr>
      <vt:lpstr>Calibri Light</vt:lpstr>
      <vt:lpstr>Lato</vt:lpstr>
      <vt:lpstr>Lato Light</vt:lpstr>
      <vt:lpstr>Roboto</vt:lpstr>
      <vt:lpstr>Times New Roman</vt:lpstr>
      <vt:lpstr>Wingdings</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Andrea Gonzalez Garcia</dc:creator>
  <cp:lastModifiedBy>Pablo Bernabeu</cp:lastModifiedBy>
  <cp:revision>100</cp:revision>
  <dcterms:created xsi:type="dcterms:W3CDTF">2023-05-02T15:08:43Z</dcterms:created>
  <dcterms:modified xsi:type="dcterms:W3CDTF">2025-02-22T12:55:53Z</dcterms:modified>
</cp:coreProperties>
</file>