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37"/>
  </p:notesMasterIdLst>
  <p:sldIdLst>
    <p:sldId id="256" r:id="rId2"/>
    <p:sldId id="331" r:id="rId3"/>
    <p:sldId id="353" r:id="rId4"/>
    <p:sldId id="355" r:id="rId5"/>
    <p:sldId id="354" r:id="rId6"/>
    <p:sldId id="340" r:id="rId7"/>
    <p:sldId id="338" r:id="rId8"/>
    <p:sldId id="391" r:id="rId9"/>
    <p:sldId id="392" r:id="rId10"/>
    <p:sldId id="393" r:id="rId11"/>
    <p:sldId id="394" r:id="rId12"/>
    <p:sldId id="395" r:id="rId13"/>
    <p:sldId id="396" r:id="rId14"/>
    <p:sldId id="363" r:id="rId15"/>
    <p:sldId id="369" r:id="rId16"/>
    <p:sldId id="361" r:id="rId17"/>
    <p:sldId id="362" r:id="rId18"/>
    <p:sldId id="370" r:id="rId19"/>
    <p:sldId id="409" r:id="rId20"/>
    <p:sldId id="406" r:id="rId21"/>
    <p:sldId id="407" r:id="rId22"/>
    <p:sldId id="408" r:id="rId23"/>
    <p:sldId id="410" r:id="rId24"/>
    <p:sldId id="400" r:id="rId25"/>
    <p:sldId id="390" r:id="rId26"/>
    <p:sldId id="388" r:id="rId27"/>
    <p:sldId id="402" r:id="rId28"/>
    <p:sldId id="399" r:id="rId29"/>
    <p:sldId id="397" r:id="rId30"/>
    <p:sldId id="257" r:id="rId31"/>
    <p:sldId id="356" r:id="rId32"/>
    <p:sldId id="349" r:id="rId33"/>
    <p:sldId id="404" r:id="rId34"/>
    <p:sldId id="401" r:id="rId35"/>
    <p:sldId id="411"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1FC9D2F-626E-694B-C7DE-814F9518B8B0}" name="Jorge González Alonso" initials="" userId="S::jal027@uit.no::5626620f-e265-489e-bfe7-a56912c6487b" providerId="AD"/>
  <p188:author id="{BA2EA2CA-5864-58DA-2DAC-D57B42B07541}" name="Pablo Bernabeu" initials="PB" userId="S::pbe044@uit.no::22488759-3eb8-4542-8dbd-b58228c87cf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6B79"/>
    <a:srgbClr val="FFABAB"/>
    <a:srgbClr val="F2A672"/>
    <a:srgbClr val="F1F2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4B24385-43A8-4362-A15D-F566FDAA2557}" v="297" dt="2024-07-05T12:43:17.19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26" y="19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blo Bernabeu" userId="22488759-3eb8-4542-8dbd-b58228c87cfe" providerId="ADAL" clId="{501A24C4-68F9-4822-8869-6D8847CFE81D}"/>
    <pc:docChg chg="undo custSel modSld">
      <pc:chgData name="Pablo Bernabeu" userId="22488759-3eb8-4542-8dbd-b58228c87cfe" providerId="ADAL" clId="{501A24C4-68F9-4822-8869-6D8847CFE81D}" dt="2024-01-18T10:03:11.363" v="15" actId="478"/>
      <pc:docMkLst>
        <pc:docMk/>
      </pc:docMkLst>
      <pc:sldChg chg="modSp mod">
        <pc:chgData name="Pablo Bernabeu" userId="22488759-3eb8-4542-8dbd-b58228c87cfe" providerId="ADAL" clId="{501A24C4-68F9-4822-8869-6D8847CFE81D}" dt="2024-01-16T16:18:27.030" v="9"/>
        <pc:sldMkLst>
          <pc:docMk/>
          <pc:sldMk cId="1936483650" sldId="354"/>
        </pc:sldMkLst>
        <pc:spChg chg="mod">
          <ac:chgData name="Pablo Bernabeu" userId="22488759-3eb8-4542-8dbd-b58228c87cfe" providerId="ADAL" clId="{501A24C4-68F9-4822-8869-6D8847CFE81D}" dt="2024-01-16T16:18:27.030" v="9"/>
          <ac:spMkLst>
            <pc:docMk/>
            <pc:sldMk cId="1936483650" sldId="354"/>
            <ac:spMk id="3" creationId="{B0A85658-06B4-8BD1-B87B-E05A673934FF}"/>
          </ac:spMkLst>
        </pc:spChg>
      </pc:sldChg>
      <pc:sldChg chg="modSp mod">
        <pc:chgData name="Pablo Bernabeu" userId="22488759-3eb8-4542-8dbd-b58228c87cfe" providerId="ADAL" clId="{501A24C4-68F9-4822-8869-6D8847CFE81D}" dt="2024-01-16T16:18:58.245" v="14" actId="20577"/>
        <pc:sldMkLst>
          <pc:docMk/>
          <pc:sldMk cId="3216957456" sldId="355"/>
        </pc:sldMkLst>
        <pc:spChg chg="mod">
          <ac:chgData name="Pablo Bernabeu" userId="22488759-3eb8-4542-8dbd-b58228c87cfe" providerId="ADAL" clId="{501A24C4-68F9-4822-8869-6D8847CFE81D}" dt="2024-01-16T16:18:58.245" v="14" actId="20577"/>
          <ac:spMkLst>
            <pc:docMk/>
            <pc:sldMk cId="3216957456" sldId="355"/>
            <ac:spMk id="3" creationId="{B0A85658-06B4-8BD1-B87B-E05A673934FF}"/>
          </ac:spMkLst>
        </pc:spChg>
      </pc:sldChg>
      <pc:sldChg chg="delSp mod">
        <pc:chgData name="Pablo Bernabeu" userId="22488759-3eb8-4542-8dbd-b58228c87cfe" providerId="ADAL" clId="{501A24C4-68F9-4822-8869-6D8847CFE81D}" dt="2024-01-18T10:03:11.363" v="15" actId="478"/>
        <pc:sldMkLst>
          <pc:docMk/>
          <pc:sldMk cId="2629422157" sldId="381"/>
        </pc:sldMkLst>
        <pc:spChg chg="del">
          <ac:chgData name="Pablo Bernabeu" userId="22488759-3eb8-4542-8dbd-b58228c87cfe" providerId="ADAL" clId="{501A24C4-68F9-4822-8869-6D8847CFE81D}" dt="2024-01-18T10:03:11.363" v="15" actId="478"/>
          <ac:spMkLst>
            <pc:docMk/>
            <pc:sldMk cId="2629422157" sldId="381"/>
            <ac:spMk id="2" creationId="{613704F8-7F43-FCD8-999F-B687542013A1}"/>
          </ac:spMkLst>
        </pc:spChg>
      </pc:sldChg>
    </pc:docChg>
  </pc:docChgLst>
  <pc:docChgLst>
    <pc:chgData name="Pablo Bernabeu" userId="22488759-3eb8-4542-8dbd-b58228c87cfe" providerId="ADAL" clId="{D4516E98-C614-47E7-9388-E194E9FFC662}"/>
    <pc:docChg chg="undo custSel modSld">
      <pc:chgData name="Pablo Bernabeu" userId="22488759-3eb8-4542-8dbd-b58228c87cfe" providerId="ADAL" clId="{D4516E98-C614-47E7-9388-E194E9FFC662}" dt="2024-03-11T15:08:10.214" v="151" actId="20577"/>
      <pc:docMkLst>
        <pc:docMk/>
      </pc:docMkLst>
      <pc:sldChg chg="modSp mod">
        <pc:chgData name="Pablo Bernabeu" userId="22488759-3eb8-4542-8dbd-b58228c87cfe" providerId="ADAL" clId="{D4516E98-C614-47E7-9388-E194E9FFC662}" dt="2024-03-11T15:08:10.214" v="151" actId="20577"/>
        <pc:sldMkLst>
          <pc:docMk/>
          <pc:sldMk cId="3163526559" sldId="256"/>
        </pc:sldMkLst>
        <pc:spChg chg="mod">
          <ac:chgData name="Pablo Bernabeu" userId="22488759-3eb8-4542-8dbd-b58228c87cfe" providerId="ADAL" clId="{D4516E98-C614-47E7-9388-E194E9FFC662}" dt="2024-03-11T15:08:10.214" v="151" actId="20577"/>
          <ac:spMkLst>
            <pc:docMk/>
            <pc:sldMk cId="3163526559" sldId="256"/>
            <ac:spMk id="3" creationId="{0176E199-1D17-FADD-9B43-5735E8D0F435}"/>
          </ac:spMkLst>
        </pc:spChg>
        <pc:picChg chg="mod">
          <ac:chgData name="Pablo Bernabeu" userId="22488759-3eb8-4542-8dbd-b58228c87cfe" providerId="ADAL" clId="{D4516E98-C614-47E7-9388-E194E9FFC662}" dt="2024-02-28T22:55:22.677" v="70" actId="1036"/>
          <ac:picMkLst>
            <pc:docMk/>
            <pc:sldMk cId="3163526559" sldId="256"/>
            <ac:picMk id="4" creationId="{D7A5BAF9-C4D7-9B08-6571-73D9E53FD849}"/>
          </ac:picMkLst>
        </pc:picChg>
        <pc:picChg chg="mod">
          <ac:chgData name="Pablo Bernabeu" userId="22488759-3eb8-4542-8dbd-b58228c87cfe" providerId="ADAL" clId="{D4516E98-C614-47E7-9388-E194E9FFC662}" dt="2024-03-11T15:07:07.262" v="147" actId="14100"/>
          <ac:picMkLst>
            <pc:docMk/>
            <pc:sldMk cId="3163526559" sldId="256"/>
            <ac:picMk id="1026" creationId="{5BC633DC-23D3-5650-AFD5-478ADC4A0868}"/>
          </ac:picMkLst>
        </pc:picChg>
      </pc:sldChg>
      <pc:sldChg chg="delCm">
        <pc:chgData name="Pablo Bernabeu" userId="22488759-3eb8-4542-8dbd-b58228c87cfe" providerId="ADAL" clId="{D4516E98-C614-47E7-9388-E194E9FFC662}" dt="2024-03-11T15:03:32.696" v="83"/>
        <pc:sldMkLst>
          <pc:docMk/>
          <pc:sldMk cId="4233196736" sldId="257"/>
        </pc:sldMkLst>
        <pc:extLst>
          <p:ext xmlns:p="http://schemas.openxmlformats.org/presentationml/2006/main" uri="{D6D511B9-2390-475A-947B-AFAB55BFBCF1}">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4233196736" sldId="257"/>
                <pc2:cmMk id="{B895293F-63A7-E244-B259-C9FF2804F820}"/>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4233196736" sldId="257"/>
                <pc2:cmMk id="{5F63895F-0058-1440-BB8B-7621ED3B47E0}"/>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4233196736" sldId="257"/>
                <pc2:cmMk id="{1F9F1EE2-9371-0741-B600-84AC7A1395B1}"/>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4233196736" sldId="257"/>
                <pc2:cmMk id="{936CDDE9-4A24-3E4A-BEC2-1777EA61BA55}"/>
              </pc2:cmMkLst>
            </pc226:cmChg>
          </p:ext>
        </pc:extLst>
      </pc:sldChg>
      <pc:sldChg chg="delCm">
        <pc:chgData name="Pablo Bernabeu" userId="22488759-3eb8-4542-8dbd-b58228c87cfe" providerId="ADAL" clId="{D4516E98-C614-47E7-9388-E194E9FFC662}" dt="2024-03-11T15:03:32.696" v="83"/>
        <pc:sldMkLst>
          <pc:docMk/>
          <pc:sldMk cId="3867219491" sldId="330"/>
        </pc:sldMkLst>
        <pc:extLst>
          <p:ext xmlns:p="http://schemas.openxmlformats.org/presentationml/2006/main" uri="{D6D511B9-2390-475A-947B-AFAB55BFBCF1}">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3867219491" sldId="330"/>
                <pc2:cmMk id="{167175CB-0B2C-1440-AD35-2F09E06DCD55}"/>
              </pc2:cmMkLst>
            </pc226:cmChg>
          </p:ext>
        </pc:extLst>
      </pc:sldChg>
      <pc:sldChg chg="delCm">
        <pc:chgData name="Pablo Bernabeu" userId="22488759-3eb8-4542-8dbd-b58228c87cfe" providerId="ADAL" clId="{D4516E98-C614-47E7-9388-E194E9FFC662}" dt="2024-03-11T15:03:32.696" v="83"/>
        <pc:sldMkLst>
          <pc:docMk/>
          <pc:sldMk cId="1253318704" sldId="349"/>
        </pc:sldMkLst>
        <pc:extLst>
          <p:ext xmlns:p="http://schemas.openxmlformats.org/presentationml/2006/main" uri="{D6D511B9-2390-475A-947B-AFAB55BFBCF1}">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1253318704" sldId="349"/>
                <pc2:cmMk id="{CA0D471F-DA8E-E94B-BC15-8B3035A293B8}"/>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1253318704" sldId="349"/>
                <pc2:cmMk id="{C3C14D37-69B5-DB46-A538-7B88AFD7465E}"/>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1253318704" sldId="349"/>
                <pc2:cmMk id="{6120E676-1629-F54D-8C96-04648EFABC57}"/>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1253318704" sldId="349"/>
                <pc2:cmMk id="{BFAE92C5-E792-8D42-A469-2C56842C9ABA}"/>
              </pc2:cmMkLst>
            </pc226:cmChg>
          </p:ext>
        </pc:extLst>
      </pc:sldChg>
      <pc:sldChg chg="delCm">
        <pc:chgData name="Pablo Bernabeu" userId="22488759-3eb8-4542-8dbd-b58228c87cfe" providerId="ADAL" clId="{D4516E98-C614-47E7-9388-E194E9FFC662}" dt="2024-03-11T15:03:32.696" v="83"/>
        <pc:sldMkLst>
          <pc:docMk/>
          <pc:sldMk cId="472588277" sldId="356"/>
        </pc:sldMkLst>
        <pc:extLst>
          <p:ext xmlns:p="http://schemas.openxmlformats.org/presentationml/2006/main" uri="{D6D511B9-2390-475A-947B-AFAB55BFBCF1}">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472588277" sldId="356"/>
                <pc2:cmMk id="{8E323E11-0336-4CBE-8355-838736F3C6FD}"/>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472588277" sldId="356"/>
                <pc2:cmMk id="{24C99B39-314A-453A-99AE-AA965EBE6BBA}"/>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472588277" sldId="356"/>
                <pc2:cmMk id="{16C388C7-5C5A-4F04-883A-EE69654B6F70}"/>
              </pc2:cmMkLst>
            </pc226:cmChg>
            <pc226:cmChg xmlns:pc226="http://schemas.microsoft.com/office/powerpoint/2022/06/main/command" chg="del">
              <pc226:chgData name="Pablo Bernabeu" userId="22488759-3eb8-4542-8dbd-b58228c87cfe" providerId="ADAL" clId="{D4516E98-C614-47E7-9388-E194E9FFC662}" dt="2024-03-11T15:03:32.696" v="83"/>
              <pc2:cmMkLst xmlns:pc2="http://schemas.microsoft.com/office/powerpoint/2019/9/main/command">
                <pc:docMk/>
                <pc:sldMk cId="472588277" sldId="356"/>
                <pc2:cmMk id="{EE0FDCE2-5EA1-4C12-9AE7-3C5F51D7B9E5}"/>
              </pc2:cmMkLst>
            </pc226:cmChg>
          </p:ext>
        </pc:extLst>
      </pc:sldChg>
    </pc:docChg>
  </pc:docChgLst>
  <pc:docChgLst>
    <pc:chgData name="Pablo Bernabeu" userId="22488759-3eb8-4542-8dbd-b58228c87cfe" providerId="ADAL" clId="{EE377BC1-51CD-4172-B9B2-89E9653565B6}"/>
    <pc:docChg chg="undo redo custSel addSld delSld modSld">
      <pc:chgData name="Pablo Bernabeu" userId="22488759-3eb8-4542-8dbd-b58228c87cfe" providerId="ADAL" clId="{EE377BC1-51CD-4172-B9B2-89E9653565B6}" dt="2024-06-05T11:04:50.920" v="1256" actId="20577"/>
      <pc:docMkLst>
        <pc:docMk/>
      </pc:docMkLst>
      <pc:sldChg chg="modSp mod">
        <pc:chgData name="Pablo Bernabeu" userId="22488759-3eb8-4542-8dbd-b58228c87cfe" providerId="ADAL" clId="{EE377BC1-51CD-4172-B9B2-89E9653565B6}" dt="2024-06-05T11:04:50.920" v="1256" actId="20577"/>
        <pc:sldMkLst>
          <pc:docMk/>
          <pc:sldMk cId="3163526559" sldId="256"/>
        </pc:sldMkLst>
        <pc:spChg chg="mod">
          <ac:chgData name="Pablo Bernabeu" userId="22488759-3eb8-4542-8dbd-b58228c87cfe" providerId="ADAL" clId="{EE377BC1-51CD-4172-B9B2-89E9653565B6}" dt="2024-06-05T09:23:00.464" v="983" actId="1076"/>
          <ac:spMkLst>
            <pc:docMk/>
            <pc:sldMk cId="3163526559" sldId="256"/>
            <ac:spMk id="2" creationId="{D2ACF639-C0F6-31B6-8282-4FDE0F2BDB5D}"/>
          </ac:spMkLst>
        </pc:spChg>
        <pc:spChg chg="mod">
          <ac:chgData name="Pablo Bernabeu" userId="22488759-3eb8-4542-8dbd-b58228c87cfe" providerId="ADAL" clId="{EE377BC1-51CD-4172-B9B2-89E9653565B6}" dt="2024-06-05T11:04:50.920" v="1256" actId="20577"/>
          <ac:spMkLst>
            <pc:docMk/>
            <pc:sldMk cId="3163526559" sldId="256"/>
            <ac:spMk id="3" creationId="{0176E199-1D17-FADD-9B43-5735E8D0F435}"/>
          </ac:spMkLst>
        </pc:spChg>
        <pc:picChg chg="mod">
          <ac:chgData name="Pablo Bernabeu" userId="22488759-3eb8-4542-8dbd-b58228c87cfe" providerId="ADAL" clId="{EE377BC1-51CD-4172-B9B2-89E9653565B6}" dt="2024-06-05T09:24:33.915" v="1100" actId="1037"/>
          <ac:picMkLst>
            <pc:docMk/>
            <pc:sldMk cId="3163526559" sldId="256"/>
            <ac:picMk id="4" creationId="{D7A5BAF9-C4D7-9B08-6571-73D9E53FD849}"/>
          </ac:picMkLst>
        </pc:picChg>
        <pc:picChg chg="mod">
          <ac:chgData name="Pablo Bernabeu" userId="22488759-3eb8-4542-8dbd-b58228c87cfe" providerId="ADAL" clId="{EE377BC1-51CD-4172-B9B2-89E9653565B6}" dt="2024-06-05T09:24:30.047" v="1083" actId="1038"/>
          <ac:picMkLst>
            <pc:docMk/>
            <pc:sldMk cId="3163526559" sldId="256"/>
            <ac:picMk id="1026" creationId="{5BC633DC-23D3-5650-AFD5-478ADC4A0868}"/>
          </ac:picMkLst>
        </pc:picChg>
        <pc:picChg chg="mod">
          <ac:chgData name="Pablo Bernabeu" userId="22488759-3eb8-4542-8dbd-b58228c87cfe" providerId="ADAL" clId="{EE377BC1-51CD-4172-B9B2-89E9653565B6}" dt="2024-06-05T09:24:33.915" v="1100" actId="1037"/>
          <ac:picMkLst>
            <pc:docMk/>
            <pc:sldMk cId="3163526559" sldId="256"/>
            <ac:picMk id="1028" creationId="{486C594D-E1CD-D6C6-DB0F-5D42485E2466}"/>
          </ac:picMkLst>
        </pc:picChg>
        <pc:picChg chg="mod">
          <ac:chgData name="Pablo Bernabeu" userId="22488759-3eb8-4542-8dbd-b58228c87cfe" providerId="ADAL" clId="{EE377BC1-51CD-4172-B9B2-89E9653565B6}" dt="2024-06-05T09:24:08.928" v="1061" actId="1038"/>
          <ac:picMkLst>
            <pc:docMk/>
            <pc:sldMk cId="3163526559" sldId="256"/>
            <ac:picMk id="1030" creationId="{52B4D971-A50E-3E32-DF05-A195C8EE76D0}"/>
          </ac:picMkLst>
        </pc:picChg>
      </pc:sldChg>
      <pc:sldChg chg="del">
        <pc:chgData name="Pablo Bernabeu" userId="22488759-3eb8-4542-8dbd-b58228c87cfe" providerId="ADAL" clId="{EE377BC1-51CD-4172-B9B2-89E9653565B6}" dt="2024-06-05T08:17:19.646" v="334" actId="47"/>
        <pc:sldMkLst>
          <pc:docMk/>
          <pc:sldMk cId="943170549" sldId="323"/>
        </pc:sldMkLst>
      </pc:sldChg>
      <pc:sldChg chg="del">
        <pc:chgData name="Pablo Bernabeu" userId="22488759-3eb8-4542-8dbd-b58228c87cfe" providerId="ADAL" clId="{EE377BC1-51CD-4172-B9B2-89E9653565B6}" dt="2024-06-05T08:17:19.646" v="334" actId="47"/>
        <pc:sldMkLst>
          <pc:docMk/>
          <pc:sldMk cId="1341409629" sldId="326"/>
        </pc:sldMkLst>
      </pc:sldChg>
      <pc:sldChg chg="del">
        <pc:chgData name="Pablo Bernabeu" userId="22488759-3eb8-4542-8dbd-b58228c87cfe" providerId="ADAL" clId="{EE377BC1-51CD-4172-B9B2-89E9653565B6}" dt="2024-06-05T08:17:19.646" v="334" actId="47"/>
        <pc:sldMkLst>
          <pc:docMk/>
          <pc:sldMk cId="2796338780" sldId="327"/>
        </pc:sldMkLst>
      </pc:sldChg>
      <pc:sldChg chg="del">
        <pc:chgData name="Pablo Bernabeu" userId="22488759-3eb8-4542-8dbd-b58228c87cfe" providerId="ADAL" clId="{EE377BC1-51CD-4172-B9B2-89E9653565B6}" dt="2024-06-05T08:17:19.646" v="334" actId="47"/>
        <pc:sldMkLst>
          <pc:docMk/>
          <pc:sldMk cId="215557063" sldId="328"/>
        </pc:sldMkLst>
      </pc:sldChg>
      <pc:sldChg chg="del">
        <pc:chgData name="Pablo Bernabeu" userId="22488759-3eb8-4542-8dbd-b58228c87cfe" providerId="ADAL" clId="{EE377BC1-51CD-4172-B9B2-89E9653565B6}" dt="2024-06-05T08:17:19.646" v="334" actId="47"/>
        <pc:sldMkLst>
          <pc:docMk/>
          <pc:sldMk cId="351833529" sldId="329"/>
        </pc:sldMkLst>
      </pc:sldChg>
      <pc:sldChg chg="del">
        <pc:chgData name="Pablo Bernabeu" userId="22488759-3eb8-4542-8dbd-b58228c87cfe" providerId="ADAL" clId="{EE377BC1-51CD-4172-B9B2-89E9653565B6}" dt="2024-06-05T08:17:19.646" v="334" actId="47"/>
        <pc:sldMkLst>
          <pc:docMk/>
          <pc:sldMk cId="3867219491" sldId="330"/>
        </pc:sldMkLst>
      </pc:sldChg>
      <pc:sldChg chg="del">
        <pc:chgData name="Pablo Bernabeu" userId="22488759-3eb8-4542-8dbd-b58228c87cfe" providerId="ADAL" clId="{EE377BC1-51CD-4172-B9B2-89E9653565B6}" dt="2024-06-05T08:17:19.646" v="334" actId="47"/>
        <pc:sldMkLst>
          <pc:docMk/>
          <pc:sldMk cId="264887760" sldId="332"/>
        </pc:sldMkLst>
      </pc:sldChg>
      <pc:sldChg chg="del">
        <pc:chgData name="Pablo Bernabeu" userId="22488759-3eb8-4542-8dbd-b58228c87cfe" providerId="ADAL" clId="{EE377BC1-51CD-4172-B9B2-89E9653565B6}" dt="2024-06-05T09:19:43.860" v="975" actId="47"/>
        <pc:sldMkLst>
          <pc:docMk/>
          <pc:sldMk cId="3852611403" sldId="333"/>
        </pc:sldMkLst>
      </pc:sldChg>
      <pc:sldChg chg="del">
        <pc:chgData name="Pablo Bernabeu" userId="22488759-3eb8-4542-8dbd-b58228c87cfe" providerId="ADAL" clId="{EE377BC1-51CD-4172-B9B2-89E9653565B6}" dt="2024-06-05T08:18:02.622" v="335" actId="47"/>
        <pc:sldMkLst>
          <pc:docMk/>
          <pc:sldMk cId="2750881140" sldId="336"/>
        </pc:sldMkLst>
      </pc:sldChg>
      <pc:sldChg chg="del">
        <pc:chgData name="Pablo Bernabeu" userId="22488759-3eb8-4542-8dbd-b58228c87cfe" providerId="ADAL" clId="{EE377BC1-51CD-4172-B9B2-89E9653565B6}" dt="2024-06-05T08:20:47.621" v="336" actId="47"/>
        <pc:sldMkLst>
          <pc:docMk/>
          <pc:sldMk cId="3994173603" sldId="337"/>
        </pc:sldMkLst>
      </pc:sldChg>
      <pc:sldChg chg="del">
        <pc:chgData name="Pablo Bernabeu" userId="22488759-3eb8-4542-8dbd-b58228c87cfe" providerId="ADAL" clId="{EE377BC1-51CD-4172-B9B2-89E9653565B6}" dt="2024-06-05T08:20:47.621" v="336" actId="47"/>
        <pc:sldMkLst>
          <pc:docMk/>
          <pc:sldMk cId="3364931325" sldId="339"/>
        </pc:sldMkLst>
      </pc:sldChg>
      <pc:sldChg chg="del">
        <pc:chgData name="Pablo Bernabeu" userId="22488759-3eb8-4542-8dbd-b58228c87cfe" providerId="ADAL" clId="{EE377BC1-51CD-4172-B9B2-89E9653565B6}" dt="2024-06-05T08:20:47.621" v="336" actId="47"/>
        <pc:sldMkLst>
          <pc:docMk/>
          <pc:sldMk cId="2929140929" sldId="341"/>
        </pc:sldMkLst>
      </pc:sldChg>
      <pc:sldChg chg="del">
        <pc:chgData name="Pablo Bernabeu" userId="22488759-3eb8-4542-8dbd-b58228c87cfe" providerId="ADAL" clId="{EE377BC1-51CD-4172-B9B2-89E9653565B6}" dt="2024-06-05T08:18:02.622" v="335" actId="47"/>
        <pc:sldMkLst>
          <pc:docMk/>
          <pc:sldMk cId="2056890667" sldId="343"/>
        </pc:sldMkLst>
      </pc:sldChg>
      <pc:sldChg chg="del">
        <pc:chgData name="Pablo Bernabeu" userId="22488759-3eb8-4542-8dbd-b58228c87cfe" providerId="ADAL" clId="{EE377BC1-51CD-4172-B9B2-89E9653565B6}" dt="2024-06-05T08:18:02.622" v="335" actId="47"/>
        <pc:sldMkLst>
          <pc:docMk/>
          <pc:sldMk cId="2164626169" sldId="344"/>
        </pc:sldMkLst>
      </pc:sldChg>
      <pc:sldChg chg="del">
        <pc:chgData name="Pablo Bernabeu" userId="22488759-3eb8-4542-8dbd-b58228c87cfe" providerId="ADAL" clId="{EE377BC1-51CD-4172-B9B2-89E9653565B6}" dt="2024-06-05T08:18:02.622" v="335" actId="47"/>
        <pc:sldMkLst>
          <pc:docMk/>
          <pc:sldMk cId="3480578708" sldId="345"/>
        </pc:sldMkLst>
      </pc:sldChg>
      <pc:sldChg chg="del">
        <pc:chgData name="Pablo Bernabeu" userId="22488759-3eb8-4542-8dbd-b58228c87cfe" providerId="ADAL" clId="{EE377BC1-51CD-4172-B9B2-89E9653565B6}" dt="2024-06-05T08:18:02.622" v="335" actId="47"/>
        <pc:sldMkLst>
          <pc:docMk/>
          <pc:sldMk cId="1599160072" sldId="346"/>
        </pc:sldMkLst>
      </pc:sldChg>
      <pc:sldChg chg="del">
        <pc:chgData name="Pablo Bernabeu" userId="22488759-3eb8-4542-8dbd-b58228c87cfe" providerId="ADAL" clId="{EE377BC1-51CD-4172-B9B2-89E9653565B6}" dt="2024-06-05T08:18:02.622" v="335" actId="47"/>
        <pc:sldMkLst>
          <pc:docMk/>
          <pc:sldMk cId="797016481" sldId="347"/>
        </pc:sldMkLst>
      </pc:sldChg>
      <pc:sldChg chg="del">
        <pc:chgData name="Pablo Bernabeu" userId="22488759-3eb8-4542-8dbd-b58228c87cfe" providerId="ADAL" clId="{EE377BC1-51CD-4172-B9B2-89E9653565B6}" dt="2024-06-05T08:17:19.646" v="334" actId="47"/>
        <pc:sldMkLst>
          <pc:docMk/>
          <pc:sldMk cId="2124763347" sldId="351"/>
        </pc:sldMkLst>
      </pc:sldChg>
      <pc:sldChg chg="del">
        <pc:chgData name="Pablo Bernabeu" userId="22488759-3eb8-4542-8dbd-b58228c87cfe" providerId="ADAL" clId="{EE377BC1-51CD-4172-B9B2-89E9653565B6}" dt="2024-06-05T08:17:19.646" v="334" actId="47"/>
        <pc:sldMkLst>
          <pc:docMk/>
          <pc:sldMk cId="4180987762" sldId="352"/>
        </pc:sldMkLst>
      </pc:sldChg>
      <pc:sldChg chg="del">
        <pc:chgData name="Pablo Bernabeu" userId="22488759-3eb8-4542-8dbd-b58228c87cfe" providerId="ADAL" clId="{EE377BC1-51CD-4172-B9B2-89E9653565B6}" dt="2024-06-05T08:20:47.621" v="336" actId="47"/>
        <pc:sldMkLst>
          <pc:docMk/>
          <pc:sldMk cId="1547486506" sldId="357"/>
        </pc:sldMkLst>
      </pc:sldChg>
      <pc:sldChg chg="del">
        <pc:chgData name="Pablo Bernabeu" userId="22488759-3eb8-4542-8dbd-b58228c87cfe" providerId="ADAL" clId="{EE377BC1-51CD-4172-B9B2-89E9653565B6}" dt="2024-06-05T08:21:47.475" v="337" actId="47"/>
        <pc:sldMkLst>
          <pc:docMk/>
          <pc:sldMk cId="1516378167" sldId="358"/>
        </pc:sldMkLst>
      </pc:sldChg>
      <pc:sldChg chg="del">
        <pc:chgData name="Pablo Bernabeu" userId="22488759-3eb8-4542-8dbd-b58228c87cfe" providerId="ADAL" clId="{EE377BC1-51CD-4172-B9B2-89E9653565B6}" dt="2024-06-05T08:21:47.475" v="337" actId="47"/>
        <pc:sldMkLst>
          <pc:docMk/>
          <pc:sldMk cId="1021488797" sldId="360"/>
        </pc:sldMkLst>
      </pc:sldChg>
      <pc:sldChg chg="del">
        <pc:chgData name="Pablo Bernabeu" userId="22488759-3eb8-4542-8dbd-b58228c87cfe" providerId="ADAL" clId="{EE377BC1-51CD-4172-B9B2-89E9653565B6}" dt="2024-06-05T08:35:09.098" v="405" actId="47"/>
        <pc:sldMkLst>
          <pc:docMk/>
          <pc:sldMk cId="3719341133" sldId="364"/>
        </pc:sldMkLst>
      </pc:sldChg>
      <pc:sldChg chg="del">
        <pc:chgData name="Pablo Bernabeu" userId="22488759-3eb8-4542-8dbd-b58228c87cfe" providerId="ADAL" clId="{EE377BC1-51CD-4172-B9B2-89E9653565B6}" dt="2024-06-05T08:35:09.098" v="405" actId="47"/>
        <pc:sldMkLst>
          <pc:docMk/>
          <pc:sldMk cId="570632314" sldId="365"/>
        </pc:sldMkLst>
      </pc:sldChg>
      <pc:sldChg chg="del">
        <pc:chgData name="Pablo Bernabeu" userId="22488759-3eb8-4542-8dbd-b58228c87cfe" providerId="ADAL" clId="{EE377BC1-51CD-4172-B9B2-89E9653565B6}" dt="2024-06-05T08:35:09.098" v="405" actId="47"/>
        <pc:sldMkLst>
          <pc:docMk/>
          <pc:sldMk cId="2970905170" sldId="366"/>
        </pc:sldMkLst>
      </pc:sldChg>
      <pc:sldChg chg="del">
        <pc:chgData name="Pablo Bernabeu" userId="22488759-3eb8-4542-8dbd-b58228c87cfe" providerId="ADAL" clId="{EE377BC1-51CD-4172-B9B2-89E9653565B6}" dt="2024-06-05T08:35:09.098" v="405" actId="47"/>
        <pc:sldMkLst>
          <pc:docMk/>
          <pc:sldMk cId="3209409802" sldId="367"/>
        </pc:sldMkLst>
      </pc:sldChg>
      <pc:sldChg chg="del">
        <pc:chgData name="Pablo Bernabeu" userId="22488759-3eb8-4542-8dbd-b58228c87cfe" providerId="ADAL" clId="{EE377BC1-51CD-4172-B9B2-89E9653565B6}" dt="2024-06-05T08:35:09.098" v="405" actId="47"/>
        <pc:sldMkLst>
          <pc:docMk/>
          <pc:sldMk cId="925540173" sldId="368"/>
        </pc:sldMkLst>
      </pc:sldChg>
      <pc:sldChg chg="addSp modSp">
        <pc:chgData name="Pablo Bernabeu" userId="22488759-3eb8-4542-8dbd-b58228c87cfe" providerId="ADAL" clId="{EE377BC1-51CD-4172-B9B2-89E9653565B6}" dt="2024-06-05T08:30:45.263" v="340"/>
        <pc:sldMkLst>
          <pc:docMk/>
          <pc:sldMk cId="3204947227" sldId="370"/>
        </pc:sldMkLst>
        <pc:picChg chg="add mod">
          <ac:chgData name="Pablo Bernabeu" userId="22488759-3eb8-4542-8dbd-b58228c87cfe" providerId="ADAL" clId="{EE377BC1-51CD-4172-B9B2-89E9653565B6}" dt="2024-06-05T08:30:45.263" v="340"/>
          <ac:picMkLst>
            <pc:docMk/>
            <pc:sldMk cId="3204947227" sldId="370"/>
            <ac:picMk id="5" creationId="{983478DF-F376-AC0B-6C37-718008C90A39}"/>
          </ac:picMkLst>
        </pc:picChg>
      </pc:sldChg>
      <pc:sldChg chg="del">
        <pc:chgData name="Pablo Bernabeu" userId="22488759-3eb8-4542-8dbd-b58228c87cfe" providerId="ADAL" clId="{EE377BC1-51CD-4172-B9B2-89E9653565B6}" dt="2024-06-05T08:35:09.098" v="405" actId="47"/>
        <pc:sldMkLst>
          <pc:docMk/>
          <pc:sldMk cId="2103851453" sldId="371"/>
        </pc:sldMkLst>
      </pc:sldChg>
      <pc:sldChg chg="del">
        <pc:chgData name="Pablo Bernabeu" userId="22488759-3eb8-4542-8dbd-b58228c87cfe" providerId="ADAL" clId="{EE377BC1-51CD-4172-B9B2-89E9653565B6}" dt="2024-06-05T08:35:09.098" v="405" actId="47"/>
        <pc:sldMkLst>
          <pc:docMk/>
          <pc:sldMk cId="1853203818" sldId="372"/>
        </pc:sldMkLst>
      </pc:sldChg>
      <pc:sldChg chg="del">
        <pc:chgData name="Pablo Bernabeu" userId="22488759-3eb8-4542-8dbd-b58228c87cfe" providerId="ADAL" clId="{EE377BC1-51CD-4172-B9B2-89E9653565B6}" dt="2024-06-05T08:35:09.098" v="405" actId="47"/>
        <pc:sldMkLst>
          <pc:docMk/>
          <pc:sldMk cId="1906548924" sldId="373"/>
        </pc:sldMkLst>
      </pc:sldChg>
      <pc:sldChg chg="del">
        <pc:chgData name="Pablo Bernabeu" userId="22488759-3eb8-4542-8dbd-b58228c87cfe" providerId="ADAL" clId="{EE377BC1-51CD-4172-B9B2-89E9653565B6}" dt="2024-06-05T08:35:09.098" v="405" actId="47"/>
        <pc:sldMkLst>
          <pc:docMk/>
          <pc:sldMk cId="354674608" sldId="374"/>
        </pc:sldMkLst>
      </pc:sldChg>
      <pc:sldChg chg="del">
        <pc:chgData name="Pablo Bernabeu" userId="22488759-3eb8-4542-8dbd-b58228c87cfe" providerId="ADAL" clId="{EE377BC1-51CD-4172-B9B2-89E9653565B6}" dt="2024-06-05T08:30:39.318" v="338" actId="47"/>
        <pc:sldMkLst>
          <pc:docMk/>
          <pc:sldMk cId="1960899340" sldId="375"/>
        </pc:sldMkLst>
      </pc:sldChg>
      <pc:sldChg chg="del">
        <pc:chgData name="Pablo Bernabeu" userId="22488759-3eb8-4542-8dbd-b58228c87cfe" providerId="ADAL" clId="{EE377BC1-51CD-4172-B9B2-89E9653565B6}" dt="2024-06-05T08:30:39.318" v="338" actId="47"/>
        <pc:sldMkLst>
          <pc:docMk/>
          <pc:sldMk cId="3836857833" sldId="376"/>
        </pc:sldMkLst>
      </pc:sldChg>
      <pc:sldChg chg="del">
        <pc:chgData name="Pablo Bernabeu" userId="22488759-3eb8-4542-8dbd-b58228c87cfe" providerId="ADAL" clId="{EE377BC1-51CD-4172-B9B2-89E9653565B6}" dt="2024-06-05T08:34:49.716" v="404" actId="47"/>
        <pc:sldMkLst>
          <pc:docMk/>
          <pc:sldMk cId="3118906696" sldId="377"/>
        </pc:sldMkLst>
      </pc:sldChg>
      <pc:sldChg chg="del">
        <pc:chgData name="Pablo Bernabeu" userId="22488759-3eb8-4542-8dbd-b58228c87cfe" providerId="ADAL" clId="{EE377BC1-51CD-4172-B9B2-89E9653565B6}" dt="2024-06-05T09:13:33.822" v="926" actId="47"/>
        <pc:sldMkLst>
          <pc:docMk/>
          <pc:sldMk cId="891492828" sldId="378"/>
        </pc:sldMkLst>
      </pc:sldChg>
      <pc:sldChg chg="del">
        <pc:chgData name="Pablo Bernabeu" userId="22488759-3eb8-4542-8dbd-b58228c87cfe" providerId="ADAL" clId="{EE377BC1-51CD-4172-B9B2-89E9653565B6}" dt="2024-06-05T08:30:39.318" v="338" actId="47"/>
        <pc:sldMkLst>
          <pc:docMk/>
          <pc:sldMk cId="472987609" sldId="379"/>
        </pc:sldMkLst>
      </pc:sldChg>
      <pc:sldChg chg="del">
        <pc:chgData name="Pablo Bernabeu" userId="22488759-3eb8-4542-8dbd-b58228c87cfe" providerId="ADAL" clId="{EE377BC1-51CD-4172-B9B2-89E9653565B6}" dt="2024-06-05T08:30:39.318" v="338" actId="47"/>
        <pc:sldMkLst>
          <pc:docMk/>
          <pc:sldMk cId="1434241712" sldId="380"/>
        </pc:sldMkLst>
      </pc:sldChg>
      <pc:sldChg chg="del">
        <pc:chgData name="Pablo Bernabeu" userId="22488759-3eb8-4542-8dbd-b58228c87cfe" providerId="ADAL" clId="{EE377BC1-51CD-4172-B9B2-89E9653565B6}" dt="2024-06-05T08:20:47.621" v="336" actId="47"/>
        <pc:sldMkLst>
          <pc:docMk/>
          <pc:sldMk cId="2629422157" sldId="381"/>
        </pc:sldMkLst>
      </pc:sldChg>
      <pc:sldChg chg="del">
        <pc:chgData name="Pablo Bernabeu" userId="22488759-3eb8-4542-8dbd-b58228c87cfe" providerId="ADAL" clId="{EE377BC1-51CD-4172-B9B2-89E9653565B6}" dt="2024-06-05T08:20:47.621" v="336" actId="47"/>
        <pc:sldMkLst>
          <pc:docMk/>
          <pc:sldMk cId="1809670141" sldId="386"/>
        </pc:sldMkLst>
      </pc:sldChg>
      <pc:sldChg chg="del">
        <pc:chgData name="Pablo Bernabeu" userId="22488759-3eb8-4542-8dbd-b58228c87cfe" providerId="ADAL" clId="{EE377BC1-51CD-4172-B9B2-89E9653565B6}" dt="2024-06-05T08:20:47.621" v="336" actId="47"/>
        <pc:sldMkLst>
          <pc:docMk/>
          <pc:sldMk cId="1069525729" sldId="387"/>
        </pc:sldMkLst>
      </pc:sldChg>
      <pc:sldChg chg="modSp mod">
        <pc:chgData name="Pablo Bernabeu" userId="22488759-3eb8-4542-8dbd-b58228c87cfe" providerId="ADAL" clId="{EE377BC1-51CD-4172-B9B2-89E9653565B6}" dt="2024-06-05T09:28:13.423" v="1126" actId="14100"/>
        <pc:sldMkLst>
          <pc:docMk/>
          <pc:sldMk cId="2613369236" sldId="388"/>
        </pc:sldMkLst>
        <pc:spChg chg="mod">
          <ac:chgData name="Pablo Bernabeu" userId="22488759-3eb8-4542-8dbd-b58228c87cfe" providerId="ADAL" clId="{EE377BC1-51CD-4172-B9B2-89E9653565B6}" dt="2024-06-05T09:28:13.423" v="1126" actId="14100"/>
          <ac:spMkLst>
            <pc:docMk/>
            <pc:sldMk cId="2613369236" sldId="388"/>
            <ac:spMk id="3" creationId="{C42177E8-8018-3082-34F1-C87A5A0869DE}"/>
          </ac:spMkLst>
        </pc:spChg>
      </pc:sldChg>
      <pc:sldChg chg="modSp mod">
        <pc:chgData name="Pablo Bernabeu" userId="22488759-3eb8-4542-8dbd-b58228c87cfe" providerId="ADAL" clId="{EE377BC1-51CD-4172-B9B2-89E9653565B6}" dt="2024-06-05T09:25:37.819" v="1110" actId="20577"/>
        <pc:sldMkLst>
          <pc:docMk/>
          <pc:sldMk cId="3746251118" sldId="394"/>
        </pc:sldMkLst>
        <pc:spChg chg="mod">
          <ac:chgData name="Pablo Bernabeu" userId="22488759-3eb8-4542-8dbd-b58228c87cfe" providerId="ADAL" clId="{EE377BC1-51CD-4172-B9B2-89E9653565B6}" dt="2024-06-05T09:25:37.819" v="1110" actId="20577"/>
          <ac:spMkLst>
            <pc:docMk/>
            <pc:sldMk cId="3746251118" sldId="394"/>
            <ac:spMk id="3" creationId="{87C29B66-BF99-0310-74FF-14C63D04C2AE}"/>
          </ac:spMkLst>
        </pc:spChg>
      </pc:sldChg>
      <pc:sldChg chg="modSp mod">
        <pc:chgData name="Pablo Bernabeu" userId="22488759-3eb8-4542-8dbd-b58228c87cfe" providerId="ADAL" clId="{EE377BC1-51CD-4172-B9B2-89E9653565B6}" dt="2024-06-05T09:25:46.187" v="1111" actId="20577"/>
        <pc:sldMkLst>
          <pc:docMk/>
          <pc:sldMk cId="1857782304" sldId="395"/>
        </pc:sldMkLst>
        <pc:spChg chg="mod">
          <ac:chgData name="Pablo Bernabeu" userId="22488759-3eb8-4542-8dbd-b58228c87cfe" providerId="ADAL" clId="{EE377BC1-51CD-4172-B9B2-89E9653565B6}" dt="2024-06-05T09:25:46.187" v="1111" actId="20577"/>
          <ac:spMkLst>
            <pc:docMk/>
            <pc:sldMk cId="1857782304" sldId="395"/>
            <ac:spMk id="3" creationId="{87C29B66-BF99-0310-74FF-14C63D04C2AE}"/>
          </ac:spMkLst>
        </pc:spChg>
      </pc:sldChg>
      <pc:sldChg chg="modSp mod">
        <pc:chgData name="Pablo Bernabeu" userId="22488759-3eb8-4542-8dbd-b58228c87cfe" providerId="ADAL" clId="{EE377BC1-51CD-4172-B9B2-89E9653565B6}" dt="2024-06-05T09:25:51.938" v="1112" actId="20577"/>
        <pc:sldMkLst>
          <pc:docMk/>
          <pc:sldMk cId="1584174243" sldId="396"/>
        </pc:sldMkLst>
        <pc:spChg chg="mod">
          <ac:chgData name="Pablo Bernabeu" userId="22488759-3eb8-4542-8dbd-b58228c87cfe" providerId="ADAL" clId="{EE377BC1-51CD-4172-B9B2-89E9653565B6}" dt="2024-06-05T09:25:51.938" v="1112" actId="20577"/>
          <ac:spMkLst>
            <pc:docMk/>
            <pc:sldMk cId="1584174243" sldId="396"/>
            <ac:spMk id="3" creationId="{87C29B66-BF99-0310-74FF-14C63D04C2AE}"/>
          </ac:spMkLst>
        </pc:spChg>
      </pc:sldChg>
      <pc:sldChg chg="del">
        <pc:chgData name="Pablo Bernabeu" userId="22488759-3eb8-4542-8dbd-b58228c87cfe" providerId="ADAL" clId="{EE377BC1-51CD-4172-B9B2-89E9653565B6}" dt="2024-06-05T08:43:39.330" v="771" actId="47"/>
        <pc:sldMkLst>
          <pc:docMk/>
          <pc:sldMk cId="2121060319" sldId="398"/>
        </pc:sldMkLst>
      </pc:sldChg>
      <pc:sldChg chg="del">
        <pc:chgData name="Pablo Bernabeu" userId="22488759-3eb8-4542-8dbd-b58228c87cfe" providerId="ADAL" clId="{EE377BC1-51CD-4172-B9B2-89E9653565B6}" dt="2024-06-05T08:35:09.098" v="405" actId="47"/>
        <pc:sldMkLst>
          <pc:docMk/>
          <pc:sldMk cId="1055623303" sldId="403"/>
        </pc:sldMkLst>
      </pc:sldChg>
      <pc:sldChg chg="del">
        <pc:chgData name="Pablo Bernabeu" userId="22488759-3eb8-4542-8dbd-b58228c87cfe" providerId="ADAL" clId="{EE377BC1-51CD-4172-B9B2-89E9653565B6}" dt="2024-06-05T08:34:33.581" v="403" actId="47"/>
        <pc:sldMkLst>
          <pc:docMk/>
          <pc:sldMk cId="436940000" sldId="405"/>
        </pc:sldMkLst>
      </pc:sldChg>
      <pc:sldChg chg="addSp delSp modSp new mod setBg">
        <pc:chgData name="Pablo Bernabeu" userId="22488759-3eb8-4542-8dbd-b58228c87cfe" providerId="ADAL" clId="{EE377BC1-51CD-4172-B9B2-89E9653565B6}" dt="2024-06-05T09:29:22.432" v="1237" actId="1038"/>
        <pc:sldMkLst>
          <pc:docMk/>
          <pc:sldMk cId="924208842" sldId="406"/>
        </pc:sldMkLst>
        <pc:spChg chg="del">
          <ac:chgData name="Pablo Bernabeu" userId="22488759-3eb8-4542-8dbd-b58228c87cfe" providerId="ADAL" clId="{EE377BC1-51CD-4172-B9B2-89E9653565B6}" dt="2024-06-05T08:30:59.062" v="343" actId="26606"/>
          <ac:spMkLst>
            <pc:docMk/>
            <pc:sldMk cId="924208842" sldId="406"/>
            <ac:spMk id="2" creationId="{FD7B3CEA-3A94-0384-119F-1EE460DF1273}"/>
          </ac:spMkLst>
        </pc:spChg>
        <pc:spChg chg="del">
          <ac:chgData name="Pablo Bernabeu" userId="22488759-3eb8-4542-8dbd-b58228c87cfe" providerId="ADAL" clId="{EE377BC1-51CD-4172-B9B2-89E9653565B6}" dt="2024-06-05T08:30:59.062" v="343" actId="26606"/>
          <ac:spMkLst>
            <pc:docMk/>
            <pc:sldMk cId="924208842" sldId="406"/>
            <ac:spMk id="3" creationId="{E9155DC9-2C24-0416-9923-92CDC955AEA3}"/>
          </ac:spMkLst>
        </pc:spChg>
        <pc:spChg chg="mod ord">
          <ac:chgData name="Pablo Bernabeu" userId="22488759-3eb8-4542-8dbd-b58228c87cfe" providerId="ADAL" clId="{EE377BC1-51CD-4172-B9B2-89E9653565B6}" dt="2024-06-05T09:29:22.432" v="1237" actId="1038"/>
          <ac:spMkLst>
            <pc:docMk/>
            <pc:sldMk cId="924208842" sldId="406"/>
            <ac:spMk id="4" creationId="{B45000A2-2158-8858-BBAD-EC6457F71169}"/>
          </ac:spMkLst>
        </pc:spChg>
        <pc:spChg chg="add mod">
          <ac:chgData name="Pablo Bernabeu" userId="22488759-3eb8-4542-8dbd-b58228c87cfe" providerId="ADAL" clId="{EE377BC1-51CD-4172-B9B2-89E9653565B6}" dt="2024-06-05T08:43:25.012" v="770" actId="1036"/>
          <ac:spMkLst>
            <pc:docMk/>
            <pc:sldMk cId="924208842" sldId="406"/>
            <ac:spMk id="6" creationId="{1935C7C5-29A6-E4B7-B4AC-47B4EDCE5DD8}"/>
          </ac:spMkLst>
        </pc:spChg>
        <pc:picChg chg="add mod">
          <ac:chgData name="Pablo Bernabeu" userId="22488759-3eb8-4542-8dbd-b58228c87cfe" providerId="ADAL" clId="{EE377BC1-51CD-4172-B9B2-89E9653565B6}" dt="2024-06-05T08:36:01.321" v="416" actId="1076"/>
          <ac:picMkLst>
            <pc:docMk/>
            <pc:sldMk cId="924208842" sldId="406"/>
            <ac:picMk id="5" creationId="{13CF94FA-BEA3-5AF0-0110-7306B41AB31B}"/>
          </ac:picMkLst>
        </pc:picChg>
      </pc:sldChg>
      <pc:sldChg chg="del">
        <pc:chgData name="Pablo Bernabeu" userId="22488759-3eb8-4542-8dbd-b58228c87cfe" providerId="ADAL" clId="{EE377BC1-51CD-4172-B9B2-89E9653565B6}" dt="2024-06-04T15:20:14.955" v="314" actId="47"/>
        <pc:sldMkLst>
          <pc:docMk/>
          <pc:sldMk cId="3839267814" sldId="406"/>
        </pc:sldMkLst>
      </pc:sldChg>
      <pc:sldChg chg="addSp delSp modSp new mod setBg">
        <pc:chgData name="Pablo Bernabeu" userId="22488759-3eb8-4542-8dbd-b58228c87cfe" providerId="ADAL" clId="{EE377BC1-51CD-4172-B9B2-89E9653565B6}" dt="2024-06-05T09:29:15.650" v="1216" actId="1038"/>
        <pc:sldMkLst>
          <pc:docMk/>
          <pc:sldMk cId="1533829466" sldId="407"/>
        </pc:sldMkLst>
        <pc:spChg chg="del">
          <ac:chgData name="Pablo Bernabeu" userId="22488759-3eb8-4542-8dbd-b58228c87cfe" providerId="ADAL" clId="{EE377BC1-51CD-4172-B9B2-89E9653565B6}" dt="2024-06-05T08:31:23.874" v="347" actId="26606"/>
          <ac:spMkLst>
            <pc:docMk/>
            <pc:sldMk cId="1533829466" sldId="407"/>
            <ac:spMk id="2" creationId="{D179EDF5-151F-8AF0-8598-C4EDC912CFFE}"/>
          </ac:spMkLst>
        </pc:spChg>
        <pc:spChg chg="del">
          <ac:chgData name="Pablo Bernabeu" userId="22488759-3eb8-4542-8dbd-b58228c87cfe" providerId="ADAL" clId="{EE377BC1-51CD-4172-B9B2-89E9653565B6}" dt="2024-06-05T08:31:23.874" v="347" actId="26606"/>
          <ac:spMkLst>
            <pc:docMk/>
            <pc:sldMk cId="1533829466" sldId="407"/>
            <ac:spMk id="3" creationId="{15DFC365-A220-DAF2-682C-3C1820F993B1}"/>
          </ac:spMkLst>
        </pc:spChg>
        <pc:spChg chg="mod ord">
          <ac:chgData name="Pablo Bernabeu" userId="22488759-3eb8-4542-8dbd-b58228c87cfe" providerId="ADAL" clId="{EE377BC1-51CD-4172-B9B2-89E9653565B6}" dt="2024-06-05T09:29:15.650" v="1216" actId="1038"/>
          <ac:spMkLst>
            <pc:docMk/>
            <pc:sldMk cId="1533829466" sldId="407"/>
            <ac:spMk id="4" creationId="{C95B8084-40DD-1A0D-B789-F5BD83869D95}"/>
          </ac:spMkLst>
        </pc:spChg>
        <pc:spChg chg="add mod">
          <ac:chgData name="Pablo Bernabeu" userId="22488759-3eb8-4542-8dbd-b58228c87cfe" providerId="ADAL" clId="{EE377BC1-51CD-4172-B9B2-89E9653565B6}" dt="2024-06-05T08:43:18.297" v="768" actId="1036"/>
          <ac:spMkLst>
            <pc:docMk/>
            <pc:sldMk cId="1533829466" sldId="407"/>
            <ac:spMk id="6" creationId="{70F27BB7-01B1-34FD-0787-51E580AC0016}"/>
          </ac:spMkLst>
        </pc:spChg>
        <pc:picChg chg="add mod">
          <ac:chgData name="Pablo Bernabeu" userId="22488759-3eb8-4542-8dbd-b58228c87cfe" providerId="ADAL" clId="{EE377BC1-51CD-4172-B9B2-89E9653565B6}" dt="2024-06-05T08:36:16.150" v="419" actId="1076"/>
          <ac:picMkLst>
            <pc:docMk/>
            <pc:sldMk cId="1533829466" sldId="407"/>
            <ac:picMk id="5" creationId="{ADEC0BA9-7A7A-2073-56F4-829D5DA0C6AD}"/>
          </ac:picMkLst>
        </pc:picChg>
      </pc:sldChg>
      <pc:sldChg chg="addSp delSp modSp new mod setBg">
        <pc:chgData name="Pablo Bernabeu" userId="22488759-3eb8-4542-8dbd-b58228c87cfe" providerId="ADAL" clId="{EE377BC1-51CD-4172-B9B2-89E9653565B6}" dt="2024-06-05T09:29:08.173" v="1194" actId="1038"/>
        <pc:sldMkLst>
          <pc:docMk/>
          <pc:sldMk cId="3957970798" sldId="408"/>
        </pc:sldMkLst>
        <pc:spChg chg="del">
          <ac:chgData name="Pablo Bernabeu" userId="22488759-3eb8-4542-8dbd-b58228c87cfe" providerId="ADAL" clId="{EE377BC1-51CD-4172-B9B2-89E9653565B6}" dt="2024-06-05T08:31:37.616" v="349" actId="26606"/>
          <ac:spMkLst>
            <pc:docMk/>
            <pc:sldMk cId="3957970798" sldId="408"/>
            <ac:spMk id="2" creationId="{70F737E3-1D7F-B8B3-889B-0078B93517DF}"/>
          </ac:spMkLst>
        </pc:spChg>
        <pc:spChg chg="del">
          <ac:chgData name="Pablo Bernabeu" userId="22488759-3eb8-4542-8dbd-b58228c87cfe" providerId="ADAL" clId="{EE377BC1-51CD-4172-B9B2-89E9653565B6}" dt="2024-06-05T08:31:37.616" v="349" actId="26606"/>
          <ac:spMkLst>
            <pc:docMk/>
            <pc:sldMk cId="3957970798" sldId="408"/>
            <ac:spMk id="3" creationId="{CFD5FEA8-299B-4201-17C5-82E8D5EAE784}"/>
          </ac:spMkLst>
        </pc:spChg>
        <pc:spChg chg="mod ord">
          <ac:chgData name="Pablo Bernabeu" userId="22488759-3eb8-4542-8dbd-b58228c87cfe" providerId="ADAL" clId="{EE377BC1-51CD-4172-B9B2-89E9653565B6}" dt="2024-06-05T09:29:08.173" v="1194" actId="1038"/>
          <ac:spMkLst>
            <pc:docMk/>
            <pc:sldMk cId="3957970798" sldId="408"/>
            <ac:spMk id="4" creationId="{DEC3D47A-900A-A522-E277-815E4E9437BF}"/>
          </ac:spMkLst>
        </pc:spChg>
        <pc:spChg chg="add mod">
          <ac:chgData name="Pablo Bernabeu" userId="22488759-3eb8-4542-8dbd-b58228c87cfe" providerId="ADAL" clId="{EE377BC1-51CD-4172-B9B2-89E9653565B6}" dt="2024-06-05T08:42:27.941" v="623" actId="1037"/>
          <ac:spMkLst>
            <pc:docMk/>
            <pc:sldMk cId="3957970798" sldId="408"/>
            <ac:spMk id="6" creationId="{A9750DE0-9E6F-1829-D2D7-1063715F6D88}"/>
          </ac:spMkLst>
        </pc:spChg>
        <pc:picChg chg="add mod">
          <ac:chgData name="Pablo Bernabeu" userId="22488759-3eb8-4542-8dbd-b58228c87cfe" providerId="ADAL" clId="{EE377BC1-51CD-4172-B9B2-89E9653565B6}" dt="2024-06-05T08:36:30.041" v="421" actId="1076"/>
          <ac:picMkLst>
            <pc:docMk/>
            <pc:sldMk cId="3957970798" sldId="408"/>
            <ac:picMk id="5" creationId="{D757DC1F-6EC6-1896-0394-E8E6C6E840CA}"/>
          </ac:picMkLst>
        </pc:picChg>
      </pc:sldChg>
      <pc:sldChg chg="modSp new mod">
        <pc:chgData name="Pablo Bernabeu" userId="22488759-3eb8-4542-8dbd-b58228c87cfe" providerId="ADAL" clId="{EE377BC1-51CD-4172-B9B2-89E9653565B6}" dt="2024-06-05T09:14:42.579" v="928" actId="113"/>
        <pc:sldMkLst>
          <pc:docMk/>
          <pc:sldMk cId="3127946996" sldId="409"/>
        </pc:sldMkLst>
        <pc:spChg chg="mod">
          <ac:chgData name="Pablo Bernabeu" userId="22488759-3eb8-4542-8dbd-b58228c87cfe" providerId="ADAL" clId="{EE377BC1-51CD-4172-B9B2-89E9653565B6}" dt="2024-06-05T09:14:42.579" v="928" actId="113"/>
          <ac:spMkLst>
            <pc:docMk/>
            <pc:sldMk cId="3127946996" sldId="409"/>
            <ac:spMk id="2" creationId="{90CB95BA-DCF5-3685-5706-5C3D7A6336C0}"/>
          </ac:spMkLst>
        </pc:spChg>
        <pc:spChg chg="mod">
          <ac:chgData name="Pablo Bernabeu" userId="22488759-3eb8-4542-8dbd-b58228c87cfe" providerId="ADAL" clId="{EE377BC1-51CD-4172-B9B2-89E9653565B6}" dt="2024-06-05T08:40:45.756" v="545" actId="14100"/>
          <ac:spMkLst>
            <pc:docMk/>
            <pc:sldMk cId="3127946996" sldId="409"/>
            <ac:spMk id="3" creationId="{B872E1A1-7C0E-4C19-2AD3-C60BDC51F4B1}"/>
          </ac:spMkLst>
        </pc:spChg>
      </pc:sldChg>
      <pc:sldChg chg="addSp delSp modSp new mod setBg">
        <pc:chgData name="Pablo Bernabeu" userId="22488759-3eb8-4542-8dbd-b58228c87cfe" providerId="ADAL" clId="{EE377BC1-51CD-4172-B9B2-89E9653565B6}" dt="2024-06-05T09:28:58.719" v="1168" actId="1037"/>
        <pc:sldMkLst>
          <pc:docMk/>
          <pc:sldMk cId="1716391770" sldId="410"/>
        </pc:sldMkLst>
        <pc:spChg chg="del">
          <ac:chgData name="Pablo Bernabeu" userId="22488759-3eb8-4542-8dbd-b58228c87cfe" providerId="ADAL" clId="{EE377BC1-51CD-4172-B9B2-89E9653565B6}" dt="2024-06-05T08:35:33.579" v="410" actId="26606"/>
          <ac:spMkLst>
            <pc:docMk/>
            <pc:sldMk cId="1716391770" sldId="410"/>
            <ac:spMk id="2" creationId="{1D9CAED1-4C8D-2C13-1BF5-5942040718F4}"/>
          </ac:spMkLst>
        </pc:spChg>
        <pc:spChg chg="del">
          <ac:chgData name="Pablo Bernabeu" userId="22488759-3eb8-4542-8dbd-b58228c87cfe" providerId="ADAL" clId="{EE377BC1-51CD-4172-B9B2-89E9653565B6}" dt="2024-06-05T08:35:29.357" v="407" actId="931"/>
          <ac:spMkLst>
            <pc:docMk/>
            <pc:sldMk cId="1716391770" sldId="410"/>
            <ac:spMk id="3" creationId="{744000F7-263C-D33F-252A-CD3186549F57}"/>
          </ac:spMkLst>
        </pc:spChg>
        <pc:spChg chg="mod">
          <ac:chgData name="Pablo Bernabeu" userId="22488759-3eb8-4542-8dbd-b58228c87cfe" providerId="ADAL" clId="{EE377BC1-51CD-4172-B9B2-89E9653565B6}" dt="2024-06-05T09:28:58.719" v="1168" actId="1037"/>
          <ac:spMkLst>
            <pc:docMk/>
            <pc:sldMk cId="1716391770" sldId="410"/>
            <ac:spMk id="4" creationId="{99B9F1A1-B56F-8673-F387-158A4D5DDC74}"/>
          </ac:spMkLst>
        </pc:spChg>
        <pc:picChg chg="add mod">
          <ac:chgData name="Pablo Bernabeu" userId="22488759-3eb8-4542-8dbd-b58228c87cfe" providerId="ADAL" clId="{EE377BC1-51CD-4172-B9B2-89E9653565B6}" dt="2024-06-05T08:35:45.531" v="414" actId="1036"/>
          <ac:picMkLst>
            <pc:docMk/>
            <pc:sldMk cId="1716391770" sldId="410"/>
            <ac:picMk id="6" creationId="{2AE60632-1964-B179-464C-6CB00E74C23E}"/>
          </ac:picMkLst>
        </pc:picChg>
      </pc:sldChg>
      <pc:sldChg chg="delSp modSp new mod">
        <pc:chgData name="Pablo Bernabeu" userId="22488759-3eb8-4542-8dbd-b58228c87cfe" providerId="ADAL" clId="{EE377BC1-51CD-4172-B9B2-89E9653565B6}" dt="2024-06-05T09:28:44.568" v="1142" actId="1036"/>
        <pc:sldMkLst>
          <pc:docMk/>
          <pc:sldMk cId="86974183" sldId="411"/>
        </pc:sldMkLst>
        <pc:spChg chg="del">
          <ac:chgData name="Pablo Bernabeu" userId="22488759-3eb8-4542-8dbd-b58228c87cfe" providerId="ADAL" clId="{EE377BC1-51CD-4172-B9B2-89E9653565B6}" dt="2024-06-05T08:51:20.079" v="774" actId="478"/>
          <ac:spMkLst>
            <pc:docMk/>
            <pc:sldMk cId="86974183" sldId="411"/>
            <ac:spMk id="2" creationId="{BFE693B4-F1EB-0A2A-0236-DBB6B9FC8881}"/>
          </ac:spMkLst>
        </pc:spChg>
        <pc:spChg chg="mod">
          <ac:chgData name="Pablo Bernabeu" userId="22488759-3eb8-4542-8dbd-b58228c87cfe" providerId="ADAL" clId="{EE377BC1-51CD-4172-B9B2-89E9653565B6}" dt="2024-06-05T09:28:39.548" v="1132" actId="1035"/>
          <ac:spMkLst>
            <pc:docMk/>
            <pc:sldMk cId="86974183" sldId="411"/>
            <ac:spMk id="3" creationId="{9F387D03-897C-6A90-997A-B7841519D57C}"/>
          </ac:spMkLst>
        </pc:spChg>
        <pc:spChg chg="mod">
          <ac:chgData name="Pablo Bernabeu" userId="22488759-3eb8-4542-8dbd-b58228c87cfe" providerId="ADAL" clId="{EE377BC1-51CD-4172-B9B2-89E9653565B6}" dt="2024-06-05T09:28:44.568" v="1142" actId="1036"/>
          <ac:spMkLst>
            <pc:docMk/>
            <pc:sldMk cId="86974183" sldId="411"/>
            <ac:spMk id="4" creationId="{156EA537-912A-C7CB-F578-99C8EB9C701A}"/>
          </ac:spMkLst>
        </pc:spChg>
      </pc:sldChg>
    </pc:docChg>
  </pc:docChgLst>
  <pc:docChgLst>
    <pc:chgData name="Pablo Bernabeu" userId="22488759-3eb8-4542-8dbd-b58228c87cfe" providerId="ADAL" clId="{53260528-CA33-4041-8199-6A76ED4F42E3}"/>
    <pc:docChg chg="undo custSel addSld modSld sldOrd">
      <pc:chgData name="Pablo Bernabeu" userId="22488759-3eb8-4542-8dbd-b58228c87cfe" providerId="ADAL" clId="{53260528-CA33-4041-8199-6A76ED4F42E3}" dt="2024-06-04T09:53:34.471" v="345" actId="20577"/>
      <pc:docMkLst>
        <pc:docMk/>
      </pc:docMkLst>
      <pc:sldChg chg="modSp mod">
        <pc:chgData name="Pablo Bernabeu" userId="22488759-3eb8-4542-8dbd-b58228c87cfe" providerId="ADAL" clId="{53260528-CA33-4041-8199-6A76ED4F42E3}" dt="2024-06-04T09:10:41.067" v="168" actId="1035"/>
        <pc:sldMkLst>
          <pc:docMk/>
          <pc:sldMk cId="351833529" sldId="329"/>
        </pc:sldMkLst>
        <pc:spChg chg="mod">
          <ac:chgData name="Pablo Bernabeu" userId="22488759-3eb8-4542-8dbd-b58228c87cfe" providerId="ADAL" clId="{53260528-CA33-4041-8199-6A76ED4F42E3}" dt="2024-06-04T09:10:41.067" v="168" actId="1035"/>
          <ac:spMkLst>
            <pc:docMk/>
            <pc:sldMk cId="351833529" sldId="329"/>
            <ac:spMk id="8" creationId="{8E2FEC19-2C48-BD27-BADD-1C6492C2D33D}"/>
          </ac:spMkLst>
        </pc:spChg>
      </pc:sldChg>
      <pc:sldChg chg="modSp mod">
        <pc:chgData name="Pablo Bernabeu" userId="22488759-3eb8-4542-8dbd-b58228c87cfe" providerId="ADAL" clId="{53260528-CA33-4041-8199-6A76ED4F42E3}" dt="2024-06-04T09:08:28.478" v="163" actId="1037"/>
        <pc:sldMkLst>
          <pc:docMk/>
          <pc:sldMk cId="1809670141" sldId="386"/>
        </pc:sldMkLst>
        <pc:graphicFrameChg chg="modGraphic">
          <ac:chgData name="Pablo Bernabeu" userId="22488759-3eb8-4542-8dbd-b58228c87cfe" providerId="ADAL" clId="{53260528-CA33-4041-8199-6A76ED4F42E3}" dt="2024-06-04T09:08:02.429" v="145" actId="404"/>
          <ac:graphicFrameMkLst>
            <pc:docMk/>
            <pc:sldMk cId="1809670141" sldId="386"/>
            <ac:graphicFrameMk id="5" creationId="{B9EF8B59-A141-CF38-CBED-B10617922639}"/>
          </ac:graphicFrameMkLst>
        </pc:graphicFrameChg>
        <pc:picChg chg="mod">
          <ac:chgData name="Pablo Bernabeu" userId="22488759-3eb8-4542-8dbd-b58228c87cfe" providerId="ADAL" clId="{53260528-CA33-4041-8199-6A76ED4F42E3}" dt="2024-06-04T09:08:28.478" v="163" actId="1037"/>
          <ac:picMkLst>
            <pc:docMk/>
            <pc:sldMk cId="1809670141" sldId="386"/>
            <ac:picMk id="18" creationId="{774CD6D8-CD2D-ABBE-1A82-4389A4DCAC58}"/>
          </ac:picMkLst>
        </pc:picChg>
      </pc:sldChg>
      <pc:sldChg chg="modSp mod">
        <pc:chgData name="Pablo Bernabeu" userId="22488759-3eb8-4542-8dbd-b58228c87cfe" providerId="ADAL" clId="{53260528-CA33-4041-8199-6A76ED4F42E3}" dt="2024-06-04T09:31:46.454" v="207"/>
        <pc:sldMkLst>
          <pc:docMk/>
          <pc:sldMk cId="3434226429" sldId="391"/>
        </pc:sldMkLst>
        <pc:spChg chg="mod">
          <ac:chgData name="Pablo Bernabeu" userId="22488759-3eb8-4542-8dbd-b58228c87cfe" providerId="ADAL" clId="{53260528-CA33-4041-8199-6A76ED4F42E3}" dt="2024-06-04T09:31:46.454" v="207"/>
          <ac:spMkLst>
            <pc:docMk/>
            <pc:sldMk cId="3434226429" sldId="391"/>
            <ac:spMk id="3" creationId="{87C29B66-BF99-0310-74FF-14C63D04C2AE}"/>
          </ac:spMkLst>
        </pc:spChg>
      </pc:sldChg>
      <pc:sldChg chg="modSp mod">
        <pc:chgData name="Pablo Bernabeu" userId="22488759-3eb8-4542-8dbd-b58228c87cfe" providerId="ADAL" clId="{53260528-CA33-4041-8199-6A76ED4F42E3}" dt="2024-06-04T09:31:52.055" v="208"/>
        <pc:sldMkLst>
          <pc:docMk/>
          <pc:sldMk cId="3977916788" sldId="392"/>
        </pc:sldMkLst>
        <pc:spChg chg="mod">
          <ac:chgData name="Pablo Bernabeu" userId="22488759-3eb8-4542-8dbd-b58228c87cfe" providerId="ADAL" clId="{53260528-CA33-4041-8199-6A76ED4F42E3}" dt="2024-06-04T09:31:52.055" v="208"/>
          <ac:spMkLst>
            <pc:docMk/>
            <pc:sldMk cId="3977916788" sldId="392"/>
            <ac:spMk id="3" creationId="{87C29B66-BF99-0310-74FF-14C63D04C2AE}"/>
          </ac:spMkLst>
        </pc:spChg>
      </pc:sldChg>
      <pc:sldChg chg="modSp mod">
        <pc:chgData name="Pablo Bernabeu" userId="22488759-3eb8-4542-8dbd-b58228c87cfe" providerId="ADAL" clId="{53260528-CA33-4041-8199-6A76ED4F42E3}" dt="2024-06-04T09:31:55.470" v="209"/>
        <pc:sldMkLst>
          <pc:docMk/>
          <pc:sldMk cId="643936530" sldId="393"/>
        </pc:sldMkLst>
        <pc:spChg chg="mod">
          <ac:chgData name="Pablo Bernabeu" userId="22488759-3eb8-4542-8dbd-b58228c87cfe" providerId="ADAL" clId="{53260528-CA33-4041-8199-6A76ED4F42E3}" dt="2024-06-04T09:31:55.470" v="209"/>
          <ac:spMkLst>
            <pc:docMk/>
            <pc:sldMk cId="643936530" sldId="393"/>
            <ac:spMk id="3" creationId="{87C29B66-BF99-0310-74FF-14C63D04C2AE}"/>
          </ac:spMkLst>
        </pc:spChg>
      </pc:sldChg>
      <pc:sldChg chg="modSp mod">
        <pc:chgData name="Pablo Bernabeu" userId="22488759-3eb8-4542-8dbd-b58228c87cfe" providerId="ADAL" clId="{53260528-CA33-4041-8199-6A76ED4F42E3}" dt="2024-06-04T09:31:58.428" v="210"/>
        <pc:sldMkLst>
          <pc:docMk/>
          <pc:sldMk cId="3746251118" sldId="394"/>
        </pc:sldMkLst>
        <pc:spChg chg="mod">
          <ac:chgData name="Pablo Bernabeu" userId="22488759-3eb8-4542-8dbd-b58228c87cfe" providerId="ADAL" clId="{53260528-CA33-4041-8199-6A76ED4F42E3}" dt="2024-06-04T09:31:58.428" v="210"/>
          <ac:spMkLst>
            <pc:docMk/>
            <pc:sldMk cId="3746251118" sldId="394"/>
            <ac:spMk id="3" creationId="{87C29B66-BF99-0310-74FF-14C63D04C2AE}"/>
          </ac:spMkLst>
        </pc:spChg>
      </pc:sldChg>
      <pc:sldChg chg="modSp mod">
        <pc:chgData name="Pablo Bernabeu" userId="22488759-3eb8-4542-8dbd-b58228c87cfe" providerId="ADAL" clId="{53260528-CA33-4041-8199-6A76ED4F42E3}" dt="2024-06-04T09:32:01.641" v="211"/>
        <pc:sldMkLst>
          <pc:docMk/>
          <pc:sldMk cId="1857782304" sldId="395"/>
        </pc:sldMkLst>
        <pc:spChg chg="mod">
          <ac:chgData name="Pablo Bernabeu" userId="22488759-3eb8-4542-8dbd-b58228c87cfe" providerId="ADAL" clId="{53260528-CA33-4041-8199-6A76ED4F42E3}" dt="2024-06-04T09:32:01.641" v="211"/>
          <ac:spMkLst>
            <pc:docMk/>
            <pc:sldMk cId="1857782304" sldId="395"/>
            <ac:spMk id="3" creationId="{87C29B66-BF99-0310-74FF-14C63D04C2AE}"/>
          </ac:spMkLst>
        </pc:spChg>
      </pc:sldChg>
      <pc:sldChg chg="modSp mod">
        <pc:chgData name="Pablo Bernabeu" userId="22488759-3eb8-4542-8dbd-b58228c87cfe" providerId="ADAL" clId="{53260528-CA33-4041-8199-6A76ED4F42E3}" dt="2024-06-04T09:32:06.094" v="212"/>
        <pc:sldMkLst>
          <pc:docMk/>
          <pc:sldMk cId="1584174243" sldId="396"/>
        </pc:sldMkLst>
        <pc:spChg chg="mod">
          <ac:chgData name="Pablo Bernabeu" userId="22488759-3eb8-4542-8dbd-b58228c87cfe" providerId="ADAL" clId="{53260528-CA33-4041-8199-6A76ED4F42E3}" dt="2024-06-04T09:32:06.094" v="212"/>
          <ac:spMkLst>
            <pc:docMk/>
            <pc:sldMk cId="1584174243" sldId="396"/>
            <ac:spMk id="3" creationId="{87C29B66-BF99-0310-74FF-14C63D04C2AE}"/>
          </ac:spMkLst>
        </pc:spChg>
      </pc:sldChg>
      <pc:sldChg chg="modSp mod">
        <pc:chgData name="Pablo Bernabeu" userId="22488759-3eb8-4542-8dbd-b58228c87cfe" providerId="ADAL" clId="{53260528-CA33-4041-8199-6A76ED4F42E3}" dt="2024-06-04T09:31:33.730" v="205" actId="20577"/>
        <pc:sldMkLst>
          <pc:docMk/>
          <pc:sldMk cId="2121060319" sldId="398"/>
        </pc:sldMkLst>
        <pc:spChg chg="mod">
          <ac:chgData name="Pablo Bernabeu" userId="22488759-3eb8-4542-8dbd-b58228c87cfe" providerId="ADAL" clId="{53260528-CA33-4041-8199-6A76ED4F42E3}" dt="2024-06-04T09:31:33.730" v="205" actId="20577"/>
          <ac:spMkLst>
            <pc:docMk/>
            <pc:sldMk cId="2121060319" sldId="398"/>
            <ac:spMk id="3" creationId="{87C29B66-BF99-0310-74FF-14C63D04C2AE}"/>
          </ac:spMkLst>
        </pc:spChg>
      </pc:sldChg>
      <pc:sldChg chg="addSp delSp modSp new mod ord">
        <pc:chgData name="Pablo Bernabeu" userId="22488759-3eb8-4542-8dbd-b58228c87cfe" providerId="ADAL" clId="{53260528-CA33-4041-8199-6A76ED4F42E3}" dt="2024-06-04T09:51:21.657" v="236" actId="962"/>
        <pc:sldMkLst>
          <pc:docMk/>
          <pc:sldMk cId="436940000" sldId="405"/>
        </pc:sldMkLst>
        <pc:spChg chg="del">
          <ac:chgData name="Pablo Bernabeu" userId="22488759-3eb8-4542-8dbd-b58228c87cfe" providerId="ADAL" clId="{53260528-CA33-4041-8199-6A76ED4F42E3}" dt="2024-06-04T09:47:30.584" v="227" actId="478"/>
          <ac:spMkLst>
            <pc:docMk/>
            <pc:sldMk cId="436940000" sldId="405"/>
            <ac:spMk id="2" creationId="{A41511D0-E5B9-8156-FE41-3E898A4BD64A}"/>
          </ac:spMkLst>
        </pc:spChg>
        <pc:spChg chg="del">
          <ac:chgData name="Pablo Bernabeu" userId="22488759-3eb8-4542-8dbd-b58228c87cfe" providerId="ADAL" clId="{53260528-CA33-4041-8199-6A76ED4F42E3}" dt="2024-06-04T09:21:41.236" v="172" actId="931"/>
          <ac:spMkLst>
            <pc:docMk/>
            <pc:sldMk cId="436940000" sldId="405"/>
            <ac:spMk id="3" creationId="{0E88F53B-9787-105E-040A-8669D1EAFA18}"/>
          </ac:spMkLst>
        </pc:spChg>
        <pc:spChg chg="add del mod">
          <ac:chgData name="Pablo Bernabeu" userId="22488759-3eb8-4542-8dbd-b58228c87cfe" providerId="ADAL" clId="{53260528-CA33-4041-8199-6A76ED4F42E3}" dt="2024-06-04T09:50:52.102" v="233" actId="478"/>
          <ac:spMkLst>
            <pc:docMk/>
            <pc:sldMk cId="436940000" sldId="405"/>
            <ac:spMk id="3" creationId="{A40FEFC8-9FDF-F249-A7D4-B4EFE831FFC0}"/>
          </ac:spMkLst>
        </pc:spChg>
        <pc:spChg chg="add del">
          <ac:chgData name="Pablo Bernabeu" userId="22488759-3eb8-4542-8dbd-b58228c87cfe" providerId="ADAL" clId="{53260528-CA33-4041-8199-6A76ED4F42E3}" dt="2024-06-04T09:21:20.184" v="171" actId="22"/>
          <ac:spMkLst>
            <pc:docMk/>
            <pc:sldMk cId="436940000" sldId="405"/>
            <ac:spMk id="6" creationId="{43D379DA-41D7-FBC7-E1C7-DD19448FFAA8}"/>
          </ac:spMkLst>
        </pc:spChg>
        <pc:spChg chg="add del mod">
          <ac:chgData name="Pablo Bernabeu" userId="22488759-3eb8-4542-8dbd-b58228c87cfe" providerId="ADAL" clId="{53260528-CA33-4041-8199-6A76ED4F42E3}" dt="2024-06-04T09:46:59.746" v="214" actId="931"/>
          <ac:spMkLst>
            <pc:docMk/>
            <pc:sldMk cId="436940000" sldId="405"/>
            <ac:spMk id="10" creationId="{DB693932-9297-DF69-1C02-EADB75F05829}"/>
          </ac:spMkLst>
        </pc:spChg>
        <pc:picChg chg="add mod">
          <ac:chgData name="Pablo Bernabeu" userId="22488759-3eb8-4542-8dbd-b58228c87cfe" providerId="ADAL" clId="{53260528-CA33-4041-8199-6A76ED4F42E3}" dt="2024-06-04T09:51:21.657" v="236" actId="962"/>
          <ac:picMkLst>
            <pc:docMk/>
            <pc:sldMk cId="436940000" sldId="405"/>
            <ac:picMk id="6" creationId="{C565F00A-ECE1-5F35-4DAD-B252D90F4187}"/>
          </ac:picMkLst>
        </pc:picChg>
        <pc:picChg chg="add del mod">
          <ac:chgData name="Pablo Bernabeu" userId="22488759-3eb8-4542-8dbd-b58228c87cfe" providerId="ADAL" clId="{53260528-CA33-4041-8199-6A76ED4F42E3}" dt="2024-06-04T09:46:45.091" v="213" actId="478"/>
          <ac:picMkLst>
            <pc:docMk/>
            <pc:sldMk cId="436940000" sldId="405"/>
            <ac:picMk id="8" creationId="{D70FECEC-26B2-49FA-9E84-2ACC90583C26}"/>
          </ac:picMkLst>
        </pc:picChg>
        <pc:picChg chg="add del mod">
          <ac:chgData name="Pablo Bernabeu" userId="22488759-3eb8-4542-8dbd-b58228c87cfe" providerId="ADAL" clId="{53260528-CA33-4041-8199-6A76ED4F42E3}" dt="2024-06-04T09:50:47.636" v="232" actId="478"/>
          <ac:picMkLst>
            <pc:docMk/>
            <pc:sldMk cId="436940000" sldId="405"/>
            <ac:picMk id="12" creationId="{10EA0253-B190-D81B-20B8-A38C26FC135D}"/>
          </ac:picMkLst>
        </pc:picChg>
      </pc:sldChg>
      <pc:sldChg chg="modSp new mod ord">
        <pc:chgData name="Pablo Bernabeu" userId="22488759-3eb8-4542-8dbd-b58228c87cfe" providerId="ADAL" clId="{53260528-CA33-4041-8199-6A76ED4F42E3}" dt="2024-06-04T09:53:34.471" v="345" actId="20577"/>
        <pc:sldMkLst>
          <pc:docMk/>
          <pc:sldMk cId="3839267814" sldId="406"/>
        </pc:sldMkLst>
        <pc:spChg chg="mod">
          <ac:chgData name="Pablo Bernabeu" userId="22488759-3eb8-4542-8dbd-b58228c87cfe" providerId="ADAL" clId="{53260528-CA33-4041-8199-6A76ED4F42E3}" dt="2024-06-04T09:53:34.471" v="345" actId="20577"/>
          <ac:spMkLst>
            <pc:docMk/>
            <pc:sldMk cId="3839267814" sldId="406"/>
            <ac:spMk id="2" creationId="{1B161862-59DF-205B-E80D-397937BBCA94}"/>
          </ac:spMkLst>
        </pc:spChg>
      </pc:sldChg>
    </pc:docChg>
  </pc:docChgLst>
  <pc:docChgLst>
    <pc:chgData name="Pablo Bernabeu" userId="22488759-3eb8-4542-8dbd-b58228c87cfe" providerId="ADAL" clId="{54B24385-43A8-4362-A15D-F566FDAA2557}"/>
    <pc:docChg chg="undo custSel modSld">
      <pc:chgData name="Pablo Bernabeu" userId="22488759-3eb8-4542-8dbd-b58228c87cfe" providerId="ADAL" clId="{54B24385-43A8-4362-A15D-F566FDAA2557}" dt="2024-07-05T12:43:17.199" v="446" actId="207"/>
      <pc:docMkLst>
        <pc:docMk/>
      </pc:docMkLst>
      <pc:sldChg chg="modSp mod">
        <pc:chgData name="Pablo Bernabeu" userId="22488759-3eb8-4542-8dbd-b58228c87cfe" providerId="ADAL" clId="{54B24385-43A8-4362-A15D-F566FDAA2557}" dt="2024-07-04T19:47:16.360" v="3"/>
        <pc:sldMkLst>
          <pc:docMk/>
          <pc:sldMk cId="3163526559" sldId="256"/>
        </pc:sldMkLst>
        <pc:spChg chg="mod">
          <ac:chgData name="Pablo Bernabeu" userId="22488759-3eb8-4542-8dbd-b58228c87cfe" providerId="ADAL" clId="{54B24385-43A8-4362-A15D-F566FDAA2557}" dt="2024-07-04T19:47:16.360" v="3"/>
          <ac:spMkLst>
            <pc:docMk/>
            <pc:sldMk cId="3163526559" sldId="256"/>
            <ac:spMk id="3" creationId="{0176E199-1D17-FADD-9B43-5735E8D0F435}"/>
          </ac:spMkLst>
        </pc:spChg>
      </pc:sldChg>
      <pc:sldChg chg="modSp mod">
        <pc:chgData name="Pablo Bernabeu" userId="22488759-3eb8-4542-8dbd-b58228c87cfe" providerId="ADAL" clId="{54B24385-43A8-4362-A15D-F566FDAA2557}" dt="2024-07-05T12:11:36.208" v="10" actId="20577"/>
        <pc:sldMkLst>
          <pc:docMk/>
          <pc:sldMk cId="1555509236" sldId="399"/>
        </pc:sldMkLst>
        <pc:spChg chg="mod">
          <ac:chgData name="Pablo Bernabeu" userId="22488759-3eb8-4542-8dbd-b58228c87cfe" providerId="ADAL" clId="{54B24385-43A8-4362-A15D-F566FDAA2557}" dt="2024-07-05T12:11:36.208" v="10" actId="20577"/>
          <ac:spMkLst>
            <pc:docMk/>
            <pc:sldMk cId="1555509236" sldId="399"/>
            <ac:spMk id="3" creationId="{C42177E8-8018-3082-34F1-C87A5A0869DE}"/>
          </ac:spMkLst>
        </pc:spChg>
      </pc:sldChg>
      <pc:sldChg chg="addSp modSp mod setBg">
        <pc:chgData name="Pablo Bernabeu" userId="22488759-3eb8-4542-8dbd-b58228c87cfe" providerId="ADAL" clId="{54B24385-43A8-4362-A15D-F566FDAA2557}" dt="2024-07-05T12:35:28.026" v="354" actId="1036"/>
        <pc:sldMkLst>
          <pc:docMk/>
          <pc:sldMk cId="2235010292" sldId="401"/>
        </pc:sldMkLst>
        <pc:spChg chg="mod">
          <ac:chgData name="Pablo Bernabeu" userId="22488759-3eb8-4542-8dbd-b58228c87cfe" providerId="ADAL" clId="{54B24385-43A8-4362-A15D-F566FDAA2557}" dt="2024-07-05T12:35:28.026" v="354" actId="1036"/>
          <ac:spMkLst>
            <pc:docMk/>
            <pc:sldMk cId="2235010292" sldId="401"/>
            <ac:spMk id="2" creationId="{57256D48-8A53-8AAB-90B9-949E84CE2AF0}"/>
          </ac:spMkLst>
        </pc:spChg>
        <pc:spChg chg="mod">
          <ac:chgData name="Pablo Bernabeu" userId="22488759-3eb8-4542-8dbd-b58228c87cfe" providerId="ADAL" clId="{54B24385-43A8-4362-A15D-F566FDAA2557}" dt="2024-07-05T12:35:28.026" v="354" actId="1036"/>
          <ac:spMkLst>
            <pc:docMk/>
            <pc:sldMk cId="2235010292" sldId="401"/>
            <ac:spMk id="3" creationId="{C42177E8-8018-3082-34F1-C87A5A0869DE}"/>
          </ac:spMkLst>
        </pc:spChg>
        <pc:spChg chg="mod">
          <ac:chgData name="Pablo Bernabeu" userId="22488759-3eb8-4542-8dbd-b58228c87cfe" providerId="ADAL" clId="{54B24385-43A8-4362-A15D-F566FDAA2557}" dt="2024-07-05T12:26:19.178" v="12" actId="26606"/>
          <ac:spMkLst>
            <pc:docMk/>
            <pc:sldMk cId="2235010292" sldId="401"/>
            <ac:spMk id="4" creationId="{33185B22-09EE-D884-006B-1B485150FEBD}"/>
          </ac:spMkLst>
        </pc:spChg>
        <pc:spChg chg="add">
          <ac:chgData name="Pablo Bernabeu" userId="22488759-3eb8-4542-8dbd-b58228c87cfe" providerId="ADAL" clId="{54B24385-43A8-4362-A15D-F566FDAA2557}" dt="2024-07-05T12:26:19.178" v="12" actId="26606"/>
          <ac:spMkLst>
            <pc:docMk/>
            <pc:sldMk cId="2235010292" sldId="401"/>
            <ac:spMk id="10" creationId="{D009D6D5-DAC2-4A8B-A17A-E206B9012D09}"/>
          </ac:spMkLst>
        </pc:spChg>
        <pc:picChg chg="add">
          <ac:chgData name="Pablo Bernabeu" userId="22488759-3eb8-4542-8dbd-b58228c87cfe" providerId="ADAL" clId="{54B24385-43A8-4362-A15D-F566FDAA2557}" dt="2024-07-05T12:26:19.178" v="12" actId="26606"/>
          <ac:picMkLst>
            <pc:docMk/>
            <pc:sldMk cId="2235010292" sldId="401"/>
            <ac:picMk id="6" creationId="{12A6CD07-59E0-20CC-E9C5-380AD60EC4AA}"/>
          </ac:picMkLst>
        </pc:picChg>
      </pc:sldChg>
      <pc:sldChg chg="addSp delSp modSp mod">
        <pc:chgData name="Pablo Bernabeu" userId="22488759-3eb8-4542-8dbd-b58228c87cfe" providerId="ADAL" clId="{54B24385-43A8-4362-A15D-F566FDAA2557}" dt="2024-07-05T12:43:17.199" v="446" actId="207"/>
        <pc:sldMkLst>
          <pc:docMk/>
          <pc:sldMk cId="3211009889" sldId="404"/>
        </pc:sldMkLst>
        <pc:spChg chg="add del">
          <ac:chgData name="Pablo Bernabeu" userId="22488759-3eb8-4542-8dbd-b58228c87cfe" providerId="ADAL" clId="{54B24385-43A8-4362-A15D-F566FDAA2557}" dt="2024-07-05T12:27:56.929" v="17" actId="26606"/>
          <ac:spMkLst>
            <pc:docMk/>
            <pc:sldMk cId="3211009889" sldId="404"/>
            <ac:spMk id="3" creationId="{C42177E8-8018-3082-34F1-C87A5A0869DE}"/>
          </ac:spMkLst>
        </pc:spChg>
        <pc:spChg chg="add mod ord">
          <ac:chgData name="Pablo Bernabeu" userId="22488759-3eb8-4542-8dbd-b58228c87cfe" providerId="ADAL" clId="{54B24385-43A8-4362-A15D-F566FDAA2557}" dt="2024-07-05T12:41:58.983" v="388" actId="1076"/>
          <ac:spMkLst>
            <pc:docMk/>
            <pc:sldMk cId="3211009889" sldId="404"/>
            <ac:spMk id="5" creationId="{06BD905F-8235-1A6F-FAF2-7BEA5CBEDD21}"/>
          </ac:spMkLst>
        </pc:spChg>
        <pc:spChg chg="add mod">
          <ac:chgData name="Pablo Bernabeu" userId="22488759-3eb8-4542-8dbd-b58228c87cfe" providerId="ADAL" clId="{54B24385-43A8-4362-A15D-F566FDAA2557}" dt="2024-07-05T12:30:46.392" v="38"/>
          <ac:spMkLst>
            <pc:docMk/>
            <pc:sldMk cId="3211009889" sldId="404"/>
            <ac:spMk id="9" creationId="{E5AF937C-74A3-AA1A-0753-1F362F98F159}"/>
          </ac:spMkLst>
        </pc:spChg>
        <pc:spChg chg="add mod">
          <ac:chgData name="Pablo Bernabeu" userId="22488759-3eb8-4542-8dbd-b58228c87cfe" providerId="ADAL" clId="{54B24385-43A8-4362-A15D-F566FDAA2557}" dt="2024-07-05T12:42:16.453" v="391" actId="1076"/>
          <ac:spMkLst>
            <pc:docMk/>
            <pc:sldMk cId="3211009889" sldId="404"/>
            <ac:spMk id="11" creationId="{75DBE7AE-A25E-1246-A103-DEC131479596}"/>
          </ac:spMkLst>
        </pc:spChg>
        <pc:spChg chg="add del mod">
          <ac:chgData name="Pablo Bernabeu" userId="22488759-3eb8-4542-8dbd-b58228c87cfe" providerId="ADAL" clId="{54B24385-43A8-4362-A15D-F566FDAA2557}" dt="2024-07-05T12:33:16.475" v="166" actId="478"/>
          <ac:spMkLst>
            <pc:docMk/>
            <pc:sldMk cId="3211009889" sldId="404"/>
            <ac:spMk id="12" creationId="{4872BBB5-19C5-596C-127B-F24E7E946FE5}"/>
          </ac:spMkLst>
        </pc:spChg>
        <pc:spChg chg="add mod">
          <ac:chgData name="Pablo Bernabeu" userId="22488759-3eb8-4542-8dbd-b58228c87cfe" providerId="ADAL" clId="{54B24385-43A8-4362-A15D-F566FDAA2557}" dt="2024-07-05T12:33:36.976" v="258" actId="1076"/>
          <ac:spMkLst>
            <pc:docMk/>
            <pc:sldMk cId="3211009889" sldId="404"/>
            <ac:spMk id="13" creationId="{8B7EB02C-171B-5F51-3951-3A159C267BEE}"/>
          </ac:spMkLst>
        </pc:spChg>
        <pc:spChg chg="add mod">
          <ac:chgData name="Pablo Bernabeu" userId="22488759-3eb8-4542-8dbd-b58228c87cfe" providerId="ADAL" clId="{54B24385-43A8-4362-A15D-F566FDAA2557}" dt="2024-07-05T12:33:36.976" v="258" actId="1076"/>
          <ac:spMkLst>
            <pc:docMk/>
            <pc:sldMk cId="3211009889" sldId="404"/>
            <ac:spMk id="14" creationId="{95A29323-6CAA-984F-F6CF-914365CA6BE1}"/>
          </ac:spMkLst>
        </pc:spChg>
        <pc:graphicFrameChg chg="add del">
          <ac:chgData name="Pablo Bernabeu" userId="22488759-3eb8-4542-8dbd-b58228c87cfe" providerId="ADAL" clId="{54B24385-43A8-4362-A15D-F566FDAA2557}" dt="2024-07-05T12:27:50.798" v="14" actId="26606"/>
          <ac:graphicFrameMkLst>
            <pc:docMk/>
            <pc:sldMk cId="3211009889" sldId="404"/>
            <ac:graphicFrameMk id="6" creationId="{F274656C-4C1F-B532-FA80-4B5D04683CCC}"/>
          </ac:graphicFrameMkLst>
        </pc:graphicFrameChg>
        <pc:graphicFrameChg chg="add mod">
          <ac:chgData name="Pablo Bernabeu" userId="22488759-3eb8-4542-8dbd-b58228c87cfe" providerId="ADAL" clId="{54B24385-43A8-4362-A15D-F566FDAA2557}" dt="2024-07-05T12:30:46.392" v="38"/>
          <ac:graphicFrameMkLst>
            <pc:docMk/>
            <pc:sldMk cId="3211009889" sldId="404"/>
            <ac:graphicFrameMk id="7" creationId="{4BEB889B-13E0-57BF-E9BD-F0B94B8F2924}"/>
          </ac:graphicFrameMkLst>
        </pc:graphicFrameChg>
        <pc:graphicFrameChg chg="add del">
          <ac:chgData name="Pablo Bernabeu" userId="22488759-3eb8-4542-8dbd-b58228c87cfe" providerId="ADAL" clId="{54B24385-43A8-4362-A15D-F566FDAA2557}" dt="2024-07-05T12:27:56.912" v="16" actId="26606"/>
          <ac:graphicFrameMkLst>
            <pc:docMk/>
            <pc:sldMk cId="3211009889" sldId="404"/>
            <ac:graphicFrameMk id="8" creationId="{34E131BC-49CB-BCB0-D6B3-690F4FBAD847}"/>
          </ac:graphicFrameMkLst>
        </pc:graphicFrameChg>
        <pc:graphicFrameChg chg="add mod">
          <ac:chgData name="Pablo Bernabeu" userId="22488759-3eb8-4542-8dbd-b58228c87cfe" providerId="ADAL" clId="{54B24385-43A8-4362-A15D-F566FDAA2557}" dt="2024-07-05T12:43:17.199" v="446" actId="207"/>
          <ac:graphicFrameMkLst>
            <pc:docMk/>
            <pc:sldMk cId="3211009889" sldId="404"/>
            <ac:graphicFrameMk id="10" creationId="{51A2B90C-57B1-ED7D-38A5-8D423BDA4308}"/>
          </ac:graphicFrameMkLst>
        </pc:graphicFrameChg>
      </pc:sldChg>
      <pc:sldChg chg="modSp">
        <pc:chgData name="Pablo Bernabeu" userId="22488759-3eb8-4542-8dbd-b58228c87cfe" providerId="ADAL" clId="{54B24385-43A8-4362-A15D-F566FDAA2557}" dt="2024-07-05T12:12:10.600" v="11" actId="14826"/>
        <pc:sldMkLst>
          <pc:docMk/>
          <pc:sldMk cId="1716391770" sldId="410"/>
        </pc:sldMkLst>
        <pc:picChg chg="mod">
          <ac:chgData name="Pablo Bernabeu" userId="22488759-3eb8-4542-8dbd-b58228c87cfe" providerId="ADAL" clId="{54B24385-43A8-4362-A15D-F566FDAA2557}" dt="2024-07-05T12:12:10.600" v="11" actId="14826"/>
          <ac:picMkLst>
            <pc:docMk/>
            <pc:sldMk cId="1716391770" sldId="410"/>
            <ac:picMk id="6" creationId="{2AE60632-1964-B179-464C-6CB00E74C23E}"/>
          </ac:picMkLst>
        </pc:picChg>
      </pc:sldChg>
    </pc:docChg>
  </pc:docChgLst>
  <pc:docChgLst>
    <pc:chgData name="Pablo Bernabeu" userId="22488759-3eb8-4542-8dbd-b58228c87cfe" providerId="ADAL" clId="{DA86D705-E999-416D-A141-16354A75C189}"/>
    <pc:docChg chg="undo redo custSel addSld delSld modSld sldOrd">
      <pc:chgData name="Pablo Bernabeu" userId="22488759-3eb8-4542-8dbd-b58228c87cfe" providerId="ADAL" clId="{DA86D705-E999-416D-A141-16354A75C189}" dt="2023-11-27T15:30:24.520" v="5527" actId="2165"/>
      <pc:docMkLst>
        <pc:docMk/>
      </pc:docMkLst>
      <pc:sldChg chg="addSp delSp modSp mod setBg">
        <pc:chgData name="Pablo Bernabeu" userId="22488759-3eb8-4542-8dbd-b58228c87cfe" providerId="ADAL" clId="{DA86D705-E999-416D-A141-16354A75C189}" dt="2023-11-26T22:27:52.745" v="4938" actId="1035"/>
        <pc:sldMkLst>
          <pc:docMk/>
          <pc:sldMk cId="3163526559" sldId="256"/>
        </pc:sldMkLst>
        <pc:spChg chg="mod">
          <ac:chgData name="Pablo Bernabeu" userId="22488759-3eb8-4542-8dbd-b58228c87cfe" providerId="ADAL" clId="{DA86D705-E999-416D-A141-16354A75C189}" dt="2023-11-26T21:23:32.501" v="2835" actId="26606"/>
          <ac:spMkLst>
            <pc:docMk/>
            <pc:sldMk cId="3163526559" sldId="256"/>
            <ac:spMk id="2" creationId="{D2ACF639-C0F6-31B6-8282-4FDE0F2BDB5D}"/>
          </ac:spMkLst>
        </pc:spChg>
        <pc:spChg chg="mod">
          <ac:chgData name="Pablo Bernabeu" userId="22488759-3eb8-4542-8dbd-b58228c87cfe" providerId="ADAL" clId="{DA86D705-E999-416D-A141-16354A75C189}" dt="2023-11-26T21:23:32.501" v="2835" actId="26606"/>
          <ac:spMkLst>
            <pc:docMk/>
            <pc:sldMk cId="3163526559" sldId="256"/>
            <ac:spMk id="3" creationId="{0176E199-1D17-FADD-9B43-5735E8D0F435}"/>
          </ac:spMkLst>
        </pc:spChg>
        <pc:spChg chg="add del">
          <ac:chgData name="Pablo Bernabeu" userId="22488759-3eb8-4542-8dbd-b58228c87cfe" providerId="ADAL" clId="{DA86D705-E999-416D-A141-16354A75C189}" dt="2023-11-26T21:23:32.501" v="2835" actId="26606"/>
          <ac:spMkLst>
            <pc:docMk/>
            <pc:sldMk cId="3163526559" sldId="256"/>
            <ac:spMk id="1033" creationId="{AF6CB648-9554-488A-B457-99CAAD1DA528}"/>
          </ac:spMkLst>
        </pc:spChg>
        <pc:spChg chg="add del">
          <ac:chgData name="Pablo Bernabeu" userId="22488759-3eb8-4542-8dbd-b58228c87cfe" providerId="ADAL" clId="{DA86D705-E999-416D-A141-16354A75C189}" dt="2023-11-26T21:23:32.501" v="2835" actId="26606"/>
          <ac:spMkLst>
            <pc:docMk/>
            <pc:sldMk cId="3163526559" sldId="256"/>
            <ac:spMk id="1035" creationId="{477B3D0A-9C0E-8E65-3091-732A717D34B0}"/>
          </ac:spMkLst>
        </pc:spChg>
        <pc:picChg chg="add mod ord">
          <ac:chgData name="Pablo Bernabeu" userId="22488759-3eb8-4542-8dbd-b58228c87cfe" providerId="ADAL" clId="{DA86D705-E999-416D-A141-16354A75C189}" dt="2023-11-26T22:27:52.745" v="4938" actId="1035"/>
          <ac:picMkLst>
            <pc:docMk/>
            <pc:sldMk cId="3163526559" sldId="256"/>
            <ac:picMk id="4" creationId="{D7A5BAF9-C4D7-9B08-6571-73D9E53FD849}"/>
          </ac:picMkLst>
        </pc:picChg>
        <pc:picChg chg="mod">
          <ac:chgData name="Pablo Bernabeu" userId="22488759-3eb8-4542-8dbd-b58228c87cfe" providerId="ADAL" clId="{DA86D705-E999-416D-A141-16354A75C189}" dt="2023-11-26T21:27:55.995" v="2953" actId="1038"/>
          <ac:picMkLst>
            <pc:docMk/>
            <pc:sldMk cId="3163526559" sldId="256"/>
            <ac:picMk id="1026" creationId="{5BC633DC-23D3-5650-AFD5-478ADC4A0868}"/>
          </ac:picMkLst>
        </pc:picChg>
        <pc:picChg chg="add mod">
          <ac:chgData name="Pablo Bernabeu" userId="22488759-3eb8-4542-8dbd-b58228c87cfe" providerId="ADAL" clId="{DA86D705-E999-416D-A141-16354A75C189}" dt="2023-11-26T21:27:12.072" v="2932" actId="1037"/>
          <ac:picMkLst>
            <pc:docMk/>
            <pc:sldMk cId="3163526559" sldId="256"/>
            <ac:picMk id="1028" creationId="{486C594D-E1CD-D6C6-DB0F-5D42485E2466}"/>
          </ac:picMkLst>
        </pc:picChg>
        <pc:picChg chg="add mod">
          <ac:chgData name="Pablo Bernabeu" userId="22488759-3eb8-4542-8dbd-b58228c87cfe" providerId="ADAL" clId="{DA86D705-E999-416D-A141-16354A75C189}" dt="2023-11-26T21:26:16.236" v="2904" actId="1076"/>
          <ac:picMkLst>
            <pc:docMk/>
            <pc:sldMk cId="3163526559" sldId="256"/>
            <ac:picMk id="1030" creationId="{52B4D971-A50E-3E32-DF05-A195C8EE76D0}"/>
          </ac:picMkLst>
        </pc:picChg>
      </pc:sldChg>
      <pc:sldChg chg="modSp mod ord">
        <pc:chgData name="Pablo Bernabeu" userId="22488759-3eb8-4542-8dbd-b58228c87cfe" providerId="ADAL" clId="{DA86D705-E999-416D-A141-16354A75C189}" dt="2023-11-26T22:20:13.361" v="4823" actId="20578"/>
        <pc:sldMkLst>
          <pc:docMk/>
          <pc:sldMk cId="4233196736" sldId="257"/>
        </pc:sldMkLst>
        <pc:spChg chg="mod">
          <ac:chgData name="Pablo Bernabeu" userId="22488759-3eb8-4542-8dbd-b58228c87cfe" providerId="ADAL" clId="{DA86D705-E999-416D-A141-16354A75C189}" dt="2023-11-02T11:10:31.035" v="61" actId="20577"/>
          <ac:spMkLst>
            <pc:docMk/>
            <pc:sldMk cId="4233196736" sldId="257"/>
            <ac:spMk id="2" creationId="{242F1163-4CAB-71E7-D359-47F0D2CA1A12}"/>
          </ac:spMkLst>
        </pc:spChg>
      </pc:sldChg>
      <pc:sldChg chg="modSp mod">
        <pc:chgData name="Pablo Bernabeu" userId="22488759-3eb8-4542-8dbd-b58228c87cfe" providerId="ADAL" clId="{DA86D705-E999-416D-A141-16354A75C189}" dt="2023-11-27T13:27:55.480" v="5506"/>
        <pc:sldMkLst>
          <pc:docMk/>
          <pc:sldMk cId="215557063" sldId="328"/>
        </pc:sldMkLst>
        <pc:spChg chg="mod">
          <ac:chgData name="Pablo Bernabeu" userId="22488759-3eb8-4542-8dbd-b58228c87cfe" providerId="ADAL" clId="{DA86D705-E999-416D-A141-16354A75C189}" dt="2023-11-27T13:27:55.480" v="5506"/>
          <ac:spMkLst>
            <pc:docMk/>
            <pc:sldMk cId="215557063" sldId="328"/>
            <ac:spMk id="2" creationId="{0AC06F71-6FE9-65DE-189D-306FF70FA312}"/>
          </ac:spMkLst>
        </pc:spChg>
      </pc:sldChg>
      <pc:sldChg chg="modSp mod">
        <pc:chgData name="Pablo Bernabeu" userId="22488759-3eb8-4542-8dbd-b58228c87cfe" providerId="ADAL" clId="{DA86D705-E999-416D-A141-16354A75C189}" dt="2023-10-25T13:21:22.682" v="59" actId="14100"/>
        <pc:sldMkLst>
          <pc:docMk/>
          <pc:sldMk cId="4038942156" sldId="338"/>
        </pc:sldMkLst>
        <pc:spChg chg="mod">
          <ac:chgData name="Pablo Bernabeu" userId="22488759-3eb8-4542-8dbd-b58228c87cfe" providerId="ADAL" clId="{DA86D705-E999-416D-A141-16354A75C189}" dt="2023-10-25T13:21:22.682" v="59" actId="14100"/>
          <ac:spMkLst>
            <pc:docMk/>
            <pc:sldMk cId="4038942156" sldId="338"/>
            <ac:spMk id="3" creationId="{7831B888-3064-E15C-1E44-A8CBF7037A0A}"/>
          </ac:spMkLst>
        </pc:spChg>
      </pc:sldChg>
      <pc:sldChg chg="modSp mod">
        <pc:chgData name="Pablo Bernabeu" userId="22488759-3eb8-4542-8dbd-b58228c87cfe" providerId="ADAL" clId="{DA86D705-E999-416D-A141-16354A75C189}" dt="2023-10-25T13:19:40.494" v="58" actId="207"/>
        <pc:sldMkLst>
          <pc:docMk/>
          <pc:sldMk cId="1768806979" sldId="340"/>
        </pc:sldMkLst>
        <pc:spChg chg="mod">
          <ac:chgData name="Pablo Bernabeu" userId="22488759-3eb8-4542-8dbd-b58228c87cfe" providerId="ADAL" clId="{DA86D705-E999-416D-A141-16354A75C189}" dt="2023-10-25T13:19:40.494" v="58" actId="207"/>
          <ac:spMkLst>
            <pc:docMk/>
            <pc:sldMk cId="1768806979" sldId="340"/>
            <ac:spMk id="13" creationId="{EE656CE7-C4EC-8628-5A65-AD47BCF6FECF}"/>
          </ac:spMkLst>
        </pc:spChg>
      </pc:sldChg>
      <pc:sldChg chg="modSp mod ord modCm">
        <pc:chgData name="Pablo Bernabeu" userId="22488759-3eb8-4542-8dbd-b58228c87cfe" providerId="ADAL" clId="{DA86D705-E999-416D-A141-16354A75C189}" dt="2023-11-26T22:20:13.361" v="4823" actId="20578"/>
        <pc:sldMkLst>
          <pc:docMk/>
          <pc:sldMk cId="1253318704" sldId="349"/>
        </pc:sldMkLst>
        <pc:spChg chg="mod">
          <ac:chgData name="Pablo Bernabeu" userId="22488759-3eb8-4542-8dbd-b58228c87cfe" providerId="ADAL" clId="{DA86D705-E999-416D-A141-16354A75C189}" dt="2023-11-26T21:46:35.860" v="3266" actId="207"/>
          <ac:spMkLst>
            <pc:docMk/>
            <pc:sldMk cId="1253318704" sldId="349"/>
            <ac:spMk id="2" creationId="{7D0DFA3E-E3B1-7E67-8E59-279758D18CF1}"/>
          </ac:spMkLst>
        </pc:spChg>
        <pc:graphicFrameChg chg="modGraphic">
          <ac:chgData name="Pablo Bernabeu" userId="22488759-3eb8-4542-8dbd-b58228c87cfe" providerId="ADAL" clId="{DA86D705-E999-416D-A141-16354A75C189}" dt="2023-11-26T21:13:40.526" v="2670" actId="20577"/>
          <ac:graphicFrameMkLst>
            <pc:docMk/>
            <pc:sldMk cId="1253318704" sldId="349"/>
            <ac:graphicFrameMk id="5" creationId="{EDB88EF4-A7AE-5E38-53E4-B5E0F7239801}"/>
          </ac:graphicFrameMkLst>
        </pc:graphicFrameChg>
        <pc:extLst>
          <p:ext xmlns:p="http://schemas.openxmlformats.org/presentationml/2006/main" uri="{D6D511B9-2390-475A-947B-AFAB55BFBCF1}">
            <pc226:cmChg xmlns:pc226="http://schemas.microsoft.com/office/powerpoint/2022/06/main/command" chg="">
              <pc226:chgData name="Pablo Bernabeu" userId="22488759-3eb8-4542-8dbd-b58228c87cfe" providerId="ADAL" clId="{DA86D705-E999-416D-A141-16354A75C189}" dt="2023-11-02T11:22:27.438" v="69"/>
              <pc2:cmMkLst xmlns:pc2="http://schemas.microsoft.com/office/powerpoint/2019/9/main/command">
                <pc:docMk/>
                <pc:sldMk cId="1253318704" sldId="349"/>
                <pc2:cmMk id="{CA0D471F-DA8E-E94B-BC15-8B3035A293B8}"/>
              </pc2:cmMkLst>
              <pc226:cmRplyChg chg="add">
                <pc226:chgData name="Pablo Bernabeu" userId="22488759-3eb8-4542-8dbd-b58228c87cfe" providerId="ADAL" clId="{DA86D705-E999-416D-A141-16354A75C189}" dt="2023-11-02T11:22:27.438" v="69"/>
                <pc2:cmRplyMkLst xmlns:pc2="http://schemas.microsoft.com/office/powerpoint/2019/9/main/command">
                  <pc:docMk/>
                  <pc:sldMk cId="1253318704" sldId="349"/>
                  <pc2:cmMk id="{CA0D471F-DA8E-E94B-BC15-8B3035A293B8}"/>
                  <pc2:cmRplyMk id="{C37A5EB6-BED0-4EBD-ADBF-89C903029AD5}"/>
                </pc2:cmRplyMkLst>
              </pc226:cmRplyChg>
            </pc226:cmChg>
            <pc226:cmChg xmlns:pc226="http://schemas.microsoft.com/office/powerpoint/2022/06/main/command" chg="">
              <pc226:chgData name="Pablo Bernabeu" userId="22488759-3eb8-4542-8dbd-b58228c87cfe" providerId="ADAL" clId="{DA86D705-E999-416D-A141-16354A75C189}" dt="2023-11-02T11:22:36.593" v="70"/>
              <pc2:cmMkLst xmlns:pc2="http://schemas.microsoft.com/office/powerpoint/2019/9/main/command">
                <pc:docMk/>
                <pc:sldMk cId="1253318704" sldId="349"/>
                <pc2:cmMk id="{C3C14D37-69B5-DB46-A538-7B88AFD7465E}"/>
              </pc2:cmMkLst>
              <pc226:cmRplyChg chg="add">
                <pc226:chgData name="Pablo Bernabeu" userId="22488759-3eb8-4542-8dbd-b58228c87cfe" providerId="ADAL" clId="{DA86D705-E999-416D-A141-16354A75C189}" dt="2023-11-02T11:22:36.593" v="70"/>
                <pc2:cmRplyMkLst xmlns:pc2="http://schemas.microsoft.com/office/powerpoint/2019/9/main/command">
                  <pc:docMk/>
                  <pc:sldMk cId="1253318704" sldId="349"/>
                  <pc2:cmMk id="{C3C14D37-69B5-DB46-A538-7B88AFD7465E}"/>
                  <pc2:cmRplyMk id="{DDDFF1BA-402D-4A19-A8BF-EC63878CE8EA}"/>
                </pc2:cmRplyMkLst>
              </pc226:cmRplyChg>
            </pc226:cmChg>
            <pc226:cmChg xmlns:pc226="http://schemas.microsoft.com/office/powerpoint/2022/06/main/command" chg="">
              <pc226:chgData name="Pablo Bernabeu" userId="22488759-3eb8-4542-8dbd-b58228c87cfe" providerId="ADAL" clId="{DA86D705-E999-416D-A141-16354A75C189}" dt="2023-11-02T11:22:46.143" v="71"/>
              <pc2:cmMkLst xmlns:pc2="http://schemas.microsoft.com/office/powerpoint/2019/9/main/command">
                <pc:docMk/>
                <pc:sldMk cId="1253318704" sldId="349"/>
                <pc2:cmMk id="{6120E676-1629-F54D-8C96-04648EFABC57}"/>
              </pc2:cmMkLst>
              <pc226:cmRplyChg chg="add">
                <pc226:chgData name="Pablo Bernabeu" userId="22488759-3eb8-4542-8dbd-b58228c87cfe" providerId="ADAL" clId="{DA86D705-E999-416D-A141-16354A75C189}" dt="2023-11-02T11:22:46.143" v="71"/>
                <pc2:cmRplyMkLst xmlns:pc2="http://schemas.microsoft.com/office/powerpoint/2019/9/main/command">
                  <pc:docMk/>
                  <pc:sldMk cId="1253318704" sldId="349"/>
                  <pc2:cmMk id="{6120E676-1629-F54D-8C96-04648EFABC57}"/>
                  <pc2:cmRplyMk id="{194F33FD-7785-4ACF-9699-855066B32FD8}"/>
                </pc2:cmRplyMkLst>
              </pc226:cmRplyChg>
            </pc226:cmChg>
            <pc226:cmChg xmlns:pc226="http://schemas.microsoft.com/office/powerpoint/2022/06/main/command" chg="">
              <pc226:chgData name="Pablo Bernabeu" userId="22488759-3eb8-4542-8dbd-b58228c87cfe" providerId="ADAL" clId="{DA86D705-E999-416D-A141-16354A75C189}" dt="2023-11-02T11:22:18.186" v="68"/>
              <pc2:cmMkLst xmlns:pc2="http://schemas.microsoft.com/office/powerpoint/2019/9/main/command">
                <pc:docMk/>
                <pc:sldMk cId="1253318704" sldId="349"/>
                <pc2:cmMk id="{BFAE92C5-E792-8D42-A469-2C56842C9ABA}"/>
              </pc2:cmMkLst>
              <pc226:cmRplyChg chg="add">
                <pc226:chgData name="Pablo Bernabeu" userId="22488759-3eb8-4542-8dbd-b58228c87cfe" providerId="ADAL" clId="{DA86D705-E999-416D-A141-16354A75C189}" dt="2023-11-02T11:22:18.186" v="68"/>
                <pc2:cmRplyMkLst xmlns:pc2="http://schemas.microsoft.com/office/powerpoint/2019/9/main/command">
                  <pc:docMk/>
                  <pc:sldMk cId="1253318704" sldId="349"/>
                  <pc2:cmMk id="{BFAE92C5-E792-8D42-A469-2C56842C9ABA}"/>
                  <pc2:cmRplyMk id="{2393335F-5746-4E22-B93E-7489787C2E38}"/>
                </pc2:cmRplyMkLst>
              </pc226:cmRplyChg>
            </pc226:cmChg>
          </p:ext>
        </pc:extLst>
      </pc:sldChg>
      <pc:sldChg chg="modSp mod">
        <pc:chgData name="Pablo Bernabeu" userId="22488759-3eb8-4542-8dbd-b58228c87cfe" providerId="ADAL" clId="{DA86D705-E999-416D-A141-16354A75C189}" dt="2023-11-27T13:27:50.757" v="5505" actId="20577"/>
        <pc:sldMkLst>
          <pc:docMk/>
          <pc:sldMk cId="2124763347" sldId="351"/>
        </pc:sldMkLst>
        <pc:spChg chg="mod">
          <ac:chgData name="Pablo Bernabeu" userId="22488759-3eb8-4542-8dbd-b58228c87cfe" providerId="ADAL" clId="{DA86D705-E999-416D-A141-16354A75C189}" dt="2023-11-27T13:27:50.757" v="5505" actId="20577"/>
          <ac:spMkLst>
            <pc:docMk/>
            <pc:sldMk cId="2124763347" sldId="351"/>
            <ac:spMk id="2" creationId="{0AC06F71-6FE9-65DE-189D-306FF70FA312}"/>
          </ac:spMkLst>
        </pc:spChg>
      </pc:sldChg>
      <pc:sldChg chg="modSp mod">
        <pc:chgData name="Pablo Bernabeu" userId="22488759-3eb8-4542-8dbd-b58228c87cfe" providerId="ADAL" clId="{DA86D705-E999-416D-A141-16354A75C189}" dt="2023-11-27T13:28:00.405" v="5507"/>
        <pc:sldMkLst>
          <pc:docMk/>
          <pc:sldMk cId="4180987762" sldId="352"/>
        </pc:sldMkLst>
        <pc:spChg chg="mod">
          <ac:chgData name="Pablo Bernabeu" userId="22488759-3eb8-4542-8dbd-b58228c87cfe" providerId="ADAL" clId="{DA86D705-E999-416D-A141-16354A75C189}" dt="2023-11-27T13:28:00.405" v="5507"/>
          <ac:spMkLst>
            <pc:docMk/>
            <pc:sldMk cId="4180987762" sldId="352"/>
            <ac:spMk id="2" creationId="{0AC06F71-6FE9-65DE-189D-306FF70FA312}"/>
          </ac:spMkLst>
        </pc:spChg>
      </pc:sldChg>
      <pc:sldChg chg="modSp mod">
        <pc:chgData name="Pablo Bernabeu" userId="22488759-3eb8-4542-8dbd-b58228c87cfe" providerId="ADAL" clId="{DA86D705-E999-416D-A141-16354A75C189}" dt="2023-10-25T13:18:10.726" v="56" actId="207"/>
        <pc:sldMkLst>
          <pc:docMk/>
          <pc:sldMk cId="2191889605" sldId="353"/>
        </pc:sldMkLst>
        <pc:spChg chg="mod">
          <ac:chgData name="Pablo Bernabeu" userId="22488759-3eb8-4542-8dbd-b58228c87cfe" providerId="ADAL" clId="{DA86D705-E999-416D-A141-16354A75C189}" dt="2023-10-25T13:18:10.726" v="56" actId="207"/>
          <ac:spMkLst>
            <pc:docMk/>
            <pc:sldMk cId="2191889605" sldId="353"/>
            <ac:spMk id="3" creationId="{B0A85658-06B4-8BD1-B87B-E05A673934FF}"/>
          </ac:spMkLst>
        </pc:spChg>
      </pc:sldChg>
      <pc:sldChg chg="modSp mod ord modCm">
        <pc:chgData name="Pablo Bernabeu" userId="22488759-3eb8-4542-8dbd-b58228c87cfe" providerId="ADAL" clId="{DA86D705-E999-416D-A141-16354A75C189}" dt="2023-11-26T22:20:13.361" v="4823" actId="20578"/>
        <pc:sldMkLst>
          <pc:docMk/>
          <pc:sldMk cId="472588277" sldId="356"/>
        </pc:sldMkLst>
        <pc:spChg chg="mod">
          <ac:chgData name="Pablo Bernabeu" userId="22488759-3eb8-4542-8dbd-b58228c87cfe" providerId="ADAL" clId="{DA86D705-E999-416D-A141-16354A75C189}" dt="2023-11-02T11:10:52.270" v="63" actId="6549"/>
          <ac:spMkLst>
            <pc:docMk/>
            <pc:sldMk cId="472588277" sldId="356"/>
            <ac:spMk id="2" creationId="{242F1163-4CAB-71E7-D359-47F0D2CA1A12}"/>
          </ac:spMkLst>
        </pc:spChg>
        <pc:graphicFrameChg chg="modGraphic">
          <ac:chgData name="Pablo Bernabeu" userId="22488759-3eb8-4542-8dbd-b58228c87cfe" providerId="ADAL" clId="{DA86D705-E999-416D-A141-16354A75C189}" dt="2023-11-26T21:13:57.022" v="2673" actId="20577"/>
          <ac:graphicFrameMkLst>
            <pc:docMk/>
            <pc:sldMk cId="472588277" sldId="356"/>
            <ac:graphicFrameMk id="4" creationId="{DB3D08E4-B8A9-7BC6-875E-662A5FE57867}"/>
          </ac:graphicFrameMkLst>
        </pc:graphicFrameChg>
        <pc:extLst>
          <p:ext xmlns:p="http://schemas.openxmlformats.org/presentationml/2006/main" uri="{D6D511B9-2390-475A-947B-AFAB55BFBCF1}">
            <pc226:cmChg xmlns:pc226="http://schemas.microsoft.com/office/powerpoint/2022/06/main/command" chg="">
              <pc226:chgData name="Pablo Bernabeu" userId="22488759-3eb8-4542-8dbd-b58228c87cfe" providerId="ADAL" clId="{DA86D705-E999-416D-A141-16354A75C189}" dt="2023-11-02T11:21:56.118" v="66"/>
              <pc2:cmMkLst xmlns:pc2="http://schemas.microsoft.com/office/powerpoint/2019/9/main/command">
                <pc:docMk/>
                <pc:sldMk cId="472588277" sldId="356"/>
                <pc2:cmMk id="{8E323E11-0336-4CBE-8355-838736F3C6FD}"/>
              </pc2:cmMkLst>
              <pc226:cmRplyChg chg="add">
                <pc226:chgData name="Pablo Bernabeu" userId="22488759-3eb8-4542-8dbd-b58228c87cfe" providerId="ADAL" clId="{DA86D705-E999-416D-A141-16354A75C189}" dt="2023-11-02T11:21:56.118" v="66"/>
                <pc2:cmRplyMkLst xmlns:pc2="http://schemas.microsoft.com/office/powerpoint/2019/9/main/command">
                  <pc:docMk/>
                  <pc:sldMk cId="472588277" sldId="356"/>
                  <pc2:cmMk id="{8E323E11-0336-4CBE-8355-838736F3C6FD}"/>
                  <pc2:cmRplyMk id="{7B08C163-FFFB-422C-AFB0-BB0780F86FF0}"/>
                </pc2:cmRplyMkLst>
              </pc226:cmRplyChg>
            </pc226:cmChg>
            <pc226:cmChg xmlns:pc226="http://schemas.microsoft.com/office/powerpoint/2022/06/main/command" chg="">
              <pc226:chgData name="Pablo Bernabeu" userId="22488759-3eb8-4542-8dbd-b58228c87cfe" providerId="ADAL" clId="{DA86D705-E999-416D-A141-16354A75C189}" dt="2023-11-02T11:21:33.100" v="64"/>
              <pc2:cmMkLst xmlns:pc2="http://schemas.microsoft.com/office/powerpoint/2019/9/main/command">
                <pc:docMk/>
                <pc:sldMk cId="472588277" sldId="356"/>
                <pc2:cmMk id="{24C99B39-314A-453A-99AE-AA965EBE6BBA}"/>
              </pc2:cmMkLst>
              <pc226:cmRplyChg chg="add">
                <pc226:chgData name="Pablo Bernabeu" userId="22488759-3eb8-4542-8dbd-b58228c87cfe" providerId="ADAL" clId="{DA86D705-E999-416D-A141-16354A75C189}" dt="2023-11-02T11:21:33.100" v="64"/>
                <pc2:cmRplyMkLst xmlns:pc2="http://schemas.microsoft.com/office/powerpoint/2019/9/main/command">
                  <pc:docMk/>
                  <pc:sldMk cId="472588277" sldId="356"/>
                  <pc2:cmMk id="{24C99B39-314A-453A-99AE-AA965EBE6BBA}"/>
                  <pc2:cmRplyMk id="{19E83F69-A17D-4ED7-B2B6-4911C4BAD5B0}"/>
                </pc2:cmRplyMkLst>
              </pc226:cmRplyChg>
            </pc226:cmChg>
            <pc226:cmChg xmlns:pc226="http://schemas.microsoft.com/office/powerpoint/2022/06/main/command" chg="">
              <pc226:chgData name="Pablo Bernabeu" userId="22488759-3eb8-4542-8dbd-b58228c87cfe" providerId="ADAL" clId="{DA86D705-E999-416D-A141-16354A75C189}" dt="2023-11-02T12:39:47.145" v="73"/>
              <pc2:cmMkLst xmlns:pc2="http://schemas.microsoft.com/office/powerpoint/2019/9/main/command">
                <pc:docMk/>
                <pc:sldMk cId="472588277" sldId="356"/>
                <pc2:cmMk id="{16C388C7-5C5A-4F04-883A-EE69654B6F70}"/>
              </pc2:cmMkLst>
              <pc226:cmRplyChg chg="add mod">
                <pc226:chgData name="Pablo Bernabeu" userId="22488759-3eb8-4542-8dbd-b58228c87cfe" providerId="ADAL" clId="{DA86D705-E999-416D-A141-16354A75C189}" dt="2023-11-02T12:39:47.145" v="73"/>
                <pc2:cmRplyMkLst xmlns:pc2="http://schemas.microsoft.com/office/powerpoint/2019/9/main/command">
                  <pc:docMk/>
                  <pc:sldMk cId="472588277" sldId="356"/>
                  <pc2:cmMk id="{16C388C7-5C5A-4F04-883A-EE69654B6F70}"/>
                  <pc2:cmRplyMk id="{AC0B6FE5-0821-4E54-83D9-C2C5A9164CFC}"/>
                </pc2:cmRplyMkLst>
              </pc226:cmRplyChg>
            </pc226:cmChg>
            <pc226:cmChg xmlns:pc226="http://schemas.microsoft.com/office/powerpoint/2022/06/main/command" chg="">
              <pc226:chgData name="Pablo Bernabeu" userId="22488759-3eb8-4542-8dbd-b58228c87cfe" providerId="ADAL" clId="{DA86D705-E999-416D-A141-16354A75C189}" dt="2023-11-02T12:42:07.340" v="74"/>
              <pc2:cmMkLst xmlns:pc2="http://schemas.microsoft.com/office/powerpoint/2019/9/main/command">
                <pc:docMk/>
                <pc:sldMk cId="472588277" sldId="356"/>
                <pc2:cmMk id="{EE0FDCE2-5EA1-4C12-9AE7-3C5F51D7B9E5}"/>
              </pc2:cmMkLst>
              <pc226:cmRplyChg chg="add mod">
                <pc226:chgData name="Pablo Bernabeu" userId="22488759-3eb8-4542-8dbd-b58228c87cfe" providerId="ADAL" clId="{DA86D705-E999-416D-A141-16354A75C189}" dt="2023-11-02T12:42:07.340" v="74"/>
                <pc2:cmRplyMkLst xmlns:pc2="http://schemas.microsoft.com/office/powerpoint/2019/9/main/command">
                  <pc:docMk/>
                  <pc:sldMk cId="472588277" sldId="356"/>
                  <pc2:cmMk id="{EE0FDCE2-5EA1-4C12-9AE7-3C5F51D7B9E5}"/>
                  <pc2:cmRplyMk id="{E5C3157C-4163-4BA0-A55E-16F35F0F78AD}"/>
                </pc2:cmRplyMkLst>
              </pc226:cmRplyChg>
            </pc226:cmChg>
          </p:ext>
        </pc:extLst>
      </pc:sldChg>
      <pc:sldChg chg="modSp mod">
        <pc:chgData name="Pablo Bernabeu" userId="22488759-3eb8-4542-8dbd-b58228c87cfe" providerId="ADAL" clId="{DA86D705-E999-416D-A141-16354A75C189}" dt="2023-11-26T20:58:46.319" v="2420" actId="14100"/>
        <pc:sldMkLst>
          <pc:docMk/>
          <pc:sldMk cId="1547486506" sldId="357"/>
        </pc:sldMkLst>
        <pc:spChg chg="mod">
          <ac:chgData name="Pablo Bernabeu" userId="22488759-3eb8-4542-8dbd-b58228c87cfe" providerId="ADAL" clId="{DA86D705-E999-416D-A141-16354A75C189}" dt="2023-11-26T20:58:12.409" v="2411" actId="1036"/>
          <ac:spMkLst>
            <pc:docMk/>
            <pc:sldMk cId="1547486506" sldId="357"/>
            <ac:spMk id="2" creationId="{A5623275-2AD3-2999-EB02-7A7A18C42328}"/>
          </ac:spMkLst>
        </pc:spChg>
        <pc:spChg chg="mod">
          <ac:chgData name="Pablo Bernabeu" userId="22488759-3eb8-4542-8dbd-b58228c87cfe" providerId="ADAL" clId="{DA86D705-E999-416D-A141-16354A75C189}" dt="2023-11-26T20:58:46.319" v="2420" actId="14100"/>
          <ac:spMkLst>
            <pc:docMk/>
            <pc:sldMk cId="1547486506" sldId="357"/>
            <ac:spMk id="3" creationId="{CBAF6B97-7D53-6964-6996-C7D727DED791}"/>
          </ac:spMkLst>
        </pc:spChg>
      </pc:sldChg>
      <pc:sldChg chg="modSp mod">
        <pc:chgData name="Pablo Bernabeu" userId="22488759-3eb8-4542-8dbd-b58228c87cfe" providerId="ADAL" clId="{DA86D705-E999-416D-A141-16354A75C189}" dt="2023-11-26T21:01:27.536" v="2498" actId="1035"/>
        <pc:sldMkLst>
          <pc:docMk/>
          <pc:sldMk cId="1516378167" sldId="358"/>
        </pc:sldMkLst>
        <pc:spChg chg="mod">
          <ac:chgData name="Pablo Bernabeu" userId="22488759-3eb8-4542-8dbd-b58228c87cfe" providerId="ADAL" clId="{DA86D705-E999-416D-A141-16354A75C189}" dt="2023-11-26T21:01:27.536" v="2498" actId="1035"/>
          <ac:spMkLst>
            <pc:docMk/>
            <pc:sldMk cId="1516378167" sldId="358"/>
            <ac:spMk id="2" creationId="{EDC5031D-4A64-B214-D6ED-861BCD3D6F90}"/>
          </ac:spMkLst>
        </pc:spChg>
        <pc:graphicFrameChg chg="mod">
          <ac:chgData name="Pablo Bernabeu" userId="22488759-3eb8-4542-8dbd-b58228c87cfe" providerId="ADAL" clId="{DA86D705-E999-416D-A141-16354A75C189}" dt="2023-11-26T21:01:18.882" v="2494" actId="1035"/>
          <ac:graphicFrameMkLst>
            <pc:docMk/>
            <pc:sldMk cId="1516378167" sldId="358"/>
            <ac:graphicFrameMk id="5" creationId="{FC937348-EA62-A3CC-5328-36CAA8EDFB35}"/>
          </ac:graphicFrameMkLst>
        </pc:graphicFrameChg>
        <pc:graphicFrameChg chg="mod">
          <ac:chgData name="Pablo Bernabeu" userId="22488759-3eb8-4542-8dbd-b58228c87cfe" providerId="ADAL" clId="{DA86D705-E999-416D-A141-16354A75C189}" dt="2023-11-26T21:01:18.882" v="2494" actId="1035"/>
          <ac:graphicFrameMkLst>
            <pc:docMk/>
            <pc:sldMk cId="1516378167" sldId="358"/>
            <ac:graphicFrameMk id="6" creationId="{62DA4FE4-3E4E-CC05-A5D9-79205BC6A20A}"/>
          </ac:graphicFrameMkLst>
        </pc:graphicFrameChg>
        <pc:graphicFrameChg chg="mod">
          <ac:chgData name="Pablo Bernabeu" userId="22488759-3eb8-4542-8dbd-b58228c87cfe" providerId="ADAL" clId="{DA86D705-E999-416D-A141-16354A75C189}" dt="2023-11-26T21:01:18.882" v="2494" actId="1035"/>
          <ac:graphicFrameMkLst>
            <pc:docMk/>
            <pc:sldMk cId="1516378167" sldId="358"/>
            <ac:graphicFrameMk id="7" creationId="{8A515AC6-7082-A7F0-81ED-3FAEF03B188C}"/>
          </ac:graphicFrameMkLst>
        </pc:graphicFrameChg>
      </pc:sldChg>
      <pc:sldChg chg="modSp mod">
        <pc:chgData name="Pablo Bernabeu" userId="22488759-3eb8-4542-8dbd-b58228c87cfe" providerId="ADAL" clId="{DA86D705-E999-416D-A141-16354A75C189}" dt="2023-11-26T21:36:46.040" v="3052" actId="20577"/>
        <pc:sldMkLst>
          <pc:docMk/>
          <pc:sldMk cId="1021488797" sldId="360"/>
        </pc:sldMkLst>
        <pc:spChg chg="mod">
          <ac:chgData name="Pablo Bernabeu" userId="22488759-3eb8-4542-8dbd-b58228c87cfe" providerId="ADAL" clId="{DA86D705-E999-416D-A141-16354A75C189}" dt="2023-11-26T21:36:46.040" v="3052" actId="20577"/>
          <ac:spMkLst>
            <pc:docMk/>
            <pc:sldMk cId="1021488797" sldId="360"/>
            <ac:spMk id="2" creationId="{EDC5031D-4A64-B214-D6ED-861BCD3D6F90}"/>
          </ac:spMkLst>
        </pc:spChg>
      </pc:sldChg>
      <pc:sldChg chg="modSp mod">
        <pc:chgData name="Pablo Bernabeu" userId="22488759-3eb8-4542-8dbd-b58228c87cfe" providerId="ADAL" clId="{DA86D705-E999-416D-A141-16354A75C189}" dt="2023-11-26T19:41:49.246" v="1735" actId="1037"/>
        <pc:sldMkLst>
          <pc:docMk/>
          <pc:sldMk cId="3719341133" sldId="364"/>
        </pc:sldMkLst>
        <pc:picChg chg="mod">
          <ac:chgData name="Pablo Bernabeu" userId="22488759-3eb8-4542-8dbd-b58228c87cfe" providerId="ADAL" clId="{DA86D705-E999-416D-A141-16354A75C189}" dt="2023-11-26T19:41:49.246" v="1735" actId="1037"/>
          <ac:picMkLst>
            <pc:docMk/>
            <pc:sldMk cId="3719341133" sldId="364"/>
            <ac:picMk id="6" creationId="{3381E127-82A3-0B69-C499-8A1172B18A24}"/>
          </ac:picMkLst>
        </pc:picChg>
      </pc:sldChg>
      <pc:sldChg chg="modSp mod">
        <pc:chgData name="Pablo Bernabeu" userId="22488759-3eb8-4542-8dbd-b58228c87cfe" providerId="ADAL" clId="{DA86D705-E999-416D-A141-16354A75C189}" dt="2023-11-26T22:31:16.122" v="4972" actId="1038"/>
        <pc:sldMkLst>
          <pc:docMk/>
          <pc:sldMk cId="1804958793" sldId="369"/>
        </pc:sldMkLst>
        <pc:spChg chg="mod">
          <ac:chgData name="Pablo Bernabeu" userId="22488759-3eb8-4542-8dbd-b58228c87cfe" providerId="ADAL" clId="{DA86D705-E999-416D-A141-16354A75C189}" dt="2023-11-26T22:31:16.122" v="4972" actId="1038"/>
          <ac:spMkLst>
            <pc:docMk/>
            <pc:sldMk cId="1804958793" sldId="369"/>
            <ac:spMk id="4" creationId="{B0AF34EB-6E01-98D6-D1E5-6B2C65E3305C}"/>
          </ac:spMkLst>
        </pc:spChg>
      </pc:sldChg>
      <pc:sldChg chg="modSp mod">
        <pc:chgData name="Pablo Bernabeu" userId="22488759-3eb8-4542-8dbd-b58228c87cfe" providerId="ADAL" clId="{DA86D705-E999-416D-A141-16354A75C189}" dt="2023-11-26T19:41:25.631" v="1712" actId="1038"/>
        <pc:sldMkLst>
          <pc:docMk/>
          <pc:sldMk cId="2103851453" sldId="371"/>
        </pc:sldMkLst>
        <pc:spChg chg="mod">
          <ac:chgData name="Pablo Bernabeu" userId="22488759-3eb8-4542-8dbd-b58228c87cfe" providerId="ADAL" clId="{DA86D705-E999-416D-A141-16354A75C189}" dt="2023-11-26T19:41:25.631" v="1712" actId="1038"/>
          <ac:spMkLst>
            <pc:docMk/>
            <pc:sldMk cId="2103851453" sldId="371"/>
            <ac:spMk id="4" creationId="{48F96412-C800-2925-7AEA-AA71CF12DECE}"/>
          </ac:spMkLst>
        </pc:spChg>
      </pc:sldChg>
      <pc:sldChg chg="modSp mod">
        <pc:chgData name="Pablo Bernabeu" userId="22488759-3eb8-4542-8dbd-b58228c87cfe" providerId="ADAL" clId="{DA86D705-E999-416D-A141-16354A75C189}" dt="2023-11-26T19:41:37.157" v="1726" actId="1037"/>
        <pc:sldMkLst>
          <pc:docMk/>
          <pc:sldMk cId="1853203818" sldId="372"/>
        </pc:sldMkLst>
        <pc:picChg chg="mod">
          <ac:chgData name="Pablo Bernabeu" userId="22488759-3eb8-4542-8dbd-b58228c87cfe" providerId="ADAL" clId="{DA86D705-E999-416D-A141-16354A75C189}" dt="2023-11-26T19:41:37.157" v="1726" actId="1037"/>
          <ac:picMkLst>
            <pc:docMk/>
            <pc:sldMk cId="1853203818" sldId="372"/>
            <ac:picMk id="6" creationId="{3381E127-82A3-0B69-C499-8A1172B18A24}"/>
          </ac:picMkLst>
        </pc:picChg>
      </pc:sldChg>
      <pc:sldChg chg="modSp mod">
        <pc:chgData name="Pablo Bernabeu" userId="22488759-3eb8-4542-8dbd-b58228c87cfe" providerId="ADAL" clId="{DA86D705-E999-416D-A141-16354A75C189}" dt="2023-11-26T21:34:29.760" v="3004" actId="113"/>
        <pc:sldMkLst>
          <pc:docMk/>
          <pc:sldMk cId="3118906696" sldId="377"/>
        </pc:sldMkLst>
        <pc:spChg chg="mod">
          <ac:chgData name="Pablo Bernabeu" userId="22488759-3eb8-4542-8dbd-b58228c87cfe" providerId="ADAL" clId="{DA86D705-E999-416D-A141-16354A75C189}" dt="2023-11-26T21:34:29.760" v="3004" actId="113"/>
          <ac:spMkLst>
            <pc:docMk/>
            <pc:sldMk cId="3118906696" sldId="377"/>
            <ac:spMk id="3" creationId="{64420B44-67DA-3609-74D4-2FC84F496984}"/>
          </ac:spMkLst>
        </pc:spChg>
      </pc:sldChg>
      <pc:sldChg chg="modSp mod ord">
        <pc:chgData name="Pablo Bernabeu" userId="22488759-3eb8-4542-8dbd-b58228c87cfe" providerId="ADAL" clId="{DA86D705-E999-416D-A141-16354A75C189}" dt="2023-11-27T15:30:24.520" v="5527" actId="2165"/>
        <pc:sldMkLst>
          <pc:docMk/>
          <pc:sldMk cId="2629422157" sldId="381"/>
        </pc:sldMkLst>
        <pc:graphicFrameChg chg="mod modGraphic">
          <ac:chgData name="Pablo Bernabeu" userId="22488759-3eb8-4542-8dbd-b58228c87cfe" providerId="ADAL" clId="{DA86D705-E999-416D-A141-16354A75C189}" dt="2023-11-27T15:30:19.961" v="5526" actId="2165"/>
          <ac:graphicFrameMkLst>
            <pc:docMk/>
            <pc:sldMk cId="2629422157" sldId="381"/>
            <ac:graphicFrameMk id="5" creationId="{D6BDCC7D-3530-9A26-D407-4C541A5B0523}"/>
          </ac:graphicFrameMkLst>
        </pc:graphicFrameChg>
        <pc:graphicFrameChg chg="mod modGraphic">
          <ac:chgData name="Pablo Bernabeu" userId="22488759-3eb8-4542-8dbd-b58228c87cfe" providerId="ADAL" clId="{DA86D705-E999-416D-A141-16354A75C189}" dt="2023-11-27T15:30:24.520" v="5527" actId="2165"/>
          <ac:graphicFrameMkLst>
            <pc:docMk/>
            <pc:sldMk cId="2629422157" sldId="381"/>
            <ac:graphicFrameMk id="6" creationId="{58E7D09F-A372-762E-5CDF-80C148506EEF}"/>
          </ac:graphicFrameMkLst>
        </pc:graphicFrameChg>
      </pc:sldChg>
      <pc:sldChg chg="modSp del mod">
        <pc:chgData name="Pablo Bernabeu" userId="22488759-3eb8-4542-8dbd-b58228c87cfe" providerId="ADAL" clId="{DA86D705-E999-416D-A141-16354A75C189}" dt="2023-11-26T21:28:29.062" v="2954" actId="47"/>
        <pc:sldMkLst>
          <pc:docMk/>
          <pc:sldMk cId="3768190045" sldId="382"/>
        </pc:sldMkLst>
        <pc:spChg chg="mod">
          <ac:chgData name="Pablo Bernabeu" userId="22488759-3eb8-4542-8dbd-b58228c87cfe" providerId="ADAL" clId="{DA86D705-E999-416D-A141-16354A75C189}" dt="2023-10-25T13:14:48.675" v="16" actId="14100"/>
          <ac:spMkLst>
            <pc:docMk/>
            <pc:sldMk cId="3768190045" sldId="382"/>
            <ac:spMk id="3" creationId="{DEF27022-1979-1A61-BC1F-33055E909E09}"/>
          </ac:spMkLst>
        </pc:spChg>
        <pc:spChg chg="mod">
          <ac:chgData name="Pablo Bernabeu" userId="22488759-3eb8-4542-8dbd-b58228c87cfe" providerId="ADAL" clId="{DA86D705-E999-416D-A141-16354A75C189}" dt="2023-10-25T13:17:25.689" v="55" actId="1035"/>
          <ac:spMkLst>
            <pc:docMk/>
            <pc:sldMk cId="3768190045" sldId="382"/>
            <ac:spMk id="5" creationId="{0561B01D-DEE7-5CD9-5317-948CA56C2E9E}"/>
          </ac:spMkLst>
        </pc:spChg>
      </pc:sldChg>
      <pc:sldChg chg="addSp delSp modSp add del mod">
        <pc:chgData name="Pablo Bernabeu" userId="22488759-3eb8-4542-8dbd-b58228c87cfe" providerId="ADAL" clId="{DA86D705-E999-416D-A141-16354A75C189}" dt="2023-11-26T21:28:30.329" v="2955" actId="47"/>
        <pc:sldMkLst>
          <pc:docMk/>
          <pc:sldMk cId="2143130085" sldId="383"/>
        </pc:sldMkLst>
        <pc:spChg chg="add mod">
          <ac:chgData name="Pablo Bernabeu" userId="22488759-3eb8-4542-8dbd-b58228c87cfe" providerId="ADAL" clId="{DA86D705-E999-416D-A141-16354A75C189}" dt="2023-10-25T13:16:59.431" v="50" actId="1038"/>
          <ac:spMkLst>
            <pc:docMk/>
            <pc:sldMk cId="2143130085" sldId="383"/>
            <ac:spMk id="2" creationId="{14007B3A-0E1E-FA40-08F7-4F78145BF946}"/>
          </ac:spMkLst>
        </pc:spChg>
        <pc:spChg chg="mod">
          <ac:chgData name="Pablo Bernabeu" userId="22488759-3eb8-4542-8dbd-b58228c87cfe" providerId="ADAL" clId="{DA86D705-E999-416D-A141-16354A75C189}" dt="2023-10-25T13:15:27.635" v="21" actId="14100"/>
          <ac:spMkLst>
            <pc:docMk/>
            <pc:sldMk cId="2143130085" sldId="383"/>
            <ac:spMk id="3" creationId="{DEF27022-1979-1A61-BC1F-33055E909E09}"/>
          </ac:spMkLst>
        </pc:spChg>
        <pc:spChg chg="del">
          <ac:chgData name="Pablo Bernabeu" userId="22488759-3eb8-4542-8dbd-b58228c87cfe" providerId="ADAL" clId="{DA86D705-E999-416D-A141-16354A75C189}" dt="2023-10-25T13:16:44.287" v="42" actId="478"/>
          <ac:spMkLst>
            <pc:docMk/>
            <pc:sldMk cId="2143130085" sldId="383"/>
            <ac:spMk id="5" creationId="{0561B01D-DEE7-5CD9-5317-948CA56C2E9E}"/>
          </ac:spMkLst>
        </pc:spChg>
      </pc:sldChg>
      <pc:sldChg chg="addSp delSp modSp new del mod">
        <pc:chgData name="Pablo Bernabeu" userId="22488759-3eb8-4542-8dbd-b58228c87cfe" providerId="ADAL" clId="{DA86D705-E999-416D-A141-16354A75C189}" dt="2023-10-25T13:13:23.921" v="5" actId="47"/>
        <pc:sldMkLst>
          <pc:docMk/>
          <pc:sldMk cId="4197554497" sldId="383"/>
        </pc:sldMkLst>
        <pc:spChg chg="del">
          <ac:chgData name="Pablo Bernabeu" userId="22488759-3eb8-4542-8dbd-b58228c87cfe" providerId="ADAL" clId="{DA86D705-E999-416D-A141-16354A75C189}" dt="2023-10-25T13:13:16.290" v="3" actId="478"/>
          <ac:spMkLst>
            <pc:docMk/>
            <pc:sldMk cId="4197554497" sldId="383"/>
            <ac:spMk id="2" creationId="{71DABB70-6897-5121-8E80-8FCFEC1E116B}"/>
          </ac:spMkLst>
        </pc:spChg>
        <pc:spChg chg="del">
          <ac:chgData name="Pablo Bernabeu" userId="22488759-3eb8-4542-8dbd-b58228c87cfe" providerId="ADAL" clId="{DA86D705-E999-416D-A141-16354A75C189}" dt="2023-10-25T13:13:16.290" v="3" actId="478"/>
          <ac:spMkLst>
            <pc:docMk/>
            <pc:sldMk cId="4197554497" sldId="383"/>
            <ac:spMk id="3" creationId="{85259D73-703C-D10B-D860-5980D6C19DCE}"/>
          </ac:spMkLst>
        </pc:spChg>
        <pc:spChg chg="del">
          <ac:chgData name="Pablo Bernabeu" userId="22488759-3eb8-4542-8dbd-b58228c87cfe" providerId="ADAL" clId="{DA86D705-E999-416D-A141-16354A75C189}" dt="2023-10-25T13:13:16.290" v="3" actId="478"/>
          <ac:spMkLst>
            <pc:docMk/>
            <pc:sldMk cId="4197554497" sldId="383"/>
            <ac:spMk id="4" creationId="{E0555E43-B128-8197-443E-7A639D0DE148}"/>
          </ac:spMkLst>
        </pc:spChg>
        <pc:spChg chg="add mod">
          <ac:chgData name="Pablo Bernabeu" userId="22488759-3eb8-4542-8dbd-b58228c87cfe" providerId="ADAL" clId="{DA86D705-E999-416D-A141-16354A75C189}" dt="2023-10-25T13:13:16.733" v="4"/>
          <ac:spMkLst>
            <pc:docMk/>
            <pc:sldMk cId="4197554497" sldId="383"/>
            <ac:spMk id="5" creationId="{352F9C3B-81A4-0DFE-529F-5E4DB4E73E08}"/>
          </ac:spMkLst>
        </pc:spChg>
      </pc:sldChg>
      <pc:sldChg chg="addSp delSp modSp new add del mod ord">
        <pc:chgData name="Pablo Bernabeu" userId="22488759-3eb8-4542-8dbd-b58228c87cfe" providerId="ADAL" clId="{DA86D705-E999-416D-A141-16354A75C189}" dt="2023-11-26T22:20:25.332" v="4827" actId="47"/>
        <pc:sldMkLst>
          <pc:docMk/>
          <pc:sldMk cId="381881350" sldId="384"/>
        </pc:sldMkLst>
        <pc:spChg chg="mod">
          <ac:chgData name="Pablo Bernabeu" userId="22488759-3eb8-4542-8dbd-b58228c87cfe" providerId="ADAL" clId="{DA86D705-E999-416D-A141-16354A75C189}" dt="2023-11-26T22:19:22.591" v="4812" actId="20577"/>
          <ac:spMkLst>
            <pc:docMk/>
            <pc:sldMk cId="381881350" sldId="384"/>
            <ac:spMk id="2" creationId="{57256D48-8A53-8AAB-90B9-949E84CE2AF0}"/>
          </ac:spMkLst>
        </pc:spChg>
        <pc:spChg chg="del mod">
          <ac:chgData name="Pablo Bernabeu" userId="22488759-3eb8-4542-8dbd-b58228c87cfe" providerId="ADAL" clId="{DA86D705-E999-416D-A141-16354A75C189}" dt="2023-11-26T21:56:08.358" v="3356" actId="478"/>
          <ac:spMkLst>
            <pc:docMk/>
            <pc:sldMk cId="381881350" sldId="384"/>
            <ac:spMk id="3" creationId="{C42177E8-8018-3082-34F1-C87A5A0869DE}"/>
          </ac:spMkLst>
        </pc:spChg>
        <pc:spChg chg="add del">
          <ac:chgData name="Pablo Bernabeu" userId="22488759-3eb8-4542-8dbd-b58228c87cfe" providerId="ADAL" clId="{DA86D705-E999-416D-A141-16354A75C189}" dt="2023-11-26T21:03:31.126" v="2501" actId="22"/>
          <ac:spMkLst>
            <pc:docMk/>
            <pc:sldMk cId="381881350" sldId="384"/>
            <ac:spMk id="6" creationId="{1DDBF94E-2495-F307-E55C-E2ADCB1FCA57}"/>
          </ac:spMkLst>
        </pc:spChg>
        <pc:spChg chg="add mod">
          <ac:chgData name="Pablo Bernabeu" userId="22488759-3eb8-4542-8dbd-b58228c87cfe" providerId="ADAL" clId="{DA86D705-E999-416D-A141-16354A75C189}" dt="2023-11-26T21:56:08.358" v="3356" actId="478"/>
          <ac:spMkLst>
            <pc:docMk/>
            <pc:sldMk cId="381881350" sldId="384"/>
            <ac:spMk id="8" creationId="{DABBB3B5-4F48-273F-FD55-96AF68B79997}"/>
          </ac:spMkLst>
        </pc:spChg>
      </pc:sldChg>
      <pc:sldChg chg="addSp delSp modSp new del mod">
        <pc:chgData name="Pablo Bernabeu" userId="22488759-3eb8-4542-8dbd-b58228c87cfe" providerId="ADAL" clId="{DA86D705-E999-416D-A141-16354A75C189}" dt="2023-11-26T21:35:29.505" v="3025" actId="47"/>
        <pc:sldMkLst>
          <pc:docMk/>
          <pc:sldMk cId="645909138" sldId="385"/>
        </pc:sldMkLst>
        <pc:spChg chg="del mod">
          <ac:chgData name="Pablo Bernabeu" userId="22488759-3eb8-4542-8dbd-b58228c87cfe" providerId="ADAL" clId="{DA86D705-E999-416D-A141-16354A75C189}" dt="2023-11-26T20:59:06.743" v="2421" actId="478"/>
          <ac:spMkLst>
            <pc:docMk/>
            <pc:sldMk cId="645909138" sldId="385"/>
            <ac:spMk id="2" creationId="{8558DE73-D8D8-F1E1-52F5-6CF846429152}"/>
          </ac:spMkLst>
        </pc:spChg>
        <pc:spChg chg="mod">
          <ac:chgData name="Pablo Bernabeu" userId="22488759-3eb8-4542-8dbd-b58228c87cfe" providerId="ADAL" clId="{DA86D705-E999-416D-A141-16354A75C189}" dt="2023-11-26T21:31:20.899" v="2989" actId="20577"/>
          <ac:spMkLst>
            <pc:docMk/>
            <pc:sldMk cId="645909138" sldId="385"/>
            <ac:spMk id="3" creationId="{87C29B66-BF99-0310-74FF-14C63D04C2AE}"/>
          </ac:spMkLst>
        </pc:spChg>
        <pc:spChg chg="add del mod">
          <ac:chgData name="Pablo Bernabeu" userId="22488759-3eb8-4542-8dbd-b58228c87cfe" providerId="ADAL" clId="{DA86D705-E999-416D-A141-16354A75C189}" dt="2023-11-26T20:59:09.567" v="2422" actId="478"/>
          <ac:spMkLst>
            <pc:docMk/>
            <pc:sldMk cId="645909138" sldId="385"/>
            <ac:spMk id="6" creationId="{607DADE0-8DB1-A892-63A1-DF05FFA859DE}"/>
          </ac:spMkLst>
        </pc:spChg>
        <pc:spChg chg="add mod">
          <ac:chgData name="Pablo Bernabeu" userId="22488759-3eb8-4542-8dbd-b58228c87cfe" providerId="ADAL" clId="{DA86D705-E999-416D-A141-16354A75C189}" dt="2023-11-26T21:01:43.228" v="2499" actId="108"/>
          <ac:spMkLst>
            <pc:docMk/>
            <pc:sldMk cId="645909138" sldId="385"/>
            <ac:spMk id="7" creationId="{5F24425C-A450-1FD9-A1C9-0B691780EB0B}"/>
          </ac:spMkLst>
        </pc:spChg>
      </pc:sldChg>
      <pc:sldChg chg="addSp delSp modSp new mod setBg">
        <pc:chgData name="Pablo Bernabeu" userId="22488759-3eb8-4542-8dbd-b58228c87cfe" providerId="ADAL" clId="{DA86D705-E999-416D-A141-16354A75C189}" dt="2023-11-27T13:36:08.077" v="5525" actId="113"/>
        <pc:sldMkLst>
          <pc:docMk/>
          <pc:sldMk cId="1809670141" sldId="386"/>
        </pc:sldMkLst>
        <pc:spChg chg="mod">
          <ac:chgData name="Pablo Bernabeu" userId="22488759-3eb8-4542-8dbd-b58228c87cfe" providerId="ADAL" clId="{DA86D705-E999-416D-A141-16354A75C189}" dt="2023-11-26T19:42:23.731" v="1745" actId="20577"/>
          <ac:spMkLst>
            <pc:docMk/>
            <pc:sldMk cId="1809670141" sldId="386"/>
            <ac:spMk id="2" creationId="{3C1A8118-F970-5690-067F-D7E46FD8ACB2}"/>
          </ac:spMkLst>
        </pc:spChg>
        <pc:spChg chg="del mod">
          <ac:chgData name="Pablo Bernabeu" userId="22488759-3eb8-4542-8dbd-b58228c87cfe" providerId="ADAL" clId="{DA86D705-E999-416D-A141-16354A75C189}" dt="2023-11-26T19:30:16.597" v="1348"/>
          <ac:spMkLst>
            <pc:docMk/>
            <pc:sldMk cId="1809670141" sldId="386"/>
            <ac:spMk id="3" creationId="{333B39DD-C078-E095-694E-780866CE3461}"/>
          </ac:spMkLst>
        </pc:spChg>
        <pc:spChg chg="mod">
          <ac:chgData name="Pablo Bernabeu" userId="22488759-3eb8-4542-8dbd-b58228c87cfe" providerId="ADAL" clId="{DA86D705-E999-416D-A141-16354A75C189}" dt="2023-11-26T19:40:52.866" v="1675" actId="1037"/>
          <ac:spMkLst>
            <pc:docMk/>
            <pc:sldMk cId="1809670141" sldId="386"/>
            <ac:spMk id="4" creationId="{FB39F9C9-8087-C939-E8C6-D1478C52D833}"/>
          </ac:spMkLst>
        </pc:spChg>
        <pc:spChg chg="add del mod">
          <ac:chgData name="Pablo Bernabeu" userId="22488759-3eb8-4542-8dbd-b58228c87cfe" providerId="ADAL" clId="{DA86D705-E999-416D-A141-16354A75C189}" dt="2023-11-26T19:44:54.904" v="1762" actId="478"/>
          <ac:spMkLst>
            <pc:docMk/>
            <pc:sldMk cId="1809670141" sldId="386"/>
            <ac:spMk id="7" creationId="{6874D5E7-4B99-4A8E-4D21-3E48ACAD44AD}"/>
          </ac:spMkLst>
        </pc:spChg>
        <pc:spChg chg="add del">
          <ac:chgData name="Pablo Bernabeu" userId="22488759-3eb8-4542-8dbd-b58228c87cfe" providerId="ADAL" clId="{DA86D705-E999-416D-A141-16354A75C189}" dt="2023-11-26T19:31:27.107" v="1379" actId="26606"/>
          <ac:spMkLst>
            <pc:docMk/>
            <pc:sldMk cId="1809670141" sldId="386"/>
            <ac:spMk id="10" creationId="{A3363022-C969-41E9-8EB2-E4C94908C1FA}"/>
          </ac:spMkLst>
        </pc:spChg>
        <pc:spChg chg="add del">
          <ac:chgData name="Pablo Bernabeu" userId="22488759-3eb8-4542-8dbd-b58228c87cfe" providerId="ADAL" clId="{DA86D705-E999-416D-A141-16354A75C189}" dt="2023-11-26T19:31:27.107" v="1379" actId="26606"/>
          <ac:spMkLst>
            <pc:docMk/>
            <pc:sldMk cId="1809670141" sldId="386"/>
            <ac:spMk id="12" creationId="{8D1AD6B3-BE88-4CEB-BA17-790657CC4729}"/>
          </ac:spMkLst>
        </pc:spChg>
        <pc:grpChg chg="add del">
          <ac:chgData name="Pablo Bernabeu" userId="22488759-3eb8-4542-8dbd-b58228c87cfe" providerId="ADAL" clId="{DA86D705-E999-416D-A141-16354A75C189}" dt="2023-11-26T19:31:27.107" v="1379" actId="26606"/>
          <ac:grpSpMkLst>
            <pc:docMk/>
            <pc:sldMk cId="1809670141" sldId="386"/>
            <ac:grpSpMk id="14" creationId="{89D1390B-7E13-4B4F-9CB2-391063412E54}"/>
          </ac:grpSpMkLst>
        </pc:grpChg>
        <pc:graphicFrameChg chg="add mod ord modGraphic">
          <ac:chgData name="Pablo Bernabeu" userId="22488759-3eb8-4542-8dbd-b58228c87cfe" providerId="ADAL" clId="{DA86D705-E999-416D-A141-16354A75C189}" dt="2023-11-27T13:36:08.077" v="5525" actId="113"/>
          <ac:graphicFrameMkLst>
            <pc:docMk/>
            <pc:sldMk cId="1809670141" sldId="386"/>
            <ac:graphicFrameMk id="5" creationId="{B9EF8B59-A141-CF38-CBED-B10617922639}"/>
          </ac:graphicFrameMkLst>
        </pc:graphicFrameChg>
        <pc:picChg chg="add mod">
          <ac:chgData name="Pablo Bernabeu" userId="22488759-3eb8-4542-8dbd-b58228c87cfe" providerId="ADAL" clId="{DA86D705-E999-416D-A141-16354A75C189}" dt="2023-11-26T20:54:04.267" v="2303" actId="1036"/>
          <ac:picMkLst>
            <pc:docMk/>
            <pc:sldMk cId="1809670141" sldId="386"/>
            <ac:picMk id="9" creationId="{B48D77CF-5168-7349-C5D7-F45054B786DB}"/>
          </ac:picMkLst>
        </pc:picChg>
        <pc:picChg chg="add mod">
          <ac:chgData name="Pablo Bernabeu" userId="22488759-3eb8-4542-8dbd-b58228c87cfe" providerId="ADAL" clId="{DA86D705-E999-416D-A141-16354A75C189}" dt="2023-11-26T20:57:54.941" v="2406" actId="1035"/>
          <ac:picMkLst>
            <pc:docMk/>
            <pc:sldMk cId="1809670141" sldId="386"/>
            <ac:picMk id="11" creationId="{8742AF31-1BCE-4F4D-6E0A-1665A8CDC078}"/>
          </ac:picMkLst>
        </pc:picChg>
        <pc:picChg chg="add del mod">
          <ac:chgData name="Pablo Bernabeu" userId="22488759-3eb8-4542-8dbd-b58228c87cfe" providerId="ADAL" clId="{DA86D705-E999-416D-A141-16354A75C189}" dt="2023-11-26T20:55:52.475" v="2344" actId="478"/>
          <ac:picMkLst>
            <pc:docMk/>
            <pc:sldMk cId="1809670141" sldId="386"/>
            <ac:picMk id="13" creationId="{65328D44-74AA-BEA5-8EB7-7279490AD57E}"/>
          </ac:picMkLst>
        </pc:picChg>
        <pc:picChg chg="add mod">
          <ac:chgData name="Pablo Bernabeu" userId="22488759-3eb8-4542-8dbd-b58228c87cfe" providerId="ADAL" clId="{DA86D705-E999-416D-A141-16354A75C189}" dt="2023-11-26T20:56:47.070" v="2373" actId="1035"/>
          <ac:picMkLst>
            <pc:docMk/>
            <pc:sldMk cId="1809670141" sldId="386"/>
            <ac:picMk id="18" creationId="{774CD6D8-CD2D-ABBE-1A82-4389A4DCAC58}"/>
          </ac:picMkLst>
        </pc:picChg>
      </pc:sldChg>
      <pc:sldChg chg="addSp delSp modSp new mod">
        <pc:chgData name="Pablo Bernabeu" userId="22488759-3eb8-4542-8dbd-b58228c87cfe" providerId="ADAL" clId="{DA86D705-E999-416D-A141-16354A75C189}" dt="2023-11-26T21:34:36.187" v="3020" actId="1038"/>
        <pc:sldMkLst>
          <pc:docMk/>
          <pc:sldMk cId="1069525729" sldId="387"/>
        </pc:sldMkLst>
        <pc:spChg chg="mod">
          <ac:chgData name="Pablo Bernabeu" userId="22488759-3eb8-4542-8dbd-b58228c87cfe" providerId="ADAL" clId="{DA86D705-E999-416D-A141-16354A75C189}" dt="2023-11-26T20:50:08.699" v="2226" actId="404"/>
          <ac:spMkLst>
            <pc:docMk/>
            <pc:sldMk cId="1069525729" sldId="387"/>
            <ac:spMk id="2" creationId="{A8626AF5-5FCC-E182-3FF6-B5BCA7949B69}"/>
          </ac:spMkLst>
        </pc:spChg>
        <pc:spChg chg="del">
          <ac:chgData name="Pablo Bernabeu" userId="22488759-3eb8-4542-8dbd-b58228c87cfe" providerId="ADAL" clId="{DA86D705-E999-416D-A141-16354A75C189}" dt="2023-11-26T20:12:19.330" v="1887" actId="22"/>
          <ac:spMkLst>
            <pc:docMk/>
            <pc:sldMk cId="1069525729" sldId="387"/>
            <ac:spMk id="3" creationId="{18A8BEBB-4AF1-2271-CC5A-F94B4B3435A8}"/>
          </ac:spMkLst>
        </pc:spChg>
        <pc:spChg chg="add mod">
          <ac:chgData name="Pablo Bernabeu" userId="22488759-3eb8-4542-8dbd-b58228c87cfe" providerId="ADAL" clId="{DA86D705-E999-416D-A141-16354A75C189}" dt="2023-11-26T21:34:30.252" v="3006" actId="1036"/>
          <ac:spMkLst>
            <pc:docMk/>
            <pc:sldMk cId="1069525729" sldId="387"/>
            <ac:spMk id="7" creationId="{C5906724-14FF-5CEF-B139-35A80C256B4E}"/>
          </ac:spMkLst>
        </pc:spChg>
        <pc:picChg chg="add mod ord">
          <ac:chgData name="Pablo Bernabeu" userId="22488759-3eb8-4542-8dbd-b58228c87cfe" providerId="ADAL" clId="{DA86D705-E999-416D-A141-16354A75C189}" dt="2023-11-26T21:34:36.187" v="3020" actId="1038"/>
          <ac:picMkLst>
            <pc:docMk/>
            <pc:sldMk cId="1069525729" sldId="387"/>
            <ac:picMk id="6" creationId="{F0D8E6CE-B907-2B86-FAD9-B2A4B725D6C6}"/>
          </ac:picMkLst>
        </pc:picChg>
      </pc:sldChg>
      <pc:sldChg chg="addSp delSp modSp add mod ord">
        <pc:chgData name="Pablo Bernabeu" userId="22488759-3eb8-4542-8dbd-b58228c87cfe" providerId="ADAL" clId="{DA86D705-E999-416D-A141-16354A75C189}" dt="2023-11-27T09:18:20.492" v="5453" actId="20577"/>
        <pc:sldMkLst>
          <pc:docMk/>
          <pc:sldMk cId="2613369236" sldId="388"/>
        </pc:sldMkLst>
        <pc:spChg chg="add del mod">
          <ac:chgData name="Pablo Bernabeu" userId="22488759-3eb8-4542-8dbd-b58228c87cfe" providerId="ADAL" clId="{DA86D705-E999-416D-A141-16354A75C189}" dt="2023-11-27T09:16:20.285" v="5386" actId="20577"/>
          <ac:spMkLst>
            <pc:docMk/>
            <pc:sldMk cId="2613369236" sldId="388"/>
            <ac:spMk id="2" creationId="{57256D48-8A53-8AAB-90B9-949E84CE2AF0}"/>
          </ac:spMkLst>
        </pc:spChg>
        <pc:spChg chg="mod">
          <ac:chgData name="Pablo Bernabeu" userId="22488759-3eb8-4542-8dbd-b58228c87cfe" providerId="ADAL" clId="{DA86D705-E999-416D-A141-16354A75C189}" dt="2023-11-27T09:18:20.492" v="5453" actId="20577"/>
          <ac:spMkLst>
            <pc:docMk/>
            <pc:sldMk cId="2613369236" sldId="388"/>
            <ac:spMk id="3" creationId="{C42177E8-8018-3082-34F1-C87A5A0869DE}"/>
          </ac:spMkLst>
        </pc:spChg>
        <pc:spChg chg="add del mod">
          <ac:chgData name="Pablo Bernabeu" userId="22488759-3eb8-4542-8dbd-b58228c87cfe" providerId="ADAL" clId="{DA86D705-E999-416D-A141-16354A75C189}" dt="2023-11-26T21:09:59.628" v="2590" actId="478"/>
          <ac:spMkLst>
            <pc:docMk/>
            <pc:sldMk cId="2613369236" sldId="388"/>
            <ac:spMk id="6" creationId="{EC9F4266-E3B3-2119-77BD-D44F02FB4C5F}"/>
          </ac:spMkLst>
        </pc:spChg>
      </pc:sldChg>
      <pc:sldChg chg="modSp add del mod">
        <pc:chgData name="Pablo Bernabeu" userId="22488759-3eb8-4542-8dbd-b58228c87cfe" providerId="ADAL" clId="{DA86D705-E999-416D-A141-16354A75C189}" dt="2023-11-26T21:10:17.148" v="2592" actId="47"/>
        <pc:sldMkLst>
          <pc:docMk/>
          <pc:sldMk cId="27941042" sldId="389"/>
        </pc:sldMkLst>
        <pc:spChg chg="mod">
          <ac:chgData name="Pablo Bernabeu" userId="22488759-3eb8-4542-8dbd-b58228c87cfe" providerId="ADAL" clId="{DA86D705-E999-416D-A141-16354A75C189}" dt="2023-11-26T21:09:50.147" v="2588"/>
          <ac:spMkLst>
            <pc:docMk/>
            <pc:sldMk cId="27941042" sldId="389"/>
            <ac:spMk id="3" creationId="{C42177E8-8018-3082-34F1-C87A5A0869DE}"/>
          </ac:spMkLst>
        </pc:spChg>
      </pc:sldChg>
      <pc:sldChg chg="modSp add mod ord">
        <pc:chgData name="Pablo Bernabeu" userId="22488759-3eb8-4542-8dbd-b58228c87cfe" providerId="ADAL" clId="{DA86D705-E999-416D-A141-16354A75C189}" dt="2023-11-27T13:28:16.260" v="5510" actId="20577"/>
        <pc:sldMkLst>
          <pc:docMk/>
          <pc:sldMk cId="2105990139" sldId="390"/>
        </pc:sldMkLst>
        <pc:spChg chg="mod">
          <ac:chgData name="Pablo Bernabeu" userId="22488759-3eb8-4542-8dbd-b58228c87cfe" providerId="ADAL" clId="{DA86D705-E999-416D-A141-16354A75C189}" dt="2023-11-27T09:15:08.975" v="5366" actId="27636"/>
          <ac:spMkLst>
            <pc:docMk/>
            <pc:sldMk cId="2105990139" sldId="390"/>
            <ac:spMk id="2" creationId="{57256D48-8A53-8AAB-90B9-949E84CE2AF0}"/>
          </ac:spMkLst>
        </pc:spChg>
        <pc:spChg chg="mod">
          <ac:chgData name="Pablo Bernabeu" userId="22488759-3eb8-4542-8dbd-b58228c87cfe" providerId="ADAL" clId="{DA86D705-E999-416D-A141-16354A75C189}" dt="2023-11-27T13:28:16.260" v="5510" actId="20577"/>
          <ac:spMkLst>
            <pc:docMk/>
            <pc:sldMk cId="2105990139" sldId="390"/>
            <ac:spMk id="3" creationId="{C42177E8-8018-3082-34F1-C87A5A0869DE}"/>
          </ac:spMkLst>
        </pc:spChg>
        <pc:spChg chg="mod">
          <ac:chgData name="Pablo Bernabeu" userId="22488759-3eb8-4542-8dbd-b58228c87cfe" providerId="ADAL" clId="{DA86D705-E999-416D-A141-16354A75C189}" dt="2023-11-26T22:30:49.653" v="4963" actId="1036"/>
          <ac:spMkLst>
            <pc:docMk/>
            <pc:sldMk cId="2105990139" sldId="390"/>
            <ac:spMk id="4" creationId="{33185B22-09EE-D884-006B-1B485150FEBD}"/>
          </ac:spMkLst>
        </pc:spChg>
      </pc:sldChg>
      <pc:sldChg chg="modSp add mod">
        <pc:chgData name="Pablo Bernabeu" userId="22488759-3eb8-4542-8dbd-b58228c87cfe" providerId="ADAL" clId="{DA86D705-E999-416D-A141-16354A75C189}" dt="2023-11-26T21:35:20.341" v="3023" actId="20577"/>
        <pc:sldMkLst>
          <pc:docMk/>
          <pc:sldMk cId="3434226429" sldId="391"/>
        </pc:sldMkLst>
        <pc:spChg chg="mod">
          <ac:chgData name="Pablo Bernabeu" userId="22488759-3eb8-4542-8dbd-b58228c87cfe" providerId="ADAL" clId="{DA86D705-E999-416D-A141-16354A75C189}" dt="2023-11-26T21:35:20.341" v="3023" actId="20577"/>
          <ac:spMkLst>
            <pc:docMk/>
            <pc:sldMk cId="3434226429" sldId="391"/>
            <ac:spMk id="3" creationId="{87C29B66-BF99-0310-74FF-14C63D04C2AE}"/>
          </ac:spMkLst>
        </pc:spChg>
      </pc:sldChg>
      <pc:sldChg chg="modSp add mod">
        <pc:chgData name="Pablo Bernabeu" userId="22488759-3eb8-4542-8dbd-b58228c87cfe" providerId="ADAL" clId="{DA86D705-E999-416D-A141-16354A75C189}" dt="2023-11-26T21:35:38.291" v="3026" actId="6549"/>
        <pc:sldMkLst>
          <pc:docMk/>
          <pc:sldMk cId="3977916788" sldId="392"/>
        </pc:sldMkLst>
        <pc:spChg chg="mod">
          <ac:chgData name="Pablo Bernabeu" userId="22488759-3eb8-4542-8dbd-b58228c87cfe" providerId="ADAL" clId="{DA86D705-E999-416D-A141-16354A75C189}" dt="2023-11-26T21:35:38.291" v="3026" actId="6549"/>
          <ac:spMkLst>
            <pc:docMk/>
            <pc:sldMk cId="3977916788" sldId="392"/>
            <ac:spMk id="3" creationId="{87C29B66-BF99-0310-74FF-14C63D04C2AE}"/>
          </ac:spMkLst>
        </pc:spChg>
      </pc:sldChg>
      <pc:sldChg chg="modSp add mod">
        <pc:chgData name="Pablo Bernabeu" userId="22488759-3eb8-4542-8dbd-b58228c87cfe" providerId="ADAL" clId="{DA86D705-E999-416D-A141-16354A75C189}" dt="2023-11-26T21:35:48.578" v="3030" actId="20577"/>
        <pc:sldMkLst>
          <pc:docMk/>
          <pc:sldMk cId="643936530" sldId="393"/>
        </pc:sldMkLst>
        <pc:spChg chg="mod">
          <ac:chgData name="Pablo Bernabeu" userId="22488759-3eb8-4542-8dbd-b58228c87cfe" providerId="ADAL" clId="{DA86D705-E999-416D-A141-16354A75C189}" dt="2023-11-26T21:35:48.578" v="3030" actId="20577"/>
          <ac:spMkLst>
            <pc:docMk/>
            <pc:sldMk cId="643936530" sldId="393"/>
            <ac:spMk id="3" creationId="{87C29B66-BF99-0310-74FF-14C63D04C2AE}"/>
          </ac:spMkLst>
        </pc:spChg>
      </pc:sldChg>
      <pc:sldChg chg="modSp add mod">
        <pc:chgData name="Pablo Bernabeu" userId="22488759-3eb8-4542-8dbd-b58228c87cfe" providerId="ADAL" clId="{DA86D705-E999-416D-A141-16354A75C189}" dt="2023-11-26T21:35:59.979" v="3033" actId="20577"/>
        <pc:sldMkLst>
          <pc:docMk/>
          <pc:sldMk cId="3746251118" sldId="394"/>
        </pc:sldMkLst>
        <pc:spChg chg="mod">
          <ac:chgData name="Pablo Bernabeu" userId="22488759-3eb8-4542-8dbd-b58228c87cfe" providerId="ADAL" clId="{DA86D705-E999-416D-A141-16354A75C189}" dt="2023-11-26T21:35:59.979" v="3033" actId="20577"/>
          <ac:spMkLst>
            <pc:docMk/>
            <pc:sldMk cId="3746251118" sldId="394"/>
            <ac:spMk id="3" creationId="{87C29B66-BF99-0310-74FF-14C63D04C2AE}"/>
          </ac:spMkLst>
        </pc:spChg>
      </pc:sldChg>
      <pc:sldChg chg="modSp add mod">
        <pc:chgData name="Pablo Bernabeu" userId="22488759-3eb8-4542-8dbd-b58228c87cfe" providerId="ADAL" clId="{DA86D705-E999-416D-A141-16354A75C189}" dt="2023-11-26T21:36:03.983" v="3034" actId="20577"/>
        <pc:sldMkLst>
          <pc:docMk/>
          <pc:sldMk cId="1857782304" sldId="395"/>
        </pc:sldMkLst>
        <pc:spChg chg="mod">
          <ac:chgData name="Pablo Bernabeu" userId="22488759-3eb8-4542-8dbd-b58228c87cfe" providerId="ADAL" clId="{DA86D705-E999-416D-A141-16354A75C189}" dt="2023-11-26T21:36:03.983" v="3034" actId="20577"/>
          <ac:spMkLst>
            <pc:docMk/>
            <pc:sldMk cId="1857782304" sldId="395"/>
            <ac:spMk id="3" creationId="{87C29B66-BF99-0310-74FF-14C63D04C2AE}"/>
          </ac:spMkLst>
        </pc:spChg>
      </pc:sldChg>
      <pc:sldChg chg="add">
        <pc:chgData name="Pablo Bernabeu" userId="22488759-3eb8-4542-8dbd-b58228c87cfe" providerId="ADAL" clId="{DA86D705-E999-416D-A141-16354A75C189}" dt="2023-11-26T21:35:41.393" v="3029"/>
        <pc:sldMkLst>
          <pc:docMk/>
          <pc:sldMk cId="1584174243" sldId="396"/>
        </pc:sldMkLst>
      </pc:sldChg>
      <pc:sldChg chg="modSp new mod ord">
        <pc:chgData name="Pablo Bernabeu" userId="22488759-3eb8-4542-8dbd-b58228c87cfe" providerId="ADAL" clId="{DA86D705-E999-416D-A141-16354A75C189}" dt="2023-11-27T13:28:24.391" v="5512" actId="113"/>
        <pc:sldMkLst>
          <pc:docMk/>
          <pc:sldMk cId="3923225290" sldId="397"/>
        </pc:sldMkLst>
        <pc:spChg chg="mod">
          <ac:chgData name="Pablo Bernabeu" userId="22488759-3eb8-4542-8dbd-b58228c87cfe" providerId="ADAL" clId="{DA86D705-E999-416D-A141-16354A75C189}" dt="2023-11-27T13:28:24.391" v="5512" actId="113"/>
          <ac:spMkLst>
            <pc:docMk/>
            <pc:sldMk cId="3923225290" sldId="397"/>
            <ac:spMk id="2" creationId="{31DA5DE4-9000-802F-F422-0C8C1D33BF92}"/>
          </ac:spMkLst>
        </pc:spChg>
        <pc:spChg chg="mod">
          <ac:chgData name="Pablo Bernabeu" userId="22488759-3eb8-4542-8dbd-b58228c87cfe" providerId="ADAL" clId="{DA86D705-E999-416D-A141-16354A75C189}" dt="2023-11-26T22:20:13.904" v="4825" actId="1035"/>
          <ac:spMkLst>
            <pc:docMk/>
            <pc:sldMk cId="3923225290" sldId="397"/>
            <ac:spMk id="3" creationId="{D9C9D971-EEC7-8B7C-429B-F86F8BAB6ABD}"/>
          </ac:spMkLst>
        </pc:spChg>
        <pc:spChg chg="mod">
          <ac:chgData name="Pablo Bernabeu" userId="22488759-3eb8-4542-8dbd-b58228c87cfe" providerId="ADAL" clId="{DA86D705-E999-416D-A141-16354A75C189}" dt="2023-11-26T22:20:13.904" v="4825" actId="1035"/>
          <ac:spMkLst>
            <pc:docMk/>
            <pc:sldMk cId="3923225290" sldId="397"/>
            <ac:spMk id="4" creationId="{C30C1D89-0471-309D-53BD-DB00487BFB32}"/>
          </ac:spMkLst>
        </pc:spChg>
      </pc:sldChg>
      <pc:sldChg chg="modSp add mod ord">
        <pc:chgData name="Pablo Bernabeu" userId="22488759-3eb8-4542-8dbd-b58228c87cfe" providerId="ADAL" clId="{DA86D705-E999-416D-A141-16354A75C189}" dt="2023-11-26T22:21:03.351" v="4852"/>
        <pc:sldMkLst>
          <pc:docMk/>
          <pc:sldMk cId="2121060319" sldId="398"/>
        </pc:sldMkLst>
        <pc:spChg chg="mod">
          <ac:chgData name="Pablo Bernabeu" userId="22488759-3eb8-4542-8dbd-b58228c87cfe" providerId="ADAL" clId="{DA86D705-E999-416D-A141-16354A75C189}" dt="2023-11-26T21:53:05.044" v="3336" actId="1035"/>
          <ac:spMkLst>
            <pc:docMk/>
            <pc:sldMk cId="2121060319" sldId="398"/>
            <ac:spMk id="7" creationId="{5F24425C-A450-1FD9-A1C9-0B691780EB0B}"/>
          </ac:spMkLst>
        </pc:spChg>
      </pc:sldChg>
      <pc:sldChg chg="addSp delSp modSp add mod">
        <pc:chgData name="Pablo Bernabeu" userId="22488759-3eb8-4542-8dbd-b58228c87cfe" providerId="ADAL" clId="{DA86D705-E999-416D-A141-16354A75C189}" dt="2023-11-27T09:19:55.336" v="5485"/>
        <pc:sldMkLst>
          <pc:docMk/>
          <pc:sldMk cId="1555509236" sldId="399"/>
        </pc:sldMkLst>
        <pc:spChg chg="mod">
          <ac:chgData name="Pablo Bernabeu" userId="22488759-3eb8-4542-8dbd-b58228c87cfe" providerId="ADAL" clId="{DA86D705-E999-416D-A141-16354A75C189}" dt="2023-11-26T22:14:06.601" v="4486" actId="20577"/>
          <ac:spMkLst>
            <pc:docMk/>
            <pc:sldMk cId="1555509236" sldId="399"/>
            <ac:spMk id="2" creationId="{57256D48-8A53-8AAB-90B9-949E84CE2AF0}"/>
          </ac:spMkLst>
        </pc:spChg>
        <pc:spChg chg="mod">
          <ac:chgData name="Pablo Bernabeu" userId="22488759-3eb8-4542-8dbd-b58228c87cfe" providerId="ADAL" clId="{DA86D705-E999-416D-A141-16354A75C189}" dt="2023-11-27T09:19:55.336" v="5485"/>
          <ac:spMkLst>
            <pc:docMk/>
            <pc:sldMk cId="1555509236" sldId="399"/>
            <ac:spMk id="3" creationId="{C42177E8-8018-3082-34F1-C87A5A0869DE}"/>
          </ac:spMkLst>
        </pc:spChg>
        <pc:spChg chg="add del">
          <ac:chgData name="Pablo Bernabeu" userId="22488759-3eb8-4542-8dbd-b58228c87cfe" providerId="ADAL" clId="{DA86D705-E999-416D-A141-16354A75C189}" dt="2023-11-26T22:03:55.142" v="3628" actId="22"/>
          <ac:spMkLst>
            <pc:docMk/>
            <pc:sldMk cId="1555509236" sldId="399"/>
            <ac:spMk id="6" creationId="{F1F32B45-E558-C72A-1AE2-A88910126040}"/>
          </ac:spMkLst>
        </pc:spChg>
      </pc:sldChg>
      <pc:sldChg chg="modSp add mod ord">
        <pc:chgData name="Pablo Bernabeu" userId="22488759-3eb8-4542-8dbd-b58228c87cfe" providerId="ADAL" clId="{DA86D705-E999-416D-A141-16354A75C189}" dt="2023-11-27T09:14:58.212" v="5364" actId="20577"/>
        <pc:sldMkLst>
          <pc:docMk/>
          <pc:sldMk cId="552012058" sldId="400"/>
        </pc:sldMkLst>
        <pc:spChg chg="mod">
          <ac:chgData name="Pablo Bernabeu" userId="22488759-3eb8-4542-8dbd-b58228c87cfe" providerId="ADAL" clId="{DA86D705-E999-416D-A141-16354A75C189}" dt="2023-11-27T09:14:58.212" v="5364" actId="20577"/>
          <ac:spMkLst>
            <pc:docMk/>
            <pc:sldMk cId="552012058" sldId="400"/>
            <ac:spMk id="2" creationId="{57256D48-8A53-8AAB-90B9-949E84CE2AF0}"/>
          </ac:spMkLst>
        </pc:spChg>
        <pc:spChg chg="mod">
          <ac:chgData name="Pablo Bernabeu" userId="22488759-3eb8-4542-8dbd-b58228c87cfe" providerId="ADAL" clId="{DA86D705-E999-416D-A141-16354A75C189}" dt="2023-11-26T22:36:03.628" v="5063" actId="20577"/>
          <ac:spMkLst>
            <pc:docMk/>
            <pc:sldMk cId="552012058" sldId="400"/>
            <ac:spMk id="3" creationId="{C42177E8-8018-3082-34F1-C87A5A0869DE}"/>
          </ac:spMkLst>
        </pc:spChg>
        <pc:spChg chg="mod">
          <ac:chgData name="Pablo Bernabeu" userId="22488759-3eb8-4542-8dbd-b58228c87cfe" providerId="ADAL" clId="{DA86D705-E999-416D-A141-16354A75C189}" dt="2023-11-26T22:30:40.961" v="4951" actId="1035"/>
          <ac:spMkLst>
            <pc:docMk/>
            <pc:sldMk cId="552012058" sldId="400"/>
            <ac:spMk id="4" creationId="{33185B22-09EE-D884-006B-1B485150FEBD}"/>
          </ac:spMkLst>
        </pc:spChg>
      </pc:sldChg>
      <pc:sldChg chg="modSp add mod ord">
        <pc:chgData name="Pablo Bernabeu" userId="22488759-3eb8-4542-8dbd-b58228c87cfe" providerId="ADAL" clId="{DA86D705-E999-416D-A141-16354A75C189}" dt="2023-11-27T13:28:37.128" v="5517" actId="20577"/>
        <pc:sldMkLst>
          <pc:docMk/>
          <pc:sldMk cId="2235010292" sldId="401"/>
        </pc:sldMkLst>
        <pc:spChg chg="mod">
          <ac:chgData name="Pablo Bernabeu" userId="22488759-3eb8-4542-8dbd-b58228c87cfe" providerId="ADAL" clId="{DA86D705-E999-416D-A141-16354A75C189}" dt="2023-11-27T13:28:37.128" v="5517" actId="20577"/>
          <ac:spMkLst>
            <pc:docMk/>
            <pc:sldMk cId="2235010292" sldId="401"/>
            <ac:spMk id="2" creationId="{57256D48-8A53-8AAB-90B9-949E84CE2AF0}"/>
          </ac:spMkLst>
        </pc:spChg>
        <pc:spChg chg="mod">
          <ac:chgData name="Pablo Bernabeu" userId="22488759-3eb8-4542-8dbd-b58228c87cfe" providerId="ADAL" clId="{DA86D705-E999-416D-A141-16354A75C189}" dt="2023-11-26T22:28:41.495" v="4940" actId="20577"/>
          <ac:spMkLst>
            <pc:docMk/>
            <pc:sldMk cId="2235010292" sldId="401"/>
            <ac:spMk id="3" creationId="{C42177E8-8018-3082-34F1-C87A5A0869DE}"/>
          </ac:spMkLst>
        </pc:spChg>
      </pc:sldChg>
      <pc:sldChg chg="modSp add mod">
        <pc:chgData name="Pablo Bernabeu" userId="22488759-3eb8-4542-8dbd-b58228c87cfe" providerId="ADAL" clId="{DA86D705-E999-416D-A141-16354A75C189}" dt="2023-11-26T22:20:34.587" v="4847" actId="403"/>
        <pc:sldMkLst>
          <pc:docMk/>
          <pc:sldMk cId="244105205" sldId="402"/>
        </pc:sldMkLst>
        <pc:spChg chg="mod">
          <ac:chgData name="Pablo Bernabeu" userId="22488759-3eb8-4542-8dbd-b58228c87cfe" providerId="ADAL" clId="{DA86D705-E999-416D-A141-16354A75C189}" dt="2023-11-26T22:20:34.587" v="4847" actId="403"/>
          <ac:spMkLst>
            <pc:docMk/>
            <pc:sldMk cId="244105205" sldId="402"/>
            <ac:spMk id="2" creationId="{31DA5DE4-9000-802F-F422-0C8C1D33BF92}"/>
          </ac:spMkLst>
        </pc:spChg>
      </pc:sldChg>
      <pc:sldChg chg="modSp add mod ord">
        <pc:chgData name="Pablo Bernabeu" userId="22488759-3eb8-4542-8dbd-b58228c87cfe" providerId="ADAL" clId="{DA86D705-E999-416D-A141-16354A75C189}" dt="2023-11-26T22:21:27.938" v="4857" actId="14100"/>
        <pc:sldMkLst>
          <pc:docMk/>
          <pc:sldMk cId="1055623303" sldId="403"/>
        </pc:sldMkLst>
        <pc:spChg chg="mod">
          <ac:chgData name="Pablo Bernabeu" userId="22488759-3eb8-4542-8dbd-b58228c87cfe" providerId="ADAL" clId="{DA86D705-E999-416D-A141-16354A75C189}" dt="2023-11-26T22:21:27.938" v="4857" actId="14100"/>
          <ac:spMkLst>
            <pc:docMk/>
            <pc:sldMk cId="1055623303" sldId="403"/>
            <ac:spMk id="2" creationId="{31DA5DE4-9000-802F-F422-0C8C1D33BF92}"/>
          </ac:spMkLst>
        </pc:spChg>
      </pc:sldChg>
      <pc:sldChg chg="modSp add mod ord">
        <pc:chgData name="Pablo Bernabeu" userId="22488759-3eb8-4542-8dbd-b58228c87cfe" providerId="ADAL" clId="{DA86D705-E999-416D-A141-16354A75C189}" dt="2023-11-27T13:28:30.642" v="5514" actId="20577"/>
        <pc:sldMkLst>
          <pc:docMk/>
          <pc:sldMk cId="3211009889" sldId="404"/>
        </pc:sldMkLst>
        <pc:spChg chg="mod">
          <ac:chgData name="Pablo Bernabeu" userId="22488759-3eb8-4542-8dbd-b58228c87cfe" providerId="ADAL" clId="{DA86D705-E999-416D-A141-16354A75C189}" dt="2023-11-27T13:28:30.642" v="5514" actId="20577"/>
          <ac:spMkLst>
            <pc:docMk/>
            <pc:sldMk cId="3211009889" sldId="404"/>
            <ac:spMk id="2" creationId="{57256D48-8A53-8AAB-90B9-949E84CE2AF0}"/>
          </ac:spMkLst>
        </pc:spChg>
        <pc:spChg chg="mod">
          <ac:chgData name="Pablo Bernabeu" userId="22488759-3eb8-4542-8dbd-b58228c87cfe" providerId="ADAL" clId="{DA86D705-E999-416D-A141-16354A75C189}" dt="2023-11-27T09:20:17.683" v="5502"/>
          <ac:spMkLst>
            <pc:docMk/>
            <pc:sldMk cId="3211009889" sldId="404"/>
            <ac:spMk id="3" creationId="{C42177E8-8018-3082-34F1-C87A5A0869DE}"/>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3E5A3EA-712A-4137-9580-36C87386ABA6}"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599AF0D-F81D-44ED-8201-29CC23F9293C}">
      <dgm:prSet/>
      <dgm:spPr/>
      <dgm:t>
        <a:bodyPr/>
        <a:lstStyle/>
        <a:p>
          <a:pPr>
            <a:lnSpc>
              <a:spcPct val="100000"/>
            </a:lnSpc>
          </a:pPr>
          <a:r>
            <a:rPr lang="en-US" b="1" dirty="0"/>
            <a:t>Hypothesis 1: </a:t>
          </a:r>
          <a:r>
            <a:rPr lang="en-US" dirty="0"/>
            <a:t>greater executive functions (overall, incl. </a:t>
          </a:r>
          <a:r>
            <a:rPr lang="en-US" dirty="0" err="1"/>
            <a:t>rs</a:t>
          </a:r>
          <a:r>
            <a:rPr lang="en-US" dirty="0"/>
            <a:t>-EEG) </a:t>
          </a:r>
        </a:p>
        <a:p>
          <a:pPr>
            <a:lnSpc>
              <a:spcPct val="100000"/>
            </a:lnSpc>
          </a:pPr>
          <a:r>
            <a:rPr lang="en-US" dirty="0">
              <a:sym typeface="Wingdings" panose="05000000000000000000" pitchFamily="2" charset="2"/>
            </a:rPr>
            <a:t></a:t>
          </a:r>
          <a:r>
            <a:rPr lang="en-US" dirty="0"/>
            <a:t> greater precursors of transfer (N2, P3)</a:t>
          </a:r>
        </a:p>
      </dgm:t>
    </dgm:pt>
    <dgm:pt modelId="{3ACFFC42-6202-4113-9B80-C8773E4F664E}" type="parTrans" cxnId="{DDCBDDF5-42C7-47FB-849F-B0ECF52CE2E0}">
      <dgm:prSet/>
      <dgm:spPr/>
      <dgm:t>
        <a:bodyPr/>
        <a:lstStyle/>
        <a:p>
          <a:endParaRPr lang="en-US"/>
        </a:p>
      </dgm:t>
    </dgm:pt>
    <dgm:pt modelId="{B0B52EBA-BB0D-4838-AB50-07156B6BEE38}" type="sibTrans" cxnId="{DDCBDDF5-42C7-47FB-849F-B0ECF52CE2E0}">
      <dgm:prSet/>
      <dgm:spPr/>
      <dgm:t>
        <a:bodyPr/>
        <a:lstStyle/>
        <a:p>
          <a:endParaRPr lang="en-US"/>
        </a:p>
      </dgm:t>
    </dgm:pt>
    <dgm:pt modelId="{27B296FA-5110-4C5F-8E83-CBD9608E2A69}">
      <dgm:prSet/>
      <dgm:spPr/>
      <dgm:t>
        <a:bodyPr/>
        <a:lstStyle/>
        <a:p>
          <a:pPr>
            <a:lnSpc>
              <a:spcPct val="100000"/>
            </a:lnSpc>
          </a:pPr>
          <a:r>
            <a:rPr lang="en-US" b="1" dirty="0"/>
            <a:t>Hypothesis 2: </a:t>
          </a:r>
          <a:r>
            <a:rPr lang="en-US" dirty="0"/>
            <a:t>greater executive functions (overall , incl. </a:t>
          </a:r>
          <a:r>
            <a:rPr lang="en-US" dirty="0" err="1"/>
            <a:t>rs</a:t>
          </a:r>
          <a:r>
            <a:rPr lang="en-US" dirty="0"/>
            <a:t>-EEG) </a:t>
          </a:r>
        </a:p>
        <a:p>
          <a:pPr>
            <a:lnSpc>
              <a:spcPct val="100000"/>
            </a:lnSpc>
          </a:pPr>
          <a:r>
            <a:rPr lang="en-US" dirty="0">
              <a:sym typeface="Wingdings" panose="05000000000000000000" pitchFamily="2" charset="2"/>
            </a:rPr>
            <a:t></a:t>
          </a:r>
          <a:r>
            <a:rPr lang="en-US" dirty="0"/>
            <a:t> greater signatures of transfer (P600)</a:t>
          </a:r>
        </a:p>
      </dgm:t>
    </dgm:pt>
    <dgm:pt modelId="{ECE8E630-06F6-4FF1-A539-109246B58A63}" type="parTrans" cxnId="{727611E8-3923-4594-B45D-FF8A9E27D36F}">
      <dgm:prSet/>
      <dgm:spPr/>
      <dgm:t>
        <a:bodyPr/>
        <a:lstStyle/>
        <a:p>
          <a:endParaRPr lang="en-US"/>
        </a:p>
      </dgm:t>
    </dgm:pt>
    <dgm:pt modelId="{CEB7C1E2-E1C4-435A-B0B7-5DF4CECBE9C9}" type="sibTrans" cxnId="{727611E8-3923-4594-B45D-FF8A9E27D36F}">
      <dgm:prSet/>
      <dgm:spPr/>
      <dgm:t>
        <a:bodyPr/>
        <a:lstStyle/>
        <a:p>
          <a:endParaRPr lang="en-US"/>
        </a:p>
      </dgm:t>
    </dgm:pt>
    <dgm:pt modelId="{A0D6B645-6E0D-453B-871F-390995E2B56A}" type="pres">
      <dgm:prSet presAssocID="{F3E5A3EA-712A-4137-9580-36C87386ABA6}" presName="root" presStyleCnt="0">
        <dgm:presLayoutVars>
          <dgm:dir/>
          <dgm:resizeHandles val="exact"/>
        </dgm:presLayoutVars>
      </dgm:prSet>
      <dgm:spPr/>
    </dgm:pt>
    <dgm:pt modelId="{309DC8E0-DA1F-4594-A2AD-DC958CE4DD2A}" type="pres">
      <dgm:prSet presAssocID="{3599AF0D-F81D-44ED-8201-29CC23F9293C}" presName="compNode" presStyleCnt="0"/>
      <dgm:spPr/>
    </dgm:pt>
    <dgm:pt modelId="{3B61B7D2-281C-4D56-8C10-92398E48239F}" type="pres">
      <dgm:prSet presAssocID="{3599AF0D-F81D-44ED-8201-29CC23F9293C}" presName="bgRect" presStyleLbl="bgShp" presStyleIdx="0" presStyleCnt="2" custLinFactNeighborY="-26296"/>
      <dgm:spPr/>
    </dgm:pt>
    <dgm:pt modelId="{3802915C-C38E-4569-A306-6EA93A104DAB}" type="pres">
      <dgm:prSet presAssocID="{3599AF0D-F81D-44ED-8201-29CC23F9293C}" presName="iconRect" presStyleLbl="node1" presStyleIdx="0" presStyleCnt="2" custFlipVert="0" custFlipHor="1" custScaleX="5830" custScaleY="8937" custLinFactX="-2852" custLinFactY="-84925" custLinFactNeighborX="-100000" custLinFactNeighborY="-100000"/>
      <dgm:spPr/>
    </dgm:pt>
    <dgm:pt modelId="{9CFD1A91-B400-4176-8674-102C72E91805}" type="pres">
      <dgm:prSet presAssocID="{3599AF0D-F81D-44ED-8201-29CC23F9293C}" presName="spaceRect" presStyleCnt="0"/>
      <dgm:spPr/>
    </dgm:pt>
    <dgm:pt modelId="{24C3E392-0ABA-40FA-BCA8-80584CDEAB97}" type="pres">
      <dgm:prSet presAssocID="{3599AF0D-F81D-44ED-8201-29CC23F9293C}" presName="parTx" presStyleLbl="revTx" presStyleIdx="0" presStyleCnt="2" custLinFactNeighborY="-29030">
        <dgm:presLayoutVars>
          <dgm:chMax val="0"/>
          <dgm:chPref val="0"/>
        </dgm:presLayoutVars>
      </dgm:prSet>
      <dgm:spPr/>
    </dgm:pt>
    <dgm:pt modelId="{6898B1E6-8585-4FB9-BC98-0139D403D3AA}" type="pres">
      <dgm:prSet presAssocID="{B0B52EBA-BB0D-4838-AB50-07156B6BEE38}" presName="sibTrans" presStyleCnt="0"/>
      <dgm:spPr/>
    </dgm:pt>
    <dgm:pt modelId="{14F396B3-55D3-4114-858E-181E449E453F}" type="pres">
      <dgm:prSet presAssocID="{27B296FA-5110-4C5F-8E83-CBD9608E2A69}" presName="compNode" presStyleCnt="0"/>
      <dgm:spPr/>
    </dgm:pt>
    <dgm:pt modelId="{9B6D3756-86BE-4787-AB98-23EB0AFC19C3}" type="pres">
      <dgm:prSet presAssocID="{27B296FA-5110-4C5F-8E83-CBD9608E2A69}" presName="bgRect" presStyleLbl="bgShp" presStyleIdx="1" presStyleCnt="2"/>
      <dgm:spPr>
        <a:solidFill>
          <a:schemeClr val="accent1">
            <a:lumMod val="40000"/>
            <a:lumOff val="60000"/>
          </a:schemeClr>
        </a:solidFill>
      </dgm:spPr>
    </dgm:pt>
    <dgm:pt modelId="{9612C8D8-80E5-489F-BD02-EA1398F37462}" type="pres">
      <dgm:prSet presAssocID="{27B296FA-5110-4C5F-8E83-CBD9608E2A69}" presName="iconRect" presStyleLbl="node1" presStyleIdx="1" presStyleCnt="2" custFlipVert="1" custFlipHor="1" custScaleX="5830" custScaleY="5985" custLinFactX="-88705" custLinFactY="86401" custLinFactNeighborX="-100000" custLinFactNeighborY="100000"/>
      <dgm:spPr/>
    </dgm:pt>
    <dgm:pt modelId="{C9C000FA-E47F-4FBA-9639-536E97E5DCFD}" type="pres">
      <dgm:prSet presAssocID="{27B296FA-5110-4C5F-8E83-CBD9608E2A69}" presName="spaceRect" presStyleCnt="0"/>
      <dgm:spPr/>
    </dgm:pt>
    <dgm:pt modelId="{7F3D1F44-3665-4A2A-A7CF-57151D3D082D}" type="pres">
      <dgm:prSet presAssocID="{27B296FA-5110-4C5F-8E83-CBD9608E2A69}" presName="parTx" presStyleLbl="revTx" presStyleIdx="1" presStyleCnt="2">
        <dgm:presLayoutVars>
          <dgm:chMax val="0"/>
          <dgm:chPref val="0"/>
        </dgm:presLayoutVars>
      </dgm:prSet>
      <dgm:spPr/>
    </dgm:pt>
  </dgm:ptLst>
  <dgm:cxnLst>
    <dgm:cxn modelId="{AF6A1802-C820-4979-9611-2E738BC02772}" type="presOf" srcId="{3599AF0D-F81D-44ED-8201-29CC23F9293C}" destId="{24C3E392-0ABA-40FA-BCA8-80584CDEAB97}" srcOrd="0" destOrd="0" presId="urn:microsoft.com/office/officeart/2018/2/layout/IconVerticalSolidList"/>
    <dgm:cxn modelId="{18DC0D55-C247-4B75-A02E-18F4B5E20D27}" type="presOf" srcId="{F3E5A3EA-712A-4137-9580-36C87386ABA6}" destId="{A0D6B645-6E0D-453B-871F-390995E2B56A}" srcOrd="0" destOrd="0" presId="urn:microsoft.com/office/officeart/2018/2/layout/IconVerticalSolidList"/>
    <dgm:cxn modelId="{3BE12EA2-8F35-4ACF-BEF6-885381796784}" type="presOf" srcId="{27B296FA-5110-4C5F-8E83-CBD9608E2A69}" destId="{7F3D1F44-3665-4A2A-A7CF-57151D3D082D}" srcOrd="0" destOrd="0" presId="urn:microsoft.com/office/officeart/2018/2/layout/IconVerticalSolidList"/>
    <dgm:cxn modelId="{727611E8-3923-4594-B45D-FF8A9E27D36F}" srcId="{F3E5A3EA-712A-4137-9580-36C87386ABA6}" destId="{27B296FA-5110-4C5F-8E83-CBD9608E2A69}" srcOrd="1" destOrd="0" parTransId="{ECE8E630-06F6-4FF1-A539-109246B58A63}" sibTransId="{CEB7C1E2-E1C4-435A-B0B7-5DF4CECBE9C9}"/>
    <dgm:cxn modelId="{DDCBDDF5-42C7-47FB-849F-B0ECF52CE2E0}" srcId="{F3E5A3EA-712A-4137-9580-36C87386ABA6}" destId="{3599AF0D-F81D-44ED-8201-29CC23F9293C}" srcOrd="0" destOrd="0" parTransId="{3ACFFC42-6202-4113-9B80-C8773E4F664E}" sibTransId="{B0B52EBA-BB0D-4838-AB50-07156B6BEE38}"/>
    <dgm:cxn modelId="{B1460977-149A-419D-828E-208479A46450}" type="presParOf" srcId="{A0D6B645-6E0D-453B-871F-390995E2B56A}" destId="{309DC8E0-DA1F-4594-A2AD-DC958CE4DD2A}" srcOrd="0" destOrd="0" presId="urn:microsoft.com/office/officeart/2018/2/layout/IconVerticalSolidList"/>
    <dgm:cxn modelId="{4EB1BF5A-82CC-438B-9ED8-428B1F4BA5EF}" type="presParOf" srcId="{309DC8E0-DA1F-4594-A2AD-DC958CE4DD2A}" destId="{3B61B7D2-281C-4D56-8C10-92398E48239F}" srcOrd="0" destOrd="0" presId="urn:microsoft.com/office/officeart/2018/2/layout/IconVerticalSolidList"/>
    <dgm:cxn modelId="{BE0D5294-AA58-4623-AF8C-12D15DAF39C9}" type="presParOf" srcId="{309DC8E0-DA1F-4594-A2AD-DC958CE4DD2A}" destId="{3802915C-C38E-4569-A306-6EA93A104DAB}" srcOrd="1" destOrd="0" presId="urn:microsoft.com/office/officeart/2018/2/layout/IconVerticalSolidList"/>
    <dgm:cxn modelId="{596C3E56-7DB6-4960-B3C6-922821FB8C14}" type="presParOf" srcId="{309DC8E0-DA1F-4594-A2AD-DC958CE4DD2A}" destId="{9CFD1A91-B400-4176-8674-102C72E91805}" srcOrd="2" destOrd="0" presId="urn:microsoft.com/office/officeart/2018/2/layout/IconVerticalSolidList"/>
    <dgm:cxn modelId="{90589732-B31B-4DC4-A45D-9038BAD27495}" type="presParOf" srcId="{309DC8E0-DA1F-4594-A2AD-DC958CE4DD2A}" destId="{24C3E392-0ABA-40FA-BCA8-80584CDEAB97}" srcOrd="3" destOrd="0" presId="urn:microsoft.com/office/officeart/2018/2/layout/IconVerticalSolidList"/>
    <dgm:cxn modelId="{9FE215F1-DC94-4343-99CE-64ABEBFE8F2A}" type="presParOf" srcId="{A0D6B645-6E0D-453B-871F-390995E2B56A}" destId="{6898B1E6-8585-4FB9-BC98-0139D403D3AA}" srcOrd="1" destOrd="0" presId="urn:microsoft.com/office/officeart/2018/2/layout/IconVerticalSolidList"/>
    <dgm:cxn modelId="{ED7B7157-775D-43AE-8CEE-43B4D0E46912}" type="presParOf" srcId="{A0D6B645-6E0D-453B-871F-390995E2B56A}" destId="{14F396B3-55D3-4114-858E-181E449E453F}" srcOrd="2" destOrd="0" presId="urn:microsoft.com/office/officeart/2018/2/layout/IconVerticalSolidList"/>
    <dgm:cxn modelId="{40E4E3B1-ADC0-4596-8F85-9B7D8C039E17}" type="presParOf" srcId="{14F396B3-55D3-4114-858E-181E449E453F}" destId="{9B6D3756-86BE-4787-AB98-23EB0AFC19C3}" srcOrd="0" destOrd="0" presId="urn:microsoft.com/office/officeart/2018/2/layout/IconVerticalSolidList"/>
    <dgm:cxn modelId="{CB6ABD89-EB44-412A-A0E0-6BFA96B03CBD}" type="presParOf" srcId="{14F396B3-55D3-4114-858E-181E449E453F}" destId="{9612C8D8-80E5-489F-BD02-EA1398F37462}" srcOrd="1" destOrd="0" presId="urn:microsoft.com/office/officeart/2018/2/layout/IconVerticalSolidList"/>
    <dgm:cxn modelId="{111BD3B5-8E7D-49C3-AA38-C7C8A6083F53}" type="presParOf" srcId="{14F396B3-55D3-4114-858E-181E449E453F}" destId="{C9C000FA-E47F-4FBA-9639-536E97E5DCFD}" srcOrd="2" destOrd="0" presId="urn:microsoft.com/office/officeart/2018/2/layout/IconVerticalSolidList"/>
    <dgm:cxn modelId="{AC7C7C7F-8C73-4C98-94C8-E5C674600122}" type="presParOf" srcId="{14F396B3-55D3-4114-858E-181E449E453F}" destId="{7F3D1F44-3665-4A2A-A7CF-57151D3D082D}"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B61B7D2-281C-4D56-8C10-92398E48239F}">
      <dsp:nvSpPr>
        <dsp:cNvPr id="0" name=""/>
        <dsp:cNvSpPr/>
      </dsp:nvSpPr>
      <dsp:spPr>
        <a:xfrm>
          <a:off x="0" y="397405"/>
          <a:ext cx="10515600" cy="142589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02915C-C38E-4569-A306-6EA93A104DAB}">
      <dsp:nvSpPr>
        <dsp:cNvPr id="0" name=""/>
        <dsp:cNvSpPr/>
      </dsp:nvSpPr>
      <dsp:spPr>
        <a:xfrm flipH="1">
          <a:off x="0" y="3"/>
          <a:ext cx="45721" cy="7008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4C3E392-0ABA-40FA-BCA8-80584CDEAB97}">
      <dsp:nvSpPr>
        <dsp:cNvPr id="0" name=""/>
        <dsp:cNvSpPr/>
      </dsp:nvSpPr>
      <dsp:spPr>
        <a:xfrm>
          <a:off x="1646905" y="358421"/>
          <a:ext cx="8868694" cy="1425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907" tIns="150907" rIns="150907" bIns="150907" numCol="1" spcCol="1270" anchor="ctr" anchorCtr="0">
          <a:noAutofit/>
        </a:bodyPr>
        <a:lstStyle/>
        <a:p>
          <a:pPr marL="0" lvl="0" indent="0" algn="l" defTabSz="1111250">
            <a:lnSpc>
              <a:spcPct val="100000"/>
            </a:lnSpc>
            <a:spcBef>
              <a:spcPct val="0"/>
            </a:spcBef>
            <a:spcAft>
              <a:spcPct val="35000"/>
            </a:spcAft>
            <a:buNone/>
          </a:pPr>
          <a:r>
            <a:rPr lang="en-US" sz="2500" b="1" kern="1200" dirty="0"/>
            <a:t>Hypothesis 1: </a:t>
          </a:r>
          <a:r>
            <a:rPr lang="en-US" sz="2500" kern="1200" dirty="0"/>
            <a:t>greater executive functions (overall, incl. </a:t>
          </a:r>
          <a:r>
            <a:rPr lang="en-US" sz="2500" kern="1200" dirty="0" err="1"/>
            <a:t>rs</a:t>
          </a:r>
          <a:r>
            <a:rPr lang="en-US" sz="2500" kern="1200" dirty="0"/>
            <a:t>-EEG) </a:t>
          </a:r>
        </a:p>
        <a:p>
          <a:pPr marL="0" lvl="0" indent="0" algn="l" defTabSz="1111250">
            <a:lnSpc>
              <a:spcPct val="100000"/>
            </a:lnSpc>
            <a:spcBef>
              <a:spcPct val="0"/>
            </a:spcBef>
            <a:spcAft>
              <a:spcPct val="35000"/>
            </a:spcAft>
            <a:buNone/>
          </a:pPr>
          <a:r>
            <a:rPr lang="en-US" sz="2500" kern="1200" dirty="0">
              <a:sym typeface="Wingdings" panose="05000000000000000000" pitchFamily="2" charset="2"/>
            </a:rPr>
            <a:t></a:t>
          </a:r>
          <a:r>
            <a:rPr lang="en-US" sz="2500" kern="1200" dirty="0"/>
            <a:t> greater precursors of transfer (N2, P3)</a:t>
          </a:r>
        </a:p>
      </dsp:txBody>
      <dsp:txXfrm>
        <a:off x="1646905" y="358421"/>
        <a:ext cx="8868694" cy="1425892"/>
      </dsp:txXfrm>
    </dsp:sp>
    <dsp:sp modelId="{9B6D3756-86BE-4787-AB98-23EB0AFC19C3}">
      <dsp:nvSpPr>
        <dsp:cNvPr id="0" name=""/>
        <dsp:cNvSpPr/>
      </dsp:nvSpPr>
      <dsp:spPr>
        <a:xfrm>
          <a:off x="0" y="2554724"/>
          <a:ext cx="10515600" cy="1425892"/>
        </a:xfrm>
        <a:prstGeom prst="roundRect">
          <a:avLst>
            <a:gd name="adj" fmla="val 10000"/>
          </a:avLst>
        </a:prstGeom>
        <a:solidFill>
          <a:schemeClr val="accent1">
            <a:lumMod val="40000"/>
            <a:lumOff val="60000"/>
          </a:schemeClr>
        </a:solidFill>
        <a:ln>
          <a:noFill/>
        </a:ln>
        <a:effectLst/>
      </dsp:spPr>
      <dsp:style>
        <a:lnRef idx="0">
          <a:scrgbClr r="0" g="0" b="0"/>
        </a:lnRef>
        <a:fillRef idx="1">
          <a:scrgbClr r="0" g="0" b="0"/>
        </a:fillRef>
        <a:effectRef idx="0">
          <a:scrgbClr r="0" g="0" b="0"/>
        </a:effectRef>
        <a:fontRef idx="minor"/>
      </dsp:style>
    </dsp:sp>
    <dsp:sp modelId="{9612C8D8-80E5-489F-BD02-EA1398F37462}">
      <dsp:nvSpPr>
        <dsp:cNvPr id="0" name=""/>
        <dsp:cNvSpPr/>
      </dsp:nvSpPr>
      <dsp:spPr>
        <a:xfrm flipH="1" flipV="1">
          <a:off x="0" y="4706034"/>
          <a:ext cx="45721" cy="46936"/>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3D1F44-3665-4A2A-A7CF-57151D3D082D}">
      <dsp:nvSpPr>
        <dsp:cNvPr id="0" name=""/>
        <dsp:cNvSpPr/>
      </dsp:nvSpPr>
      <dsp:spPr>
        <a:xfrm>
          <a:off x="1646905" y="2554724"/>
          <a:ext cx="8868694" cy="142589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0907" tIns="150907" rIns="150907" bIns="150907" numCol="1" spcCol="1270" anchor="ctr" anchorCtr="0">
          <a:noAutofit/>
        </a:bodyPr>
        <a:lstStyle/>
        <a:p>
          <a:pPr marL="0" lvl="0" indent="0" algn="l" defTabSz="1111250">
            <a:lnSpc>
              <a:spcPct val="100000"/>
            </a:lnSpc>
            <a:spcBef>
              <a:spcPct val="0"/>
            </a:spcBef>
            <a:spcAft>
              <a:spcPct val="35000"/>
            </a:spcAft>
            <a:buNone/>
          </a:pPr>
          <a:r>
            <a:rPr lang="en-US" sz="2500" b="1" kern="1200" dirty="0"/>
            <a:t>Hypothesis 2: </a:t>
          </a:r>
          <a:r>
            <a:rPr lang="en-US" sz="2500" kern="1200" dirty="0"/>
            <a:t>greater executive functions (overall , incl. </a:t>
          </a:r>
          <a:r>
            <a:rPr lang="en-US" sz="2500" kern="1200" dirty="0" err="1"/>
            <a:t>rs</a:t>
          </a:r>
          <a:r>
            <a:rPr lang="en-US" sz="2500" kern="1200" dirty="0"/>
            <a:t>-EEG) </a:t>
          </a:r>
        </a:p>
        <a:p>
          <a:pPr marL="0" lvl="0" indent="0" algn="l" defTabSz="1111250">
            <a:lnSpc>
              <a:spcPct val="100000"/>
            </a:lnSpc>
            <a:spcBef>
              <a:spcPct val="0"/>
            </a:spcBef>
            <a:spcAft>
              <a:spcPct val="35000"/>
            </a:spcAft>
            <a:buNone/>
          </a:pPr>
          <a:r>
            <a:rPr lang="en-US" sz="2500" kern="1200" dirty="0">
              <a:sym typeface="Wingdings" panose="05000000000000000000" pitchFamily="2" charset="2"/>
            </a:rPr>
            <a:t></a:t>
          </a:r>
          <a:r>
            <a:rPr lang="en-US" sz="2500" kern="1200" dirty="0"/>
            <a:t> greater signatures of transfer (P600)</a:t>
          </a:r>
        </a:p>
      </dsp:txBody>
      <dsp:txXfrm>
        <a:off x="1646905" y="2554724"/>
        <a:ext cx="8868694" cy="142589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D6C5B6-6814-45C9-AD29-346F2D800683}" type="datetimeFigureOut">
              <a:rPr lang="en-GB" smtClean="0"/>
              <a:t>05/07/2024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4AF0BE-CBAD-47CB-BF80-35BD7396DD61}" type="slidenum">
              <a:rPr lang="en-GB" smtClean="0"/>
              <a:t>‹#›</a:t>
            </a:fld>
            <a:endParaRPr lang="en-GB"/>
          </a:p>
        </p:txBody>
      </p:sp>
    </p:spTree>
    <p:extLst>
      <p:ext uri="{BB962C8B-B14F-4D97-AF65-F5344CB8AC3E}">
        <p14:creationId xmlns:p14="http://schemas.microsoft.com/office/powerpoint/2010/main" val="3083908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5338C-B691-3FA2-FF56-F9B6A80D0D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94E6E85-027F-C078-4068-67F6BFDCCC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ABEB4F06-958B-7BBC-35E6-06A22BE999C2}"/>
              </a:ext>
            </a:extLst>
          </p:cNvPr>
          <p:cNvSpPr>
            <a:spLocks noGrp="1"/>
          </p:cNvSpPr>
          <p:nvPr>
            <p:ph type="dt" sz="half" idx="10"/>
          </p:nvPr>
        </p:nvSpPr>
        <p:spPr/>
        <p:txBody>
          <a:bodyPr/>
          <a:lstStyle/>
          <a:p>
            <a:fld id="{2DE2C6D1-CBC5-4687-801E-FA32B15AF73E}" type="datetime1">
              <a:rPr lang="en-GB" smtClean="0"/>
              <a:t>05/07/2024</a:t>
            </a:fld>
            <a:endParaRPr lang="en-GB"/>
          </a:p>
        </p:txBody>
      </p:sp>
      <p:sp>
        <p:nvSpPr>
          <p:cNvPr id="5" name="Footer Placeholder 4">
            <a:extLst>
              <a:ext uri="{FF2B5EF4-FFF2-40B4-BE49-F238E27FC236}">
                <a16:creationId xmlns:a16="http://schemas.microsoft.com/office/drawing/2014/main" id="{14CD1D48-C89E-D652-AB6F-B0281D6DDED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D818C5D-C2CE-45AD-7FB8-62CE0F415324}"/>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2636979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A5DF2-1030-39C5-C31C-D7A2544D068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C94B4BD-2391-1917-71D9-80EA22EE19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231558D-332A-8226-C5B7-1A179156AE7E}"/>
              </a:ext>
            </a:extLst>
          </p:cNvPr>
          <p:cNvSpPr>
            <a:spLocks noGrp="1"/>
          </p:cNvSpPr>
          <p:nvPr>
            <p:ph type="dt" sz="half" idx="10"/>
          </p:nvPr>
        </p:nvSpPr>
        <p:spPr/>
        <p:txBody>
          <a:bodyPr/>
          <a:lstStyle/>
          <a:p>
            <a:fld id="{1F7873F7-2B55-4F35-AFC3-4B8D0389F61C}" type="datetime1">
              <a:rPr lang="en-GB" smtClean="0"/>
              <a:t>05/07/2024</a:t>
            </a:fld>
            <a:endParaRPr lang="en-GB"/>
          </a:p>
        </p:txBody>
      </p:sp>
      <p:sp>
        <p:nvSpPr>
          <p:cNvPr id="5" name="Footer Placeholder 4">
            <a:extLst>
              <a:ext uri="{FF2B5EF4-FFF2-40B4-BE49-F238E27FC236}">
                <a16:creationId xmlns:a16="http://schemas.microsoft.com/office/drawing/2014/main" id="{6B976E25-9057-032E-3FA0-C41FB031C47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183B0A-92DE-13EA-2A36-DAD282C52CB1}"/>
              </a:ext>
            </a:extLst>
          </p:cNvPr>
          <p:cNvSpPr>
            <a:spLocks noGrp="1"/>
          </p:cNvSpPr>
          <p:nvPr>
            <p:ph type="sldNum" sz="quarter" idx="12"/>
          </p:nvPr>
        </p:nvSpPr>
        <p:spPr>
          <a:xfrm>
            <a:off x="9101553" y="6356350"/>
            <a:ext cx="2743200" cy="365125"/>
          </a:xfrm>
        </p:spPr>
        <p:txBody>
          <a:bodyPr/>
          <a:lstStyle>
            <a:lvl1pPr>
              <a:defRPr sz="1600">
                <a:solidFill>
                  <a:schemeClr val="tx1"/>
                </a:solidFill>
              </a:defRPr>
            </a:lvl1pPr>
          </a:lstStyle>
          <a:p>
            <a:fld id="{F120EC50-82ED-45BA-9B48-47FD87D12700}" type="slidenum">
              <a:rPr lang="en-GB" smtClean="0"/>
              <a:pPr/>
              <a:t>‹#›</a:t>
            </a:fld>
            <a:endParaRPr lang="en-GB"/>
          </a:p>
        </p:txBody>
      </p:sp>
      <p:sp>
        <p:nvSpPr>
          <p:cNvPr id="7" name="Rectangle: Rounded Corners 6">
            <a:extLst>
              <a:ext uri="{FF2B5EF4-FFF2-40B4-BE49-F238E27FC236}">
                <a16:creationId xmlns:a16="http://schemas.microsoft.com/office/drawing/2014/main" id="{2F04B005-09A0-532A-813C-88891632B4CC}"/>
              </a:ext>
            </a:extLst>
          </p:cNvPr>
          <p:cNvSpPr/>
          <p:nvPr userDrawn="1"/>
        </p:nvSpPr>
        <p:spPr>
          <a:xfrm>
            <a:off x="11445342" y="6368624"/>
            <a:ext cx="398900" cy="365125"/>
          </a:xfrm>
          <a:prstGeom prst="roundRect">
            <a:avLst/>
          </a:prstGeom>
          <a:noFill/>
          <a:ln>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222109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A9CA3-24D7-A8DA-C970-CE3682F5A65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9D8226C-04B2-AF40-3DD9-F37FB183A6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4819A91-8C94-D083-7BEF-46CEEF53D4DE}"/>
              </a:ext>
            </a:extLst>
          </p:cNvPr>
          <p:cNvSpPr>
            <a:spLocks noGrp="1"/>
          </p:cNvSpPr>
          <p:nvPr>
            <p:ph type="dt" sz="half" idx="10"/>
          </p:nvPr>
        </p:nvSpPr>
        <p:spPr/>
        <p:txBody>
          <a:bodyPr/>
          <a:lstStyle/>
          <a:p>
            <a:fld id="{C235954D-88D9-442C-A72E-0FA00C6CD6F1}" type="datetime1">
              <a:rPr lang="en-GB" smtClean="0"/>
              <a:t>05/07/2024</a:t>
            </a:fld>
            <a:endParaRPr lang="en-GB"/>
          </a:p>
        </p:txBody>
      </p:sp>
      <p:sp>
        <p:nvSpPr>
          <p:cNvPr id="5" name="Footer Placeholder 4">
            <a:extLst>
              <a:ext uri="{FF2B5EF4-FFF2-40B4-BE49-F238E27FC236}">
                <a16:creationId xmlns:a16="http://schemas.microsoft.com/office/drawing/2014/main" id="{46FDDA51-3AB1-F0E2-F799-4BEF93908AE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3F41551-300C-A1E2-38F6-BDB703F6906E}"/>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2366365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E0AC5-958B-01DC-0579-04E24269D87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4A70D4E-2516-4632-1942-4830D64382C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50A05760-9362-4298-7CFE-56B88DB748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0173AAD3-0B99-68EE-994C-1F1DAACD2B90}"/>
              </a:ext>
            </a:extLst>
          </p:cNvPr>
          <p:cNvSpPr>
            <a:spLocks noGrp="1"/>
          </p:cNvSpPr>
          <p:nvPr>
            <p:ph type="dt" sz="half" idx="10"/>
          </p:nvPr>
        </p:nvSpPr>
        <p:spPr/>
        <p:txBody>
          <a:bodyPr/>
          <a:lstStyle/>
          <a:p>
            <a:fld id="{5217E7D3-B359-449B-BC44-EF2F59923870}" type="datetime1">
              <a:rPr lang="en-GB" smtClean="0"/>
              <a:t>05/07/2024</a:t>
            </a:fld>
            <a:endParaRPr lang="en-GB"/>
          </a:p>
        </p:txBody>
      </p:sp>
      <p:sp>
        <p:nvSpPr>
          <p:cNvPr id="6" name="Footer Placeholder 5">
            <a:extLst>
              <a:ext uri="{FF2B5EF4-FFF2-40B4-BE49-F238E27FC236}">
                <a16:creationId xmlns:a16="http://schemas.microsoft.com/office/drawing/2014/main" id="{BB4B592B-0D64-8AC7-B2D6-E10987E4D08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2986D6D-F7D4-4815-8469-690027CBF40B}"/>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8657451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8A376-1437-892F-8D65-393796C6F934}"/>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2D7F66A-429B-C3B0-4982-F43C2DD3CC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728861-83E8-ED81-39DC-0B38F1F34F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E928EAD-C196-EC0D-52D6-E04831E984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041093-9B29-5314-5650-7E5116ABDF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046477C-D4F2-181F-14D0-8509208A8919}"/>
              </a:ext>
            </a:extLst>
          </p:cNvPr>
          <p:cNvSpPr>
            <a:spLocks noGrp="1"/>
          </p:cNvSpPr>
          <p:nvPr>
            <p:ph type="dt" sz="half" idx="10"/>
          </p:nvPr>
        </p:nvSpPr>
        <p:spPr/>
        <p:txBody>
          <a:bodyPr/>
          <a:lstStyle/>
          <a:p>
            <a:fld id="{55EF79AD-DB1D-447E-A2BA-57C2C9EF1691}" type="datetime1">
              <a:rPr lang="en-GB" smtClean="0"/>
              <a:t>05/07/2024</a:t>
            </a:fld>
            <a:endParaRPr lang="en-GB"/>
          </a:p>
        </p:txBody>
      </p:sp>
      <p:sp>
        <p:nvSpPr>
          <p:cNvPr id="8" name="Footer Placeholder 7">
            <a:extLst>
              <a:ext uri="{FF2B5EF4-FFF2-40B4-BE49-F238E27FC236}">
                <a16:creationId xmlns:a16="http://schemas.microsoft.com/office/drawing/2014/main" id="{49B5C941-E78B-1E7E-C449-F85B3A049EC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3787B2F3-0045-B45A-6747-EDA135B49F9C}"/>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1267709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30978-987D-8D42-5C49-5593F816F0D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7F8633CE-4A15-56EB-813C-7352281031C1}"/>
              </a:ext>
            </a:extLst>
          </p:cNvPr>
          <p:cNvSpPr>
            <a:spLocks noGrp="1"/>
          </p:cNvSpPr>
          <p:nvPr>
            <p:ph type="dt" sz="half" idx="10"/>
          </p:nvPr>
        </p:nvSpPr>
        <p:spPr/>
        <p:txBody>
          <a:bodyPr/>
          <a:lstStyle/>
          <a:p>
            <a:fld id="{B3247E7D-A5FD-4D39-A8D5-5A95E9C3562A}" type="datetime1">
              <a:rPr lang="en-GB" smtClean="0"/>
              <a:t>05/07/2024</a:t>
            </a:fld>
            <a:endParaRPr lang="en-GB"/>
          </a:p>
        </p:txBody>
      </p:sp>
      <p:sp>
        <p:nvSpPr>
          <p:cNvPr id="4" name="Footer Placeholder 3">
            <a:extLst>
              <a:ext uri="{FF2B5EF4-FFF2-40B4-BE49-F238E27FC236}">
                <a16:creationId xmlns:a16="http://schemas.microsoft.com/office/drawing/2014/main" id="{F4FF9BFC-A76F-3FD8-7C6C-C3C48F3F8AB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FA825E0-32D9-D523-20C7-214E8DFD5780}"/>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2650702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ACD7B36-82BD-445C-DEBB-7B8281C26F06}"/>
              </a:ext>
            </a:extLst>
          </p:cNvPr>
          <p:cNvSpPr>
            <a:spLocks noGrp="1"/>
          </p:cNvSpPr>
          <p:nvPr>
            <p:ph type="dt" sz="half" idx="10"/>
          </p:nvPr>
        </p:nvSpPr>
        <p:spPr/>
        <p:txBody>
          <a:bodyPr/>
          <a:lstStyle/>
          <a:p>
            <a:fld id="{86982267-5E71-4199-AEC7-516B79B50BBD}" type="datetime1">
              <a:rPr lang="en-GB" smtClean="0"/>
              <a:t>05/07/2024</a:t>
            </a:fld>
            <a:endParaRPr lang="en-GB"/>
          </a:p>
        </p:txBody>
      </p:sp>
      <p:sp>
        <p:nvSpPr>
          <p:cNvPr id="3" name="Footer Placeholder 2">
            <a:extLst>
              <a:ext uri="{FF2B5EF4-FFF2-40B4-BE49-F238E27FC236}">
                <a16:creationId xmlns:a16="http://schemas.microsoft.com/office/drawing/2014/main" id="{292828A0-F879-8E39-F0BF-0DBDDA81402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74F177C-64E9-938F-DB94-644A4A921FEC}"/>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3452152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FF0FD-B145-9ED0-328B-A1FD2985F2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757F34C5-E5C6-210F-9A59-AA4B35EDFAF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626D4897-CF3A-5FF4-3F33-1534B8250A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C4971C-0BB5-C2B1-AD54-42D2D89A8ADE}"/>
              </a:ext>
            </a:extLst>
          </p:cNvPr>
          <p:cNvSpPr>
            <a:spLocks noGrp="1"/>
          </p:cNvSpPr>
          <p:nvPr>
            <p:ph type="dt" sz="half" idx="10"/>
          </p:nvPr>
        </p:nvSpPr>
        <p:spPr/>
        <p:txBody>
          <a:bodyPr/>
          <a:lstStyle/>
          <a:p>
            <a:fld id="{801E799E-D763-4D9A-AD87-DF59845908E9}" type="datetime1">
              <a:rPr lang="en-GB" smtClean="0"/>
              <a:t>05/07/2024</a:t>
            </a:fld>
            <a:endParaRPr lang="en-GB"/>
          </a:p>
        </p:txBody>
      </p:sp>
      <p:sp>
        <p:nvSpPr>
          <p:cNvPr id="6" name="Footer Placeholder 5">
            <a:extLst>
              <a:ext uri="{FF2B5EF4-FFF2-40B4-BE49-F238E27FC236}">
                <a16:creationId xmlns:a16="http://schemas.microsoft.com/office/drawing/2014/main" id="{191A1490-9A25-8675-6408-26DA64D3838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799DA6F-FAD4-B704-7345-09C7297F4B0C}"/>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42248564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A5F4-3C25-7EE6-8FEB-16886F48F2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F157A0C-EC88-634F-EB36-F78EC55600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5BF00E66-853C-B882-6F3B-1EBA3DDDC0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2A814F-FC2B-DE5C-1087-02FD4CDD803C}"/>
              </a:ext>
            </a:extLst>
          </p:cNvPr>
          <p:cNvSpPr>
            <a:spLocks noGrp="1"/>
          </p:cNvSpPr>
          <p:nvPr>
            <p:ph type="dt" sz="half" idx="10"/>
          </p:nvPr>
        </p:nvSpPr>
        <p:spPr/>
        <p:txBody>
          <a:bodyPr/>
          <a:lstStyle/>
          <a:p>
            <a:fld id="{21CDB57F-061E-4080-9E1D-2D0D22F87C9A}" type="datetime1">
              <a:rPr lang="en-GB" smtClean="0"/>
              <a:t>05/07/2024</a:t>
            </a:fld>
            <a:endParaRPr lang="en-GB"/>
          </a:p>
        </p:txBody>
      </p:sp>
      <p:sp>
        <p:nvSpPr>
          <p:cNvPr id="6" name="Footer Placeholder 5">
            <a:extLst>
              <a:ext uri="{FF2B5EF4-FFF2-40B4-BE49-F238E27FC236}">
                <a16:creationId xmlns:a16="http://schemas.microsoft.com/office/drawing/2014/main" id="{72D324A3-E824-06D3-268F-B3748D79C04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CE00F080-7C49-4737-7CED-8E600301F49B}"/>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36265598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B5D0F-0241-9179-6FEB-98A501F6860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B8B88CB-F03A-6AF8-DA0C-22FAABBB6A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EA5C860-C6DB-9D09-6A93-506117C05A25}"/>
              </a:ext>
            </a:extLst>
          </p:cNvPr>
          <p:cNvSpPr>
            <a:spLocks noGrp="1"/>
          </p:cNvSpPr>
          <p:nvPr>
            <p:ph type="dt" sz="half" idx="10"/>
          </p:nvPr>
        </p:nvSpPr>
        <p:spPr/>
        <p:txBody>
          <a:bodyPr/>
          <a:lstStyle/>
          <a:p>
            <a:fld id="{FD30ABE6-FAAF-4731-8CF5-FDAEDC461366}" type="datetime1">
              <a:rPr lang="en-GB" smtClean="0"/>
              <a:t>05/07/2024</a:t>
            </a:fld>
            <a:endParaRPr lang="en-GB"/>
          </a:p>
        </p:txBody>
      </p:sp>
      <p:sp>
        <p:nvSpPr>
          <p:cNvPr id="5" name="Footer Placeholder 4">
            <a:extLst>
              <a:ext uri="{FF2B5EF4-FFF2-40B4-BE49-F238E27FC236}">
                <a16:creationId xmlns:a16="http://schemas.microsoft.com/office/drawing/2014/main" id="{EE6537AC-C637-6D62-5E0A-B712DD9E8F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FC10545-CAA9-089F-32F8-74502815153A}"/>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53321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5D5FBD-CAAB-02F4-4F54-F20DD26E69E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1ECB719D-8276-38FF-C609-EB2B48A03CD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ADF2E61-BE52-D477-CDCC-9EF93EBCC612}"/>
              </a:ext>
            </a:extLst>
          </p:cNvPr>
          <p:cNvSpPr>
            <a:spLocks noGrp="1"/>
          </p:cNvSpPr>
          <p:nvPr>
            <p:ph type="dt" sz="half" idx="10"/>
          </p:nvPr>
        </p:nvSpPr>
        <p:spPr/>
        <p:txBody>
          <a:bodyPr/>
          <a:lstStyle/>
          <a:p>
            <a:fld id="{8119F0A7-0FCA-4909-A765-08F920E31CCE}" type="datetime1">
              <a:rPr lang="en-GB" smtClean="0"/>
              <a:t>05/07/2024</a:t>
            </a:fld>
            <a:endParaRPr lang="en-GB"/>
          </a:p>
        </p:txBody>
      </p:sp>
      <p:sp>
        <p:nvSpPr>
          <p:cNvPr id="5" name="Footer Placeholder 4">
            <a:extLst>
              <a:ext uri="{FF2B5EF4-FFF2-40B4-BE49-F238E27FC236}">
                <a16:creationId xmlns:a16="http://schemas.microsoft.com/office/drawing/2014/main" id="{0FD4E8C8-2791-9B31-F0E7-C7CE0E35E40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4842A15-DBE6-6A3F-94FA-FAEDA76907C9}"/>
              </a:ext>
            </a:extLst>
          </p:cNvPr>
          <p:cNvSpPr>
            <a:spLocks noGrp="1"/>
          </p:cNvSpPr>
          <p:nvPr>
            <p:ph type="sldNum" sz="quarter" idx="12"/>
          </p:nvPr>
        </p:nvSpPr>
        <p:spPr/>
        <p:txBody>
          <a:bodyPr/>
          <a:lstStyle/>
          <a:p>
            <a:fld id="{F120EC50-82ED-45BA-9B48-47FD87D12700}" type="slidenum">
              <a:rPr lang="en-GB" smtClean="0"/>
              <a:t>‹#›</a:t>
            </a:fld>
            <a:endParaRPr lang="en-GB"/>
          </a:p>
        </p:txBody>
      </p:sp>
    </p:spTree>
    <p:extLst>
      <p:ext uri="{BB962C8B-B14F-4D97-AF65-F5344CB8AC3E}">
        <p14:creationId xmlns:p14="http://schemas.microsoft.com/office/powerpoint/2010/main" val="25331044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636DF1-D107-3B50-04DF-02BE482423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BAE078B-5455-204C-D301-A6BD2CDB46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5BB1E92-C921-E0CF-B936-7D0887B070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0D385A-585F-4F41-AFCB-2EA07F4F5060}" type="datetime1">
              <a:rPr lang="en-GB" smtClean="0"/>
              <a:t>05/07/2024</a:t>
            </a:fld>
            <a:endParaRPr lang="en-GB"/>
          </a:p>
        </p:txBody>
      </p:sp>
      <p:sp>
        <p:nvSpPr>
          <p:cNvPr id="5" name="Footer Placeholder 4">
            <a:extLst>
              <a:ext uri="{FF2B5EF4-FFF2-40B4-BE49-F238E27FC236}">
                <a16:creationId xmlns:a16="http://schemas.microsoft.com/office/drawing/2014/main" id="{2281A712-E550-8A6C-DBBC-765F6A0407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BB7F5B73-33A4-A300-FE79-204C689012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20EC50-82ED-45BA-9B48-47FD87D12700}" type="slidenum">
              <a:rPr lang="en-GB" smtClean="0"/>
              <a:t>‹#›</a:t>
            </a:fld>
            <a:endParaRPr lang="en-GB"/>
          </a:p>
        </p:txBody>
      </p:sp>
    </p:spTree>
    <p:extLst>
      <p:ext uri="{BB962C8B-B14F-4D97-AF65-F5344CB8AC3E}">
        <p14:creationId xmlns:p14="http://schemas.microsoft.com/office/powerpoint/2010/main" val="28058786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doi.org/10.1080/00220671.2014.979913" TargetMode="External"/><Relationship Id="rId2" Type="http://schemas.openxmlformats.org/officeDocument/2006/relationships/hyperlink" Target="https://doi.org/10.1037/a0036633" TargetMode="External"/><Relationship Id="rId1" Type="http://schemas.openxmlformats.org/officeDocument/2006/relationships/slideLayout" Target="../slideLayouts/slideLayout2.xml"/><Relationship Id="rId4" Type="http://schemas.openxmlformats.org/officeDocument/2006/relationships/hyperlink" Target="https://doi.org/10.1080/09658211.2014.927504" TargetMode="External"/></Relationships>
</file>

<file path=ppt/slides/_rels/slide26.xml.rels><?xml version="1.0" encoding="UTF-8" standalone="yes"?>
<Relationships xmlns="http://schemas.openxmlformats.org/package/2006/relationships"><Relationship Id="rId3" Type="http://schemas.openxmlformats.org/officeDocument/2006/relationships/hyperlink" Target="https://doi.org/10.1093/applin/amab077" TargetMode="External"/><Relationship Id="rId2" Type="http://schemas.openxmlformats.org/officeDocument/2006/relationships/hyperlink" Target="https://doi.org/10.3389/fnagi.2023.1123185" TargetMode="External"/><Relationship Id="rId1" Type="http://schemas.openxmlformats.org/officeDocument/2006/relationships/slideLayout" Target="../slideLayouts/slideLayout2.xml"/><Relationship Id="rId5" Type="http://schemas.openxmlformats.org/officeDocument/2006/relationships/hyperlink" Target="https://doi.org/10.1177/0963721417712760" TargetMode="External"/><Relationship Id="rId4" Type="http://schemas.openxmlformats.org/officeDocument/2006/relationships/hyperlink" Target="https://doi.org/10.1080/13825585.2021.1991262"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diagramLayout" Target="../diagrams/layout1.xml"/><Relationship Id="rId7" Type="http://schemas.openxmlformats.org/officeDocument/2006/relationships/image" Target="../media/image1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10" Type="http://schemas.openxmlformats.org/officeDocument/2006/relationships/image" Target="../media/image14.svg"/><Relationship Id="rId4" Type="http://schemas.openxmlformats.org/officeDocument/2006/relationships/diagramQuickStyle" Target="../diagrams/quickStyle1.xml"/><Relationship Id="rId9" Type="http://schemas.openxmlformats.org/officeDocument/2006/relationships/image" Target="../media/image13.png"/></Relationships>
</file>

<file path=ppt/slides/_rels/slide3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CF639-C0F6-31B6-8282-4FDE0F2BDB5D}"/>
              </a:ext>
            </a:extLst>
          </p:cNvPr>
          <p:cNvSpPr>
            <a:spLocks noGrp="1"/>
          </p:cNvSpPr>
          <p:nvPr>
            <p:ph type="ctrTitle"/>
          </p:nvPr>
        </p:nvSpPr>
        <p:spPr>
          <a:xfrm>
            <a:off x="538163" y="-26275"/>
            <a:ext cx="11115673" cy="1835990"/>
          </a:xfrm>
        </p:spPr>
        <p:txBody>
          <a:bodyPr>
            <a:noAutofit/>
          </a:bodyPr>
          <a:lstStyle/>
          <a:p>
            <a:pPr>
              <a:lnSpc>
                <a:spcPct val="100000"/>
              </a:lnSpc>
            </a:pPr>
            <a:r>
              <a:rPr lang="en-GB" sz="4000" dirty="0"/>
              <a:t>Investigating language learning and morphosyntactic transfer longitudinally using artificial languages</a:t>
            </a:r>
          </a:p>
        </p:txBody>
      </p:sp>
      <p:sp>
        <p:nvSpPr>
          <p:cNvPr id="3" name="Subtitle 2">
            <a:extLst>
              <a:ext uri="{FF2B5EF4-FFF2-40B4-BE49-F238E27FC236}">
                <a16:creationId xmlns:a16="http://schemas.microsoft.com/office/drawing/2014/main" id="{0176E199-1D17-FADD-9B43-5735E8D0F435}"/>
              </a:ext>
            </a:extLst>
          </p:cNvPr>
          <p:cNvSpPr>
            <a:spLocks noGrp="1"/>
          </p:cNvSpPr>
          <p:nvPr>
            <p:ph type="subTitle" idx="1"/>
          </p:nvPr>
        </p:nvSpPr>
        <p:spPr>
          <a:xfrm>
            <a:off x="1638299" y="2085975"/>
            <a:ext cx="9241463" cy="3067049"/>
          </a:xfrm>
        </p:spPr>
        <p:txBody>
          <a:bodyPr>
            <a:normAutofit fontScale="70000" lnSpcReduction="20000"/>
          </a:bodyPr>
          <a:lstStyle/>
          <a:p>
            <a:pPr algn="l">
              <a:lnSpc>
                <a:spcPct val="120000"/>
              </a:lnSpc>
            </a:pPr>
            <a:r>
              <a:rPr lang="en-US" sz="2800" dirty="0"/>
              <a:t>Pablo Bernabeu</a:t>
            </a:r>
            <a:r>
              <a:rPr lang="en-US" sz="2800" baseline="30000" dirty="0">
                <a:solidFill>
                  <a:schemeClr val="accent6">
                    <a:lumMod val="75000"/>
                  </a:schemeClr>
                </a:solidFill>
              </a:rPr>
              <a:t>1</a:t>
            </a:r>
            <a:r>
              <a:rPr lang="en-US" sz="2800" dirty="0"/>
              <a:t>, Gabriella Silva</a:t>
            </a:r>
            <a:r>
              <a:rPr lang="en-US" sz="2800" baseline="30000" dirty="0">
                <a:solidFill>
                  <a:schemeClr val="accent6">
                    <a:lumMod val="75000"/>
                  </a:schemeClr>
                </a:solidFill>
              </a:rPr>
              <a:t>2</a:t>
            </a:r>
            <a:r>
              <a:rPr lang="en-US" sz="2800" dirty="0"/>
              <a:t>,</a:t>
            </a:r>
            <a:r>
              <a:rPr lang="en-GB" sz="2800" dirty="0"/>
              <a:t> My Ngoc Giang Hoang</a:t>
            </a:r>
            <a:r>
              <a:rPr lang="en-US" sz="2800" baseline="30000" dirty="0">
                <a:solidFill>
                  <a:schemeClr val="accent6">
                    <a:lumMod val="75000"/>
                  </a:schemeClr>
                </a:solidFill>
              </a:rPr>
              <a:t>1</a:t>
            </a:r>
            <a:r>
              <a:rPr lang="en-US" sz="2800" dirty="0"/>
              <a:t>, Vincent deLuca</a:t>
            </a:r>
            <a:r>
              <a:rPr lang="en-US" sz="2800" baseline="30000" dirty="0">
                <a:solidFill>
                  <a:schemeClr val="accent6">
                    <a:lumMod val="75000"/>
                  </a:schemeClr>
                </a:solidFill>
              </a:rPr>
              <a:t>1</a:t>
            </a:r>
            <a:r>
              <a:rPr lang="en-US" sz="2800" dirty="0"/>
              <a:t>, </a:t>
            </a:r>
          </a:p>
          <a:p>
            <a:pPr algn="l">
              <a:lnSpc>
                <a:spcPct val="120000"/>
              </a:lnSpc>
            </a:pPr>
            <a:r>
              <a:rPr lang="en-US" sz="2800"/>
              <a:t>Jason Rothman</a:t>
            </a:r>
            <a:r>
              <a:rPr lang="en-US" sz="2800" baseline="30000">
                <a:solidFill>
                  <a:schemeClr val="accent6">
                    <a:lumMod val="75000"/>
                  </a:schemeClr>
                </a:solidFill>
              </a:rPr>
              <a:t>1,2</a:t>
            </a:r>
            <a:r>
              <a:rPr lang="en-US" sz="2800"/>
              <a:t>, </a:t>
            </a:r>
            <a:r>
              <a:rPr lang="en-US" sz="2800" dirty="0"/>
              <a:t>Claudia Poch</a:t>
            </a:r>
            <a:r>
              <a:rPr lang="en-US" sz="2800" baseline="30000" dirty="0">
                <a:solidFill>
                  <a:schemeClr val="accent6">
                    <a:lumMod val="75000"/>
                  </a:schemeClr>
                </a:solidFill>
              </a:rPr>
              <a:t>3</a:t>
            </a:r>
            <a:r>
              <a:rPr lang="en-US" sz="2800" dirty="0"/>
              <a:t>, Iva Ivanova</a:t>
            </a:r>
            <a:r>
              <a:rPr lang="en-US" sz="2800" baseline="30000" dirty="0">
                <a:solidFill>
                  <a:schemeClr val="accent6">
                    <a:lumMod val="75000"/>
                  </a:schemeClr>
                </a:solidFill>
              </a:rPr>
              <a:t>3</a:t>
            </a:r>
            <a:r>
              <a:rPr lang="en-US" sz="2400" dirty="0"/>
              <a:t>, </a:t>
            </a:r>
            <a:r>
              <a:rPr lang="en-US" sz="2900" dirty="0"/>
              <a:t>Jorge </a:t>
            </a:r>
            <a:r>
              <a:rPr lang="en-US" sz="2900"/>
              <a:t>González Alonso</a:t>
            </a:r>
            <a:r>
              <a:rPr lang="en-US" sz="2800" baseline="30000">
                <a:solidFill>
                  <a:schemeClr val="accent6">
                    <a:lumMod val="75000"/>
                  </a:schemeClr>
                </a:solidFill>
              </a:rPr>
              <a:t>2,1</a:t>
            </a:r>
            <a:endParaRPr lang="en-US" sz="2800" baseline="30000" dirty="0">
              <a:solidFill>
                <a:schemeClr val="accent6">
                  <a:lumMod val="75000"/>
                </a:schemeClr>
              </a:solidFill>
            </a:endParaRPr>
          </a:p>
          <a:p>
            <a:pPr algn="l">
              <a:lnSpc>
                <a:spcPct val="120000"/>
              </a:lnSpc>
            </a:pPr>
            <a:endParaRPr lang="en-US" sz="400" baseline="30000" dirty="0">
              <a:solidFill>
                <a:schemeClr val="accent6">
                  <a:lumMod val="75000"/>
                </a:schemeClr>
              </a:solidFill>
            </a:endParaRPr>
          </a:p>
          <a:p>
            <a:pPr algn="l">
              <a:lnSpc>
                <a:spcPct val="120000"/>
              </a:lnSpc>
            </a:pPr>
            <a:r>
              <a:rPr lang="en-US" sz="2300" baseline="30000" dirty="0">
                <a:solidFill>
                  <a:schemeClr val="accent6">
                    <a:lumMod val="75000"/>
                  </a:schemeClr>
                </a:solidFill>
              </a:rPr>
              <a:t>1</a:t>
            </a:r>
            <a:r>
              <a:rPr lang="en-US" sz="2300" dirty="0"/>
              <a:t> </a:t>
            </a:r>
            <a:r>
              <a:rPr lang="en-US" sz="2300" dirty="0" err="1"/>
              <a:t>UiT</a:t>
            </a:r>
            <a:r>
              <a:rPr lang="en-US" sz="2300" dirty="0"/>
              <a:t> The Arctic University of Norway  </a:t>
            </a:r>
            <a:r>
              <a:rPr lang="en-US" sz="2300" dirty="0">
                <a:solidFill>
                  <a:schemeClr val="tx1">
                    <a:lumMod val="50000"/>
                    <a:lumOff val="50000"/>
                  </a:schemeClr>
                </a:solidFill>
              </a:rPr>
              <a:t>|</a:t>
            </a:r>
            <a:r>
              <a:rPr lang="en-US" sz="2300" dirty="0"/>
              <a:t>  </a:t>
            </a:r>
            <a:r>
              <a:rPr lang="en-US" sz="2300" baseline="30000" dirty="0">
                <a:solidFill>
                  <a:schemeClr val="accent6">
                    <a:lumMod val="75000"/>
                  </a:schemeClr>
                </a:solidFill>
              </a:rPr>
              <a:t>2</a:t>
            </a:r>
            <a:r>
              <a:rPr lang="en-US" sz="2300" dirty="0"/>
              <a:t> </a:t>
            </a:r>
            <a:r>
              <a:rPr lang="en-US" sz="2300" dirty="0" err="1"/>
              <a:t>Nebrija</a:t>
            </a:r>
            <a:r>
              <a:rPr lang="en-US" sz="2300" dirty="0"/>
              <a:t> University  </a:t>
            </a:r>
            <a:r>
              <a:rPr lang="en-US" sz="2300" dirty="0">
                <a:solidFill>
                  <a:schemeClr val="tx1">
                    <a:lumMod val="50000"/>
                    <a:lumOff val="50000"/>
                  </a:schemeClr>
                </a:solidFill>
              </a:rPr>
              <a:t>|</a:t>
            </a:r>
            <a:r>
              <a:rPr lang="en-US" sz="2300" dirty="0"/>
              <a:t>  </a:t>
            </a:r>
            <a:r>
              <a:rPr lang="en-US" sz="2300" baseline="30000" dirty="0">
                <a:solidFill>
                  <a:schemeClr val="accent6">
                    <a:lumMod val="75000"/>
                  </a:schemeClr>
                </a:solidFill>
              </a:rPr>
              <a:t>3</a:t>
            </a:r>
            <a:r>
              <a:rPr lang="en-US" sz="2300" dirty="0"/>
              <a:t> University of Texas at El Paso</a:t>
            </a:r>
          </a:p>
          <a:p>
            <a:pPr algn="l">
              <a:lnSpc>
                <a:spcPct val="120000"/>
              </a:lnSpc>
            </a:pPr>
            <a:endParaRPr lang="en-GB" sz="900" dirty="0"/>
          </a:p>
          <a:p>
            <a:pPr algn="l">
              <a:lnSpc>
                <a:spcPct val="170000"/>
              </a:lnSpc>
            </a:pPr>
            <a:r>
              <a:rPr lang="en-GB" sz="2600" dirty="0">
                <a:solidFill>
                  <a:srgbClr val="036B79"/>
                </a:solidFill>
              </a:rPr>
              <a:t>We are grateful for the help and advice we received from Merete Anderssen, Gaute Berglund, Anders Gabrielsen, Mona </a:t>
            </a:r>
            <a:r>
              <a:rPr lang="en-GB" sz="2600" dirty="0" err="1">
                <a:solidFill>
                  <a:srgbClr val="036B79"/>
                </a:solidFill>
              </a:rPr>
              <a:t>Kirkness</a:t>
            </a:r>
            <a:r>
              <a:rPr lang="en-GB" sz="2600" dirty="0">
                <a:solidFill>
                  <a:srgbClr val="036B79"/>
                </a:solidFill>
              </a:rPr>
              <a:t> Fossum, Tekabe Legesse Feleke, Björn Lundquist, Natalia Mitrofanova, Yulia Rodina and Marit Westergaard.</a:t>
            </a:r>
          </a:p>
        </p:txBody>
      </p:sp>
      <p:pic>
        <p:nvPicPr>
          <p:cNvPr id="1026" name="Picture 2" descr="Large grant from Research Council of Norway - Institute of Clinical  Dentistry">
            <a:extLst>
              <a:ext uri="{FF2B5EF4-FFF2-40B4-BE49-F238E27FC236}">
                <a16:creationId xmlns:a16="http://schemas.microsoft.com/office/drawing/2014/main" id="{5BC633DC-23D3-5650-AFD5-478ADC4A08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2455" y="5408547"/>
            <a:ext cx="1896901" cy="84776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PoLaR Lab (@lab_polar) / X">
            <a:extLst>
              <a:ext uri="{FF2B5EF4-FFF2-40B4-BE49-F238E27FC236}">
                <a16:creationId xmlns:a16="http://schemas.microsoft.com/office/drawing/2014/main" id="{D7A5BAF9-C4D7-9B08-6571-73D9E53FD8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40617" y="5314123"/>
            <a:ext cx="1036608" cy="103660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cqVA Aurora Lab – Laboratory of the Aurora Center for Language  Acquisition, Variation, and Attrition">
            <a:extLst>
              <a:ext uri="{FF2B5EF4-FFF2-40B4-BE49-F238E27FC236}">
                <a16:creationId xmlns:a16="http://schemas.microsoft.com/office/drawing/2014/main" id="{486C594D-E1CD-D6C6-DB0F-5D42485E246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03571" y="5314123"/>
            <a:ext cx="964328" cy="96432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iT The Arctic University of Norway | UiT">
            <a:extLst>
              <a:ext uri="{FF2B5EF4-FFF2-40B4-BE49-F238E27FC236}">
                <a16:creationId xmlns:a16="http://schemas.microsoft.com/office/drawing/2014/main" id="{52B4D971-A50E-3E32-DF05-A195C8EE76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9502" y="5219699"/>
            <a:ext cx="1315744" cy="13157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3526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719C1-457C-CCBE-2FB1-26572DB2BE73}"/>
              </a:ext>
            </a:extLst>
          </p:cNvPr>
          <p:cNvSpPr>
            <a:spLocks noGrp="1"/>
          </p:cNvSpPr>
          <p:nvPr>
            <p:ph type="title"/>
          </p:nvPr>
        </p:nvSpPr>
        <p:spPr/>
        <p:txBody>
          <a:bodyPr/>
          <a:lstStyle/>
          <a:p>
            <a:pPr algn="ctr"/>
            <a:r>
              <a:rPr lang="en-US"/>
              <a:t>Morphosyntactic transfer in L3 acquisition</a:t>
            </a:r>
            <a:endParaRPr lang="en-GB"/>
          </a:p>
        </p:txBody>
      </p:sp>
      <p:sp>
        <p:nvSpPr>
          <p:cNvPr id="3" name="Content Placeholder 2">
            <a:extLst>
              <a:ext uri="{FF2B5EF4-FFF2-40B4-BE49-F238E27FC236}">
                <a16:creationId xmlns:a16="http://schemas.microsoft.com/office/drawing/2014/main" id="{9035B4B9-8102-5C69-1EA7-18E04B24A863}"/>
              </a:ext>
            </a:extLst>
          </p:cNvPr>
          <p:cNvSpPr>
            <a:spLocks noGrp="1"/>
          </p:cNvSpPr>
          <p:nvPr>
            <p:ph idx="1"/>
          </p:nvPr>
        </p:nvSpPr>
        <p:spPr/>
        <p:txBody>
          <a:bodyPr/>
          <a:lstStyle/>
          <a:p>
            <a:endParaRPr lang="en-GB"/>
          </a:p>
        </p:txBody>
      </p:sp>
      <p:sp>
        <p:nvSpPr>
          <p:cNvPr id="5" name="Slide Number Placeholder 4">
            <a:extLst>
              <a:ext uri="{FF2B5EF4-FFF2-40B4-BE49-F238E27FC236}">
                <a16:creationId xmlns:a16="http://schemas.microsoft.com/office/drawing/2014/main" id="{C020B221-CF96-4C88-1329-61DFBDF5E2A1}"/>
              </a:ext>
            </a:extLst>
          </p:cNvPr>
          <p:cNvSpPr>
            <a:spLocks noGrp="1"/>
          </p:cNvSpPr>
          <p:nvPr>
            <p:ph type="sldNum" sz="quarter" idx="12"/>
          </p:nvPr>
        </p:nvSpPr>
        <p:spPr/>
        <p:txBody>
          <a:bodyPr/>
          <a:lstStyle/>
          <a:p>
            <a:fld id="{F120EC50-82ED-45BA-9B48-47FD87D12700}" type="slidenum">
              <a:rPr lang="en-GB" smtClean="0"/>
              <a:t>2</a:t>
            </a:fld>
            <a:endParaRPr lang="en-GB"/>
          </a:p>
        </p:txBody>
      </p:sp>
    </p:spTree>
    <p:extLst>
      <p:ext uri="{BB962C8B-B14F-4D97-AF65-F5344CB8AC3E}">
        <p14:creationId xmlns:p14="http://schemas.microsoft.com/office/powerpoint/2010/main" val="15386599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A85658-06B4-8BD1-B87B-E05A673934FF}"/>
              </a:ext>
            </a:extLst>
          </p:cNvPr>
          <p:cNvSpPr>
            <a:spLocks noGrp="1"/>
          </p:cNvSpPr>
          <p:nvPr>
            <p:ph idx="1"/>
          </p:nvPr>
        </p:nvSpPr>
        <p:spPr>
          <a:xfrm>
            <a:off x="838200" y="1717582"/>
            <a:ext cx="10515600" cy="4584977"/>
          </a:xfrm>
        </p:spPr>
        <p:txBody>
          <a:bodyPr>
            <a:normAutofit/>
          </a:bodyPr>
          <a:lstStyle/>
          <a:p>
            <a:pPr>
              <a:lnSpc>
                <a:spcPct val="110000"/>
              </a:lnSpc>
            </a:pPr>
            <a:r>
              <a:rPr lang="en-US" sz="2400" b="1"/>
              <a:t>Confounds </a:t>
            </a:r>
            <a:r>
              <a:rPr lang="en-US" sz="2400"/>
              <a:t>when using natural languages: age of acquisition, frequency of use, proficiency level, morphological salience, etc.</a:t>
            </a:r>
            <a:endParaRPr lang="en-GB"/>
          </a:p>
        </p:txBody>
      </p:sp>
      <p:sp>
        <p:nvSpPr>
          <p:cNvPr id="6" name="Title 1">
            <a:extLst>
              <a:ext uri="{FF2B5EF4-FFF2-40B4-BE49-F238E27FC236}">
                <a16:creationId xmlns:a16="http://schemas.microsoft.com/office/drawing/2014/main" id="{B8813250-D62B-D1A0-7B01-D7671F5E61E9}"/>
              </a:ext>
            </a:extLst>
          </p:cNvPr>
          <p:cNvSpPr>
            <a:spLocks noGrp="1"/>
          </p:cNvSpPr>
          <p:nvPr>
            <p:ph type="title"/>
          </p:nvPr>
        </p:nvSpPr>
        <p:spPr>
          <a:xfrm>
            <a:off x="838200" y="365125"/>
            <a:ext cx="10515600" cy="1325563"/>
          </a:xfrm>
        </p:spPr>
        <p:txBody>
          <a:bodyPr/>
          <a:lstStyle/>
          <a:p>
            <a:pPr algn="ctr"/>
            <a:r>
              <a:rPr lang="en-US"/>
              <a:t>Morphosyntactic transfer in L3 acquisition</a:t>
            </a:r>
            <a:endParaRPr lang="en-GB"/>
          </a:p>
        </p:txBody>
      </p:sp>
      <p:sp>
        <p:nvSpPr>
          <p:cNvPr id="4" name="Slide Number Placeholder 3">
            <a:extLst>
              <a:ext uri="{FF2B5EF4-FFF2-40B4-BE49-F238E27FC236}">
                <a16:creationId xmlns:a16="http://schemas.microsoft.com/office/drawing/2014/main" id="{CC805229-AF4C-CF98-002F-64F2052FD0BC}"/>
              </a:ext>
            </a:extLst>
          </p:cNvPr>
          <p:cNvSpPr>
            <a:spLocks noGrp="1"/>
          </p:cNvSpPr>
          <p:nvPr>
            <p:ph type="sldNum" sz="quarter" idx="12"/>
          </p:nvPr>
        </p:nvSpPr>
        <p:spPr/>
        <p:txBody>
          <a:bodyPr/>
          <a:lstStyle/>
          <a:p>
            <a:fld id="{F120EC50-82ED-45BA-9B48-47FD87D12700}" type="slidenum">
              <a:rPr lang="en-GB" smtClean="0"/>
              <a:t>3</a:t>
            </a:fld>
            <a:endParaRPr lang="en-GB"/>
          </a:p>
        </p:txBody>
      </p:sp>
    </p:spTree>
    <p:extLst>
      <p:ext uri="{BB962C8B-B14F-4D97-AF65-F5344CB8AC3E}">
        <p14:creationId xmlns:p14="http://schemas.microsoft.com/office/powerpoint/2010/main" val="2191889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A85658-06B4-8BD1-B87B-E05A673934FF}"/>
              </a:ext>
            </a:extLst>
          </p:cNvPr>
          <p:cNvSpPr>
            <a:spLocks noGrp="1"/>
          </p:cNvSpPr>
          <p:nvPr>
            <p:ph idx="1"/>
          </p:nvPr>
        </p:nvSpPr>
        <p:spPr>
          <a:xfrm>
            <a:off x="838200" y="1709080"/>
            <a:ext cx="10515600" cy="4530725"/>
          </a:xfrm>
        </p:spPr>
        <p:txBody>
          <a:bodyPr>
            <a:normAutofit/>
          </a:bodyPr>
          <a:lstStyle/>
          <a:p>
            <a:pPr>
              <a:lnSpc>
                <a:spcPct val="110000"/>
              </a:lnSpc>
            </a:pPr>
            <a:r>
              <a:rPr lang="en-US" sz="2400" b="1" dirty="0">
                <a:solidFill>
                  <a:schemeClr val="bg2">
                    <a:lumMod val="75000"/>
                  </a:schemeClr>
                </a:solidFill>
              </a:rPr>
              <a:t>Confounds </a:t>
            </a:r>
            <a:r>
              <a:rPr lang="en-US" sz="2400" dirty="0">
                <a:solidFill>
                  <a:schemeClr val="bg2">
                    <a:lumMod val="75000"/>
                  </a:schemeClr>
                </a:solidFill>
              </a:rPr>
              <a:t>when using natural languages: age of acquisition, frequency of use, proficiency level, morphological salience, etc.</a:t>
            </a:r>
            <a:endParaRPr lang="en-GB" sz="2400" dirty="0">
              <a:solidFill>
                <a:schemeClr val="bg2">
                  <a:lumMod val="75000"/>
                </a:schemeClr>
              </a:solidFill>
            </a:endParaRPr>
          </a:p>
          <a:p>
            <a:endParaRPr lang="en-US" sz="600" dirty="0"/>
          </a:p>
          <a:p>
            <a:r>
              <a:rPr lang="en-GB" sz="2600" b="1" dirty="0"/>
              <a:t>Workaround:</a:t>
            </a:r>
            <a:r>
              <a:rPr lang="en-GB" sz="2600" dirty="0"/>
              <a:t> artificial languages</a:t>
            </a:r>
          </a:p>
          <a:p>
            <a:endParaRPr lang="en-GB" sz="200" dirty="0"/>
          </a:p>
          <a:p>
            <a:pPr lvl="1"/>
            <a:r>
              <a:rPr lang="en-GB" dirty="0"/>
              <a:t>Consistency with natural language</a:t>
            </a:r>
          </a:p>
          <a:p>
            <a:pPr lvl="1"/>
            <a:endParaRPr lang="en-GB" sz="300" dirty="0"/>
          </a:p>
          <a:p>
            <a:pPr lvl="2">
              <a:lnSpc>
                <a:spcPct val="110000"/>
              </a:lnSpc>
            </a:pPr>
            <a:r>
              <a:rPr lang="en-GB" dirty="0"/>
              <a:t>Acquired by statistical learning </a:t>
            </a:r>
            <a:r>
              <a:rPr lang="en-GB" dirty="0">
                <a:solidFill>
                  <a:schemeClr val="tx1">
                    <a:lumMod val="50000"/>
                    <a:lumOff val="50000"/>
                  </a:schemeClr>
                </a:solidFill>
              </a:rPr>
              <a:t>(Hudson et al., 2005; Kidd, 2012; Monaghan et al., 2023)</a:t>
            </a:r>
            <a:r>
              <a:rPr lang="en-GB" dirty="0"/>
              <a:t> </a:t>
            </a:r>
          </a:p>
          <a:p>
            <a:pPr lvl="2">
              <a:lnSpc>
                <a:spcPct val="110000"/>
              </a:lnSpc>
            </a:pPr>
            <a:r>
              <a:rPr lang="en-GB" dirty="0"/>
              <a:t>Similar processing signatures </a:t>
            </a:r>
            <a:r>
              <a:rPr lang="en-GB" dirty="0">
                <a:solidFill>
                  <a:schemeClr val="tx1">
                    <a:lumMod val="50000"/>
                    <a:lumOff val="50000"/>
                  </a:schemeClr>
                </a:solidFill>
              </a:rPr>
              <a:t>(</a:t>
            </a:r>
            <a:r>
              <a:rPr lang="en-GB" dirty="0" err="1">
                <a:solidFill>
                  <a:schemeClr val="tx1">
                    <a:lumMod val="50000"/>
                    <a:lumOff val="50000"/>
                  </a:schemeClr>
                </a:solidFill>
              </a:rPr>
              <a:t>Friederici</a:t>
            </a:r>
            <a:r>
              <a:rPr lang="en-GB" dirty="0">
                <a:solidFill>
                  <a:schemeClr val="tx1">
                    <a:lumMod val="50000"/>
                    <a:lumOff val="50000"/>
                  </a:schemeClr>
                </a:solidFill>
              </a:rPr>
              <a:t> et al., 2002; </a:t>
            </a:r>
            <a:r>
              <a:rPr lang="en-GB" dirty="0" err="1">
                <a:solidFill>
                  <a:schemeClr val="tx1">
                    <a:lumMod val="50000"/>
                    <a:lumOff val="50000"/>
                  </a:schemeClr>
                </a:solidFill>
              </a:rPr>
              <a:t>Uddén</a:t>
            </a:r>
            <a:r>
              <a:rPr lang="en-GB" dirty="0">
                <a:solidFill>
                  <a:schemeClr val="tx1">
                    <a:lumMod val="50000"/>
                    <a:lumOff val="50000"/>
                  </a:schemeClr>
                </a:solidFill>
              </a:rPr>
              <a:t> &amp; </a:t>
            </a:r>
            <a:r>
              <a:rPr lang="en-GB" dirty="0" err="1">
                <a:solidFill>
                  <a:schemeClr val="tx1">
                    <a:lumMod val="50000"/>
                    <a:lumOff val="50000"/>
                  </a:schemeClr>
                </a:solidFill>
              </a:rPr>
              <a:t>Männel</a:t>
            </a:r>
            <a:r>
              <a:rPr lang="en-GB" dirty="0">
                <a:solidFill>
                  <a:schemeClr val="tx1">
                    <a:lumMod val="50000"/>
                    <a:lumOff val="50000"/>
                  </a:schemeClr>
                </a:solidFill>
              </a:rPr>
              <a:t>, 2018)</a:t>
            </a:r>
          </a:p>
        </p:txBody>
      </p:sp>
      <p:sp>
        <p:nvSpPr>
          <p:cNvPr id="6" name="Title 1">
            <a:extLst>
              <a:ext uri="{FF2B5EF4-FFF2-40B4-BE49-F238E27FC236}">
                <a16:creationId xmlns:a16="http://schemas.microsoft.com/office/drawing/2014/main" id="{B8813250-D62B-D1A0-7B01-D7671F5E61E9}"/>
              </a:ext>
            </a:extLst>
          </p:cNvPr>
          <p:cNvSpPr>
            <a:spLocks noGrp="1"/>
          </p:cNvSpPr>
          <p:nvPr>
            <p:ph type="title"/>
          </p:nvPr>
        </p:nvSpPr>
        <p:spPr>
          <a:xfrm>
            <a:off x="838200" y="365125"/>
            <a:ext cx="10515600" cy="1325563"/>
          </a:xfrm>
        </p:spPr>
        <p:txBody>
          <a:bodyPr/>
          <a:lstStyle/>
          <a:p>
            <a:pPr algn="ctr"/>
            <a:r>
              <a:rPr lang="en-US"/>
              <a:t>Morphosyntactic transfer in L3 acquisition</a:t>
            </a:r>
            <a:endParaRPr lang="en-GB"/>
          </a:p>
        </p:txBody>
      </p:sp>
      <p:sp>
        <p:nvSpPr>
          <p:cNvPr id="4" name="Slide Number Placeholder 3">
            <a:extLst>
              <a:ext uri="{FF2B5EF4-FFF2-40B4-BE49-F238E27FC236}">
                <a16:creationId xmlns:a16="http://schemas.microsoft.com/office/drawing/2014/main" id="{CC805229-AF4C-CF98-002F-64F2052FD0BC}"/>
              </a:ext>
            </a:extLst>
          </p:cNvPr>
          <p:cNvSpPr>
            <a:spLocks noGrp="1"/>
          </p:cNvSpPr>
          <p:nvPr>
            <p:ph type="sldNum" sz="quarter" idx="12"/>
          </p:nvPr>
        </p:nvSpPr>
        <p:spPr/>
        <p:txBody>
          <a:bodyPr/>
          <a:lstStyle/>
          <a:p>
            <a:fld id="{F120EC50-82ED-45BA-9B48-47FD87D12700}" type="slidenum">
              <a:rPr lang="en-GB" smtClean="0"/>
              <a:t>4</a:t>
            </a:fld>
            <a:endParaRPr lang="en-GB"/>
          </a:p>
        </p:txBody>
      </p:sp>
    </p:spTree>
    <p:extLst>
      <p:ext uri="{BB962C8B-B14F-4D97-AF65-F5344CB8AC3E}">
        <p14:creationId xmlns:p14="http://schemas.microsoft.com/office/powerpoint/2010/main" val="3216957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A85658-06B4-8BD1-B87B-E05A673934FF}"/>
              </a:ext>
            </a:extLst>
          </p:cNvPr>
          <p:cNvSpPr>
            <a:spLocks noGrp="1"/>
          </p:cNvSpPr>
          <p:nvPr>
            <p:ph idx="1"/>
          </p:nvPr>
        </p:nvSpPr>
        <p:spPr>
          <a:xfrm>
            <a:off x="838200" y="1649508"/>
            <a:ext cx="10515600" cy="4733738"/>
          </a:xfrm>
        </p:spPr>
        <p:txBody>
          <a:bodyPr>
            <a:normAutofit/>
          </a:bodyPr>
          <a:lstStyle/>
          <a:p>
            <a:pPr>
              <a:lnSpc>
                <a:spcPct val="110000"/>
              </a:lnSpc>
            </a:pPr>
            <a:r>
              <a:rPr lang="en-US" sz="2400" b="1" dirty="0">
                <a:solidFill>
                  <a:schemeClr val="bg2">
                    <a:lumMod val="75000"/>
                  </a:schemeClr>
                </a:solidFill>
              </a:rPr>
              <a:t>Confounds </a:t>
            </a:r>
            <a:r>
              <a:rPr lang="en-US" sz="2400" dirty="0">
                <a:solidFill>
                  <a:schemeClr val="bg2">
                    <a:lumMod val="75000"/>
                  </a:schemeClr>
                </a:solidFill>
              </a:rPr>
              <a:t>when using natural languages: age of acquisition, frequency of use, proficiency level, morphological salience, etc.</a:t>
            </a:r>
            <a:endParaRPr lang="en-GB" sz="2400" dirty="0">
              <a:solidFill>
                <a:schemeClr val="bg2">
                  <a:lumMod val="75000"/>
                </a:schemeClr>
              </a:solidFill>
            </a:endParaRPr>
          </a:p>
          <a:p>
            <a:endParaRPr lang="en-US" sz="600" dirty="0"/>
          </a:p>
          <a:p>
            <a:r>
              <a:rPr lang="en-GB" sz="2600" b="1" dirty="0"/>
              <a:t>Workaround:</a:t>
            </a:r>
            <a:r>
              <a:rPr lang="en-GB" sz="2600" dirty="0"/>
              <a:t> artificial languages</a:t>
            </a:r>
          </a:p>
          <a:p>
            <a:endParaRPr lang="en-GB" sz="200" dirty="0"/>
          </a:p>
          <a:p>
            <a:pPr lvl="1"/>
            <a:r>
              <a:rPr lang="en-GB" dirty="0">
                <a:solidFill>
                  <a:schemeClr val="tx1">
                    <a:lumMod val="50000"/>
                    <a:lumOff val="50000"/>
                  </a:schemeClr>
                </a:solidFill>
              </a:rPr>
              <a:t>Consistency with natural language</a:t>
            </a:r>
          </a:p>
          <a:p>
            <a:pPr lvl="1"/>
            <a:endParaRPr lang="en-GB" sz="300" dirty="0">
              <a:solidFill>
                <a:schemeClr val="tx1">
                  <a:lumMod val="50000"/>
                  <a:lumOff val="50000"/>
                </a:schemeClr>
              </a:solidFill>
            </a:endParaRPr>
          </a:p>
          <a:p>
            <a:pPr lvl="2">
              <a:lnSpc>
                <a:spcPct val="110000"/>
              </a:lnSpc>
            </a:pPr>
            <a:r>
              <a:rPr lang="en-GB" dirty="0">
                <a:solidFill>
                  <a:schemeClr val="tx1">
                    <a:lumMod val="50000"/>
                    <a:lumOff val="50000"/>
                  </a:schemeClr>
                </a:solidFill>
              </a:rPr>
              <a:t>Acquired by statistical learning (Hudson et al., 2005; Kidd, 2012; Monaghan et al., 2023) </a:t>
            </a:r>
          </a:p>
          <a:p>
            <a:pPr lvl="2">
              <a:lnSpc>
                <a:spcPct val="110000"/>
              </a:lnSpc>
            </a:pPr>
            <a:r>
              <a:rPr lang="en-GB" dirty="0">
                <a:solidFill>
                  <a:schemeClr val="tx1">
                    <a:lumMod val="50000"/>
                    <a:lumOff val="50000"/>
                  </a:schemeClr>
                </a:solidFill>
              </a:rPr>
              <a:t>Similar processing signatures (</a:t>
            </a:r>
            <a:r>
              <a:rPr lang="en-GB" dirty="0" err="1">
                <a:solidFill>
                  <a:schemeClr val="tx1">
                    <a:lumMod val="50000"/>
                    <a:lumOff val="50000"/>
                  </a:schemeClr>
                </a:solidFill>
              </a:rPr>
              <a:t>Friederici</a:t>
            </a:r>
            <a:r>
              <a:rPr lang="en-GB" dirty="0">
                <a:solidFill>
                  <a:schemeClr val="tx1">
                    <a:lumMod val="50000"/>
                    <a:lumOff val="50000"/>
                  </a:schemeClr>
                </a:solidFill>
              </a:rPr>
              <a:t> et al., 2002; </a:t>
            </a:r>
            <a:r>
              <a:rPr lang="en-GB" dirty="0" err="1">
                <a:solidFill>
                  <a:schemeClr val="tx1">
                    <a:lumMod val="50000"/>
                    <a:lumOff val="50000"/>
                  </a:schemeClr>
                </a:solidFill>
              </a:rPr>
              <a:t>Uddén</a:t>
            </a:r>
            <a:r>
              <a:rPr lang="en-GB" dirty="0">
                <a:solidFill>
                  <a:schemeClr val="tx1">
                    <a:lumMod val="50000"/>
                    <a:lumOff val="50000"/>
                  </a:schemeClr>
                </a:solidFill>
              </a:rPr>
              <a:t> &amp; </a:t>
            </a:r>
            <a:r>
              <a:rPr lang="en-GB" dirty="0" err="1">
                <a:solidFill>
                  <a:schemeClr val="tx1">
                    <a:lumMod val="50000"/>
                    <a:lumOff val="50000"/>
                  </a:schemeClr>
                </a:solidFill>
              </a:rPr>
              <a:t>Männel</a:t>
            </a:r>
            <a:r>
              <a:rPr lang="en-GB" dirty="0">
                <a:solidFill>
                  <a:schemeClr val="tx1">
                    <a:lumMod val="50000"/>
                    <a:lumOff val="50000"/>
                  </a:schemeClr>
                </a:solidFill>
              </a:rPr>
              <a:t>, 2018)</a:t>
            </a:r>
          </a:p>
          <a:p>
            <a:pPr lvl="1"/>
            <a:endParaRPr lang="en-GB" sz="900" dirty="0"/>
          </a:p>
          <a:p>
            <a:pPr lvl="1">
              <a:lnSpc>
                <a:spcPct val="110000"/>
              </a:lnSpc>
            </a:pPr>
            <a:r>
              <a:rPr lang="en-GB" dirty="0"/>
              <a:t>An extensive training in the artificial language could be necessary for standard syntactic signatures (notably, P600) to appear in ERPs </a:t>
            </a:r>
            <a:r>
              <a:rPr lang="en-GB" dirty="0">
                <a:solidFill>
                  <a:schemeClr val="tx1">
                    <a:lumMod val="50000"/>
                    <a:lumOff val="50000"/>
                  </a:schemeClr>
                </a:solidFill>
              </a:rPr>
              <a:t>(González Alonso et al., 2020; Pereira Soares et al., 2022).</a:t>
            </a:r>
          </a:p>
        </p:txBody>
      </p:sp>
      <p:sp>
        <p:nvSpPr>
          <p:cNvPr id="6" name="Title 1">
            <a:extLst>
              <a:ext uri="{FF2B5EF4-FFF2-40B4-BE49-F238E27FC236}">
                <a16:creationId xmlns:a16="http://schemas.microsoft.com/office/drawing/2014/main" id="{B8813250-D62B-D1A0-7B01-D7671F5E61E9}"/>
              </a:ext>
            </a:extLst>
          </p:cNvPr>
          <p:cNvSpPr>
            <a:spLocks noGrp="1"/>
          </p:cNvSpPr>
          <p:nvPr>
            <p:ph type="title"/>
          </p:nvPr>
        </p:nvSpPr>
        <p:spPr>
          <a:xfrm>
            <a:off x="838200" y="365125"/>
            <a:ext cx="10515600" cy="1325563"/>
          </a:xfrm>
        </p:spPr>
        <p:txBody>
          <a:bodyPr/>
          <a:lstStyle/>
          <a:p>
            <a:pPr algn="ctr"/>
            <a:r>
              <a:rPr lang="en-US"/>
              <a:t>Morphosyntactic transfer in L3 acquisition</a:t>
            </a:r>
            <a:endParaRPr lang="en-GB"/>
          </a:p>
        </p:txBody>
      </p:sp>
      <p:sp>
        <p:nvSpPr>
          <p:cNvPr id="4" name="Slide Number Placeholder 3">
            <a:extLst>
              <a:ext uri="{FF2B5EF4-FFF2-40B4-BE49-F238E27FC236}">
                <a16:creationId xmlns:a16="http://schemas.microsoft.com/office/drawing/2014/main" id="{CC805229-AF4C-CF98-002F-64F2052FD0BC}"/>
              </a:ext>
            </a:extLst>
          </p:cNvPr>
          <p:cNvSpPr>
            <a:spLocks noGrp="1"/>
          </p:cNvSpPr>
          <p:nvPr>
            <p:ph type="sldNum" sz="quarter" idx="12"/>
          </p:nvPr>
        </p:nvSpPr>
        <p:spPr/>
        <p:txBody>
          <a:bodyPr/>
          <a:lstStyle/>
          <a:p>
            <a:fld id="{F120EC50-82ED-45BA-9B48-47FD87D12700}" type="slidenum">
              <a:rPr lang="en-GB" smtClean="0"/>
              <a:t>5</a:t>
            </a:fld>
            <a:endParaRPr lang="en-GB"/>
          </a:p>
        </p:txBody>
      </p:sp>
    </p:spTree>
    <p:extLst>
      <p:ext uri="{BB962C8B-B14F-4D97-AF65-F5344CB8AC3E}">
        <p14:creationId xmlns:p14="http://schemas.microsoft.com/office/powerpoint/2010/main" val="1936483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840C111-20E2-40AF-5E54-54C356338537}"/>
              </a:ext>
            </a:extLst>
          </p:cNvPr>
          <p:cNvSpPr>
            <a:spLocks noGrp="1"/>
          </p:cNvSpPr>
          <p:nvPr>
            <p:ph type="title"/>
          </p:nvPr>
        </p:nvSpPr>
        <p:spPr>
          <a:xfrm>
            <a:off x="568410" y="290641"/>
            <a:ext cx="11039390" cy="1017459"/>
          </a:xfrm>
        </p:spPr>
        <p:txBody>
          <a:bodyPr/>
          <a:lstStyle/>
          <a:p>
            <a:pPr algn="ctr">
              <a:lnSpc>
                <a:spcPct val="100000"/>
              </a:lnSpc>
            </a:pPr>
            <a:r>
              <a:rPr lang="en-US"/>
              <a:t>González Alonso et al. (2020)</a:t>
            </a:r>
            <a:endParaRPr lang="en-GB"/>
          </a:p>
        </p:txBody>
      </p:sp>
      <p:sp>
        <p:nvSpPr>
          <p:cNvPr id="13" name="Content Placeholder 2">
            <a:extLst>
              <a:ext uri="{FF2B5EF4-FFF2-40B4-BE49-F238E27FC236}">
                <a16:creationId xmlns:a16="http://schemas.microsoft.com/office/drawing/2014/main" id="{EE656CE7-C4EC-8628-5A65-AD47BCF6FECF}"/>
              </a:ext>
            </a:extLst>
          </p:cNvPr>
          <p:cNvSpPr>
            <a:spLocks noGrp="1"/>
          </p:cNvSpPr>
          <p:nvPr>
            <p:ph idx="1"/>
          </p:nvPr>
        </p:nvSpPr>
        <p:spPr>
          <a:xfrm>
            <a:off x="927100" y="1516363"/>
            <a:ext cx="10680699" cy="4814587"/>
          </a:xfrm>
        </p:spPr>
        <p:txBody>
          <a:bodyPr>
            <a:normAutofit fontScale="92500" lnSpcReduction="20000"/>
          </a:bodyPr>
          <a:lstStyle/>
          <a:p>
            <a:pPr>
              <a:lnSpc>
                <a:spcPct val="120000"/>
              </a:lnSpc>
            </a:pPr>
            <a:r>
              <a:rPr lang="en-US" b="1"/>
              <a:t>Participants</a:t>
            </a:r>
            <a:r>
              <a:rPr lang="en-US"/>
              <a:t>: </a:t>
            </a:r>
            <a:r>
              <a:rPr lang="en-GB"/>
              <a:t>L1 Spanish, L2 English</a:t>
            </a:r>
          </a:p>
          <a:p>
            <a:pPr marL="0" indent="0">
              <a:lnSpc>
                <a:spcPct val="120000"/>
              </a:lnSpc>
              <a:buNone/>
            </a:pPr>
            <a:endParaRPr lang="en-GB" sz="100" b="1"/>
          </a:p>
          <a:p>
            <a:pPr>
              <a:lnSpc>
                <a:spcPct val="120000"/>
              </a:lnSpc>
            </a:pPr>
            <a:r>
              <a:rPr lang="en-GB" b="1"/>
              <a:t>Artificial language groups: </a:t>
            </a:r>
            <a:r>
              <a:rPr lang="en-GB"/>
              <a:t>Mini-Spanish (</a:t>
            </a:r>
            <a:r>
              <a:rPr lang="en-GB" i="1"/>
              <a:t>n</a:t>
            </a:r>
            <a:r>
              <a:rPr lang="en-GB"/>
              <a:t> = 26), Mini-English (</a:t>
            </a:r>
            <a:r>
              <a:rPr lang="en-GB" i="1"/>
              <a:t>n</a:t>
            </a:r>
            <a:r>
              <a:rPr lang="en-GB"/>
              <a:t> = 24)</a:t>
            </a:r>
          </a:p>
          <a:p>
            <a:pPr>
              <a:lnSpc>
                <a:spcPct val="120000"/>
              </a:lnSpc>
            </a:pPr>
            <a:endParaRPr lang="en-GB" sz="100"/>
          </a:p>
          <a:p>
            <a:pPr>
              <a:lnSpc>
                <a:spcPct val="120000"/>
              </a:lnSpc>
            </a:pPr>
            <a:r>
              <a:rPr lang="en-GB" b="1"/>
              <a:t>Grammatical property:</a:t>
            </a:r>
            <a:r>
              <a:rPr lang="en-GB"/>
              <a:t> gender agreement between nouns and predicative</a:t>
            </a:r>
            <a:r>
              <a:rPr lang="en-GB">
                <a:solidFill>
                  <a:srgbClr val="FF0000"/>
                </a:solidFill>
              </a:rPr>
              <a:t> </a:t>
            </a:r>
            <a:r>
              <a:rPr lang="en-GB"/>
              <a:t>adjectives in copular sentences. Example:</a:t>
            </a:r>
          </a:p>
          <a:p>
            <a:pPr>
              <a:lnSpc>
                <a:spcPct val="120000"/>
              </a:lnSpc>
            </a:pPr>
            <a:endParaRPr lang="en-GB" sz="100"/>
          </a:p>
          <a:p>
            <a:pPr lvl="1">
              <a:lnSpc>
                <a:spcPct val="120000"/>
              </a:lnSpc>
            </a:pPr>
            <a:r>
              <a:rPr lang="en-GB" b="1">
                <a:solidFill>
                  <a:schemeClr val="bg2">
                    <a:lumMod val="50000"/>
                  </a:schemeClr>
                </a:solidFill>
              </a:rPr>
              <a:t>Mini-Spanish: </a:t>
            </a:r>
            <a:r>
              <a:rPr lang="en-GB" b="1" i="1">
                <a:solidFill>
                  <a:schemeClr val="accent6">
                    <a:lumMod val="75000"/>
                  </a:schemeClr>
                </a:solidFill>
              </a:rPr>
              <a:t>	</a:t>
            </a:r>
            <a:r>
              <a:rPr lang="en-GB" b="1" i="1" err="1">
                <a:solidFill>
                  <a:schemeClr val="accent6">
                    <a:lumMod val="75000"/>
                  </a:schemeClr>
                </a:solidFill>
              </a:rPr>
              <a:t>Je</a:t>
            </a:r>
            <a:r>
              <a:rPr lang="en-GB" i="1" err="1"/>
              <a:t>r</a:t>
            </a:r>
            <a:r>
              <a:rPr lang="en-GB" i="1"/>
              <a:t> </a:t>
            </a:r>
            <a:r>
              <a:rPr lang="en-GB" i="1" err="1"/>
              <a:t>mochil</a:t>
            </a:r>
            <a:r>
              <a:rPr lang="en-GB" i="1"/>
              <a:t> son </a:t>
            </a:r>
            <a:r>
              <a:rPr lang="en-GB" i="1" err="1"/>
              <a:t>care</a:t>
            </a:r>
            <a:r>
              <a:rPr lang="en-GB" b="1" i="1" err="1">
                <a:solidFill>
                  <a:schemeClr val="accent6">
                    <a:lumMod val="75000"/>
                  </a:schemeClr>
                </a:solidFill>
              </a:rPr>
              <a:t>ju</a:t>
            </a:r>
            <a:r>
              <a:rPr lang="en-GB" i="1" err="1"/>
              <a:t>r</a:t>
            </a:r>
            <a:r>
              <a:rPr lang="en-GB" i="1"/>
              <a:t>        </a:t>
            </a:r>
            <a:r>
              <a:rPr lang="en-GB">
                <a:solidFill>
                  <a:schemeClr val="bg2">
                    <a:lumMod val="75000"/>
                  </a:schemeClr>
                </a:solidFill>
              </a:rPr>
              <a:t>|</a:t>
            </a:r>
            <a:r>
              <a:rPr lang="en-GB" i="1"/>
              <a:t>    </a:t>
            </a:r>
            <a:r>
              <a:rPr lang="en-GB" b="1" i="1" err="1">
                <a:solidFill>
                  <a:schemeClr val="accent6">
                    <a:lumMod val="75000"/>
                  </a:schemeClr>
                </a:solidFill>
              </a:rPr>
              <a:t>Je</a:t>
            </a:r>
            <a:r>
              <a:rPr lang="en-GB" i="1" err="1"/>
              <a:t>r</a:t>
            </a:r>
            <a:r>
              <a:rPr lang="en-GB" i="1"/>
              <a:t> </a:t>
            </a:r>
            <a:r>
              <a:rPr lang="en-GB" i="1" err="1"/>
              <a:t>mochil</a:t>
            </a:r>
            <a:r>
              <a:rPr lang="en-GB" i="1"/>
              <a:t> son </a:t>
            </a:r>
            <a:r>
              <a:rPr lang="en-GB" i="1" err="1"/>
              <a:t>barate</a:t>
            </a:r>
            <a:r>
              <a:rPr lang="en-GB" b="1" i="1" err="1">
                <a:solidFill>
                  <a:schemeClr val="accent6">
                    <a:lumMod val="75000"/>
                  </a:schemeClr>
                </a:solidFill>
              </a:rPr>
              <a:t>ju</a:t>
            </a:r>
            <a:r>
              <a:rPr lang="en-GB" i="1" err="1"/>
              <a:t>r</a:t>
            </a:r>
            <a:endParaRPr lang="en-GB" i="1"/>
          </a:p>
          <a:p>
            <a:pPr lvl="1">
              <a:lnSpc>
                <a:spcPct val="120000"/>
              </a:lnSpc>
            </a:pPr>
            <a:r>
              <a:rPr lang="en-GB" b="1">
                <a:solidFill>
                  <a:schemeClr val="bg2">
                    <a:lumMod val="50000"/>
                  </a:schemeClr>
                </a:solidFill>
              </a:rPr>
              <a:t>Mini-English: </a:t>
            </a:r>
            <a:r>
              <a:rPr lang="en-GB" b="1" i="1">
                <a:solidFill>
                  <a:schemeClr val="accent6">
                    <a:lumMod val="75000"/>
                  </a:schemeClr>
                </a:solidFill>
              </a:rPr>
              <a:t>	</a:t>
            </a:r>
            <a:r>
              <a:rPr lang="en-GB" b="1" i="1" err="1">
                <a:solidFill>
                  <a:schemeClr val="accent6">
                    <a:lumMod val="75000"/>
                  </a:schemeClr>
                </a:solidFill>
              </a:rPr>
              <a:t>Je</a:t>
            </a:r>
            <a:r>
              <a:rPr lang="en-GB" i="1" err="1"/>
              <a:t>r</a:t>
            </a:r>
            <a:r>
              <a:rPr lang="en-GB" i="1"/>
              <a:t> bag are </a:t>
            </a:r>
            <a:r>
              <a:rPr lang="en-GB" i="1" err="1"/>
              <a:t>expensive</a:t>
            </a:r>
            <a:r>
              <a:rPr lang="en-GB" b="1" i="1" err="1">
                <a:solidFill>
                  <a:schemeClr val="accent6">
                    <a:lumMod val="75000"/>
                  </a:schemeClr>
                </a:solidFill>
              </a:rPr>
              <a:t>ju</a:t>
            </a:r>
            <a:r>
              <a:rPr lang="en-GB" i="1" err="1"/>
              <a:t>r</a:t>
            </a:r>
            <a:r>
              <a:rPr lang="en-GB" i="1"/>
              <a:t>    </a:t>
            </a:r>
            <a:r>
              <a:rPr lang="en-GB">
                <a:solidFill>
                  <a:schemeClr val="bg2">
                    <a:lumMod val="75000"/>
                  </a:schemeClr>
                </a:solidFill>
              </a:rPr>
              <a:t>|</a:t>
            </a:r>
            <a:r>
              <a:rPr lang="en-GB" i="1"/>
              <a:t>    </a:t>
            </a:r>
            <a:r>
              <a:rPr lang="en-GB" b="1" i="1" err="1">
                <a:solidFill>
                  <a:schemeClr val="accent6">
                    <a:lumMod val="75000"/>
                  </a:schemeClr>
                </a:solidFill>
              </a:rPr>
              <a:t>Je</a:t>
            </a:r>
            <a:r>
              <a:rPr lang="en-GB" i="1" err="1"/>
              <a:t>r</a:t>
            </a:r>
            <a:r>
              <a:rPr lang="en-GB" i="1"/>
              <a:t> bag are </a:t>
            </a:r>
            <a:r>
              <a:rPr lang="en-GB" i="1" err="1"/>
              <a:t>cheape</a:t>
            </a:r>
            <a:r>
              <a:rPr lang="en-GB" b="1" i="1" err="1">
                <a:solidFill>
                  <a:schemeClr val="accent6">
                    <a:lumMod val="75000"/>
                  </a:schemeClr>
                </a:solidFill>
              </a:rPr>
              <a:t>ju</a:t>
            </a:r>
            <a:r>
              <a:rPr lang="en-GB" i="1" err="1"/>
              <a:t>r</a:t>
            </a:r>
            <a:endParaRPr lang="en-GB" i="1"/>
          </a:p>
          <a:p>
            <a:pPr lvl="1">
              <a:lnSpc>
                <a:spcPct val="120000"/>
              </a:lnSpc>
            </a:pPr>
            <a:r>
              <a:rPr lang="en-GB">
                <a:solidFill>
                  <a:schemeClr val="bg2">
                    <a:lumMod val="50000"/>
                  </a:schemeClr>
                </a:solidFill>
              </a:rPr>
              <a:t>Translation:	The bags are expensive</a:t>
            </a:r>
            <a:r>
              <a:rPr lang="en-GB" i="1">
                <a:solidFill>
                  <a:schemeClr val="bg2">
                    <a:lumMod val="50000"/>
                  </a:schemeClr>
                </a:solidFill>
              </a:rPr>
              <a:t>      </a:t>
            </a:r>
            <a:r>
              <a:rPr lang="en-GB">
                <a:solidFill>
                  <a:schemeClr val="bg1">
                    <a:lumMod val="65000"/>
                  </a:schemeClr>
                </a:solidFill>
              </a:rPr>
              <a:t>|</a:t>
            </a:r>
            <a:r>
              <a:rPr lang="en-GB" i="1">
                <a:solidFill>
                  <a:schemeClr val="bg2">
                    <a:lumMod val="50000"/>
                  </a:schemeClr>
                </a:solidFill>
              </a:rPr>
              <a:t>    </a:t>
            </a:r>
            <a:r>
              <a:rPr lang="en-GB">
                <a:solidFill>
                  <a:schemeClr val="bg2">
                    <a:lumMod val="50000"/>
                  </a:schemeClr>
                </a:solidFill>
              </a:rPr>
              <a:t>The bags are cheap</a:t>
            </a:r>
          </a:p>
          <a:p>
            <a:pPr>
              <a:lnSpc>
                <a:spcPct val="120000"/>
              </a:lnSpc>
            </a:pPr>
            <a:endParaRPr lang="en-GB" sz="100"/>
          </a:p>
          <a:p>
            <a:pPr>
              <a:lnSpc>
                <a:spcPct val="120000"/>
              </a:lnSpc>
            </a:pPr>
            <a:r>
              <a:rPr lang="en-GB" b="1"/>
              <a:t>Session phases: </a:t>
            </a:r>
            <a:r>
              <a:rPr lang="en-GB"/>
              <a:t>vocabulary pre-training </a:t>
            </a:r>
            <a:r>
              <a:rPr lang="en-GB">
                <a:sym typeface="Wingdings" panose="05000000000000000000" pitchFamily="2" charset="2"/>
              </a:rPr>
              <a:t></a:t>
            </a:r>
            <a:r>
              <a:rPr lang="en-GB"/>
              <a:t> grammatical training</a:t>
            </a:r>
            <a:r>
              <a:rPr lang="en-GB">
                <a:sym typeface="Wingdings" panose="05000000000000000000" pitchFamily="2" charset="2"/>
              </a:rPr>
              <a:t> </a:t>
            </a:r>
            <a:r>
              <a:rPr lang="en-GB"/>
              <a:t>                  test </a:t>
            </a:r>
            <a:r>
              <a:rPr lang="en-GB" sz="2200"/>
              <a:t>(min. 80%)</a:t>
            </a:r>
            <a:r>
              <a:rPr lang="en-GB" sz="2200">
                <a:sym typeface="Wingdings" panose="05000000000000000000" pitchFamily="2" charset="2"/>
              </a:rPr>
              <a:t> </a:t>
            </a:r>
            <a:r>
              <a:rPr lang="en-GB">
                <a:sym typeface="Wingdings" panose="05000000000000000000" pitchFamily="2" charset="2"/>
              </a:rPr>
              <a:t></a:t>
            </a:r>
            <a:r>
              <a:rPr lang="en-GB"/>
              <a:t> ERP experiment</a:t>
            </a:r>
            <a:r>
              <a:rPr lang="en-GB">
                <a:sym typeface="Wingdings" panose="05000000000000000000" pitchFamily="2" charset="2"/>
              </a:rPr>
              <a:t> </a:t>
            </a:r>
            <a:r>
              <a:rPr lang="en-GB"/>
              <a:t> gender assignment task in Spanish</a:t>
            </a:r>
          </a:p>
        </p:txBody>
      </p:sp>
      <p:sp>
        <p:nvSpPr>
          <p:cNvPr id="3" name="Slide Number Placeholder 2">
            <a:extLst>
              <a:ext uri="{FF2B5EF4-FFF2-40B4-BE49-F238E27FC236}">
                <a16:creationId xmlns:a16="http://schemas.microsoft.com/office/drawing/2014/main" id="{5902CC81-9C38-9E35-C7A9-28C823B9E3EE}"/>
              </a:ext>
            </a:extLst>
          </p:cNvPr>
          <p:cNvSpPr>
            <a:spLocks noGrp="1"/>
          </p:cNvSpPr>
          <p:nvPr>
            <p:ph type="sldNum" sz="quarter" idx="12"/>
          </p:nvPr>
        </p:nvSpPr>
        <p:spPr/>
        <p:txBody>
          <a:bodyPr/>
          <a:lstStyle/>
          <a:p>
            <a:fld id="{F120EC50-82ED-45BA-9B48-47FD87D12700}" type="slidenum">
              <a:rPr lang="en-GB" smtClean="0"/>
              <a:t>6</a:t>
            </a:fld>
            <a:endParaRPr lang="en-GB"/>
          </a:p>
        </p:txBody>
      </p:sp>
    </p:spTree>
    <p:extLst>
      <p:ext uri="{BB962C8B-B14F-4D97-AF65-F5344CB8AC3E}">
        <p14:creationId xmlns:p14="http://schemas.microsoft.com/office/powerpoint/2010/main" val="1768806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6DB1B-D9DF-624E-A4C5-E6E791D6AFD3}"/>
              </a:ext>
            </a:extLst>
          </p:cNvPr>
          <p:cNvSpPr>
            <a:spLocks noGrp="1"/>
          </p:cNvSpPr>
          <p:nvPr>
            <p:ph type="title"/>
          </p:nvPr>
        </p:nvSpPr>
        <p:spPr/>
        <p:txBody>
          <a:bodyPr/>
          <a:lstStyle/>
          <a:p>
            <a:pPr algn="ctr"/>
            <a:r>
              <a:rPr lang="en-US"/>
              <a:t>González Alonso et al. (2020)</a:t>
            </a:r>
            <a:endParaRPr lang="en-GB"/>
          </a:p>
        </p:txBody>
      </p:sp>
      <p:sp>
        <p:nvSpPr>
          <p:cNvPr id="3" name="Content Placeholder 2">
            <a:extLst>
              <a:ext uri="{FF2B5EF4-FFF2-40B4-BE49-F238E27FC236}">
                <a16:creationId xmlns:a16="http://schemas.microsoft.com/office/drawing/2014/main" id="{7831B888-3064-E15C-1E44-A8CBF7037A0A}"/>
              </a:ext>
            </a:extLst>
          </p:cNvPr>
          <p:cNvSpPr>
            <a:spLocks noGrp="1"/>
          </p:cNvSpPr>
          <p:nvPr>
            <p:ph idx="1"/>
          </p:nvPr>
        </p:nvSpPr>
        <p:spPr>
          <a:xfrm>
            <a:off x="600635" y="1618734"/>
            <a:ext cx="10753165" cy="4392827"/>
          </a:xfrm>
        </p:spPr>
        <p:txBody>
          <a:bodyPr>
            <a:normAutofit/>
          </a:bodyPr>
          <a:lstStyle/>
          <a:p>
            <a:pPr marL="0" indent="0" algn="ctr">
              <a:lnSpc>
                <a:spcPct val="100000"/>
              </a:lnSpc>
              <a:buNone/>
            </a:pPr>
            <a:r>
              <a:rPr lang="es-ES" sz="3600" b="1" err="1"/>
              <a:t>Results</a:t>
            </a:r>
            <a:endParaRPr lang="es-ES" sz="3600" b="1"/>
          </a:p>
          <a:p>
            <a:pPr marL="0" indent="0" algn="ctr">
              <a:lnSpc>
                <a:spcPct val="100000"/>
              </a:lnSpc>
              <a:buNone/>
            </a:pPr>
            <a:endParaRPr lang="en-GB" sz="900" b="1"/>
          </a:p>
          <a:p>
            <a:pPr marL="627063">
              <a:lnSpc>
                <a:spcPct val="100000"/>
              </a:lnSpc>
            </a:pPr>
            <a:r>
              <a:rPr lang="en-GB" b="1"/>
              <a:t>Mini-Spanish group: </a:t>
            </a:r>
            <a:r>
              <a:rPr lang="en-GB"/>
              <a:t>broadly distributed 300–600 </a:t>
            </a:r>
            <a:r>
              <a:rPr lang="en-GB" err="1"/>
              <a:t>ms</a:t>
            </a:r>
            <a:r>
              <a:rPr lang="en-GB"/>
              <a:t> positivity,                                 most consistent with attention-related P300.</a:t>
            </a:r>
          </a:p>
          <a:p>
            <a:pPr marL="627063">
              <a:lnSpc>
                <a:spcPct val="100000"/>
              </a:lnSpc>
            </a:pPr>
            <a:endParaRPr lang="en-GB" sz="400"/>
          </a:p>
          <a:p>
            <a:pPr marL="627063">
              <a:lnSpc>
                <a:spcPct val="100000"/>
              </a:lnSpc>
            </a:pPr>
            <a:r>
              <a:rPr lang="en-GB" b="1"/>
              <a:t>No </a:t>
            </a:r>
            <a:r>
              <a:rPr lang="en-GB"/>
              <a:t>(N400)–P600</a:t>
            </a:r>
          </a:p>
          <a:p>
            <a:pPr marL="627063">
              <a:lnSpc>
                <a:spcPct val="100000"/>
              </a:lnSpc>
            </a:pPr>
            <a:endParaRPr lang="en-GB" sz="400"/>
          </a:p>
          <a:p>
            <a:pPr marL="627063">
              <a:lnSpc>
                <a:spcPct val="100000"/>
              </a:lnSpc>
            </a:pPr>
            <a:r>
              <a:rPr lang="en-GB" b="1"/>
              <a:t>Interpretation: </a:t>
            </a:r>
            <a:r>
              <a:rPr lang="en-GB"/>
              <a:t>allocation of attentional resources in preparation for the selection of transfer source(s). In Mini-Spanish, larger focus on word-final gender morphology</a:t>
            </a:r>
            <a:r>
              <a:rPr lang="es-ES"/>
              <a:t>, </a:t>
            </a:r>
            <a:r>
              <a:rPr lang="es-ES" err="1"/>
              <a:t>consistent</a:t>
            </a:r>
            <a:r>
              <a:rPr lang="es-ES"/>
              <a:t> </a:t>
            </a:r>
            <a:r>
              <a:rPr lang="es-ES" err="1"/>
              <a:t>with</a:t>
            </a:r>
            <a:r>
              <a:rPr lang="es-ES"/>
              <a:t> </a:t>
            </a:r>
            <a:r>
              <a:rPr lang="es-ES" err="1"/>
              <a:t>Spanish</a:t>
            </a:r>
            <a:r>
              <a:rPr lang="es-ES"/>
              <a:t>.</a:t>
            </a:r>
            <a:endParaRPr lang="en-GB"/>
          </a:p>
        </p:txBody>
      </p:sp>
      <p:sp>
        <p:nvSpPr>
          <p:cNvPr id="5" name="Slide Number Placeholder 4">
            <a:extLst>
              <a:ext uri="{FF2B5EF4-FFF2-40B4-BE49-F238E27FC236}">
                <a16:creationId xmlns:a16="http://schemas.microsoft.com/office/drawing/2014/main" id="{76B3F8CB-1573-AFC5-457E-A9508D344EFE}"/>
              </a:ext>
            </a:extLst>
          </p:cNvPr>
          <p:cNvSpPr>
            <a:spLocks noGrp="1"/>
          </p:cNvSpPr>
          <p:nvPr>
            <p:ph type="sldNum" sz="quarter" idx="12"/>
          </p:nvPr>
        </p:nvSpPr>
        <p:spPr/>
        <p:txBody>
          <a:bodyPr/>
          <a:lstStyle/>
          <a:p>
            <a:fld id="{F120EC50-82ED-45BA-9B48-47FD87D12700}" type="slidenum">
              <a:rPr lang="en-GB" smtClean="0"/>
              <a:t>7</a:t>
            </a:fld>
            <a:endParaRPr lang="en-GB"/>
          </a:p>
        </p:txBody>
      </p:sp>
    </p:spTree>
    <p:extLst>
      <p:ext uri="{BB962C8B-B14F-4D97-AF65-F5344CB8AC3E}">
        <p14:creationId xmlns:p14="http://schemas.microsoft.com/office/powerpoint/2010/main" val="4038942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C29B66-BF99-0310-74FF-14C63D04C2AE}"/>
              </a:ext>
            </a:extLst>
          </p:cNvPr>
          <p:cNvSpPr>
            <a:spLocks noGrp="1"/>
          </p:cNvSpPr>
          <p:nvPr>
            <p:ph idx="1"/>
          </p:nvPr>
        </p:nvSpPr>
        <p:spPr>
          <a:xfrm>
            <a:off x="838200" y="1341436"/>
            <a:ext cx="10515600" cy="5014914"/>
          </a:xfrm>
        </p:spPr>
        <p:txBody>
          <a:bodyPr>
            <a:normAutofit/>
          </a:bodyPr>
          <a:lstStyle/>
          <a:p>
            <a:pPr marL="139700" indent="-139700"/>
            <a:r>
              <a:rPr lang="en-GB" sz="2000" b="1" dirty="0">
                <a:solidFill>
                  <a:schemeClr val="accent2">
                    <a:lumMod val="75000"/>
                  </a:schemeClr>
                </a:solidFill>
                <a:effectLst/>
                <a:latin typeface="Calibri" panose="020F0502020204030204" pitchFamily="34" charset="0"/>
                <a:ea typeface="Calibri" panose="020F0502020204030204" pitchFamily="34" charset="0"/>
              </a:rPr>
              <a:t>Session 1. Individual differences </a:t>
            </a:r>
            <a:r>
              <a:rPr lang="en-GB" sz="2000" dirty="0">
                <a:solidFill>
                  <a:schemeClr val="accent2">
                    <a:lumMod val="75000"/>
                  </a:schemeClr>
                </a:solidFill>
                <a:effectLst/>
                <a:latin typeface="Calibri" panose="020F0502020204030204" pitchFamily="34" charset="0"/>
                <a:ea typeface="Calibri" panose="020F0502020204030204" pitchFamily="34" charset="0"/>
              </a:rPr>
              <a:t>(home-based session)</a:t>
            </a:r>
            <a:endParaRPr lang="en-GB" sz="2000" dirty="0">
              <a:solidFill>
                <a:schemeClr val="accent2">
                  <a:lumMod val="75000"/>
                </a:schemeClr>
              </a:solidFill>
              <a:latin typeface="Calibri" panose="020F0502020204030204" pitchFamily="34" charset="0"/>
              <a:ea typeface="Calibri" panose="020F0502020204030204" pitchFamily="34" charset="0"/>
            </a:endParaRPr>
          </a:p>
          <a:p>
            <a:pPr lvl="1"/>
            <a:r>
              <a:rPr lang="en-GB" sz="1800" dirty="0">
                <a:latin typeface="Calibri" panose="020F0502020204030204" pitchFamily="34" charset="0"/>
                <a:ea typeface="Calibri" panose="020F0502020204030204" pitchFamily="34" charset="0"/>
              </a:rPr>
              <a:t>W</a:t>
            </a:r>
            <a:r>
              <a:rPr lang="en-GB" sz="1800" dirty="0">
                <a:effectLst/>
                <a:latin typeface="Calibri" panose="020F0502020204030204" pitchFamily="34" charset="0"/>
                <a:ea typeface="Calibri" panose="020F0502020204030204" pitchFamily="34" charset="0"/>
              </a:rPr>
              <a:t>orking memory (digit span), selective attention (Stroop) and procedural memory (serial reaction time)</a:t>
            </a:r>
          </a:p>
          <a:p>
            <a:pPr lvl="1"/>
            <a:r>
              <a:rPr lang="en-GB" sz="1800" dirty="0">
                <a:effectLst/>
                <a:latin typeface="Calibri" panose="020F0502020204030204" pitchFamily="34" charset="0"/>
                <a:ea typeface="Calibri" panose="020F0502020204030204" pitchFamily="34" charset="0"/>
              </a:rPr>
              <a:t>Language History Questionnaire (LHQ3; Li et al., 2020)</a:t>
            </a:r>
          </a:p>
        </p:txBody>
      </p:sp>
      <p:sp>
        <p:nvSpPr>
          <p:cNvPr id="4" name="Slide Number Placeholder 3">
            <a:extLst>
              <a:ext uri="{FF2B5EF4-FFF2-40B4-BE49-F238E27FC236}">
                <a16:creationId xmlns:a16="http://schemas.microsoft.com/office/drawing/2014/main" id="{BDE6A5B2-6E3E-8FAD-CD49-4A2F9187744E}"/>
              </a:ext>
            </a:extLst>
          </p:cNvPr>
          <p:cNvSpPr>
            <a:spLocks noGrp="1"/>
          </p:cNvSpPr>
          <p:nvPr>
            <p:ph type="sldNum" sz="quarter" idx="12"/>
          </p:nvPr>
        </p:nvSpPr>
        <p:spPr/>
        <p:txBody>
          <a:bodyPr/>
          <a:lstStyle/>
          <a:p>
            <a:fld id="{F120EC50-82ED-45BA-9B48-47FD87D12700}" type="slidenum">
              <a:rPr lang="en-GB" smtClean="0"/>
              <a:pPr/>
              <a:t>8</a:t>
            </a:fld>
            <a:endParaRPr lang="en-GB"/>
          </a:p>
        </p:txBody>
      </p:sp>
      <p:sp>
        <p:nvSpPr>
          <p:cNvPr id="7" name="TextBox 6">
            <a:extLst>
              <a:ext uri="{FF2B5EF4-FFF2-40B4-BE49-F238E27FC236}">
                <a16:creationId xmlns:a16="http://schemas.microsoft.com/office/drawing/2014/main" id="{5F24425C-A450-1FD9-A1C9-0B691780EB0B}"/>
              </a:ext>
            </a:extLst>
          </p:cNvPr>
          <p:cNvSpPr txBox="1"/>
          <p:nvPr/>
        </p:nvSpPr>
        <p:spPr>
          <a:xfrm>
            <a:off x="4114800" y="382548"/>
            <a:ext cx="3962400" cy="769441"/>
          </a:xfrm>
          <a:prstGeom prst="rect">
            <a:avLst/>
          </a:prstGeom>
          <a:noFill/>
        </p:spPr>
        <p:txBody>
          <a:bodyPr wrap="square" rtlCol="0">
            <a:spAutoFit/>
          </a:bodyPr>
          <a:lstStyle/>
          <a:p>
            <a:pPr algn="ctr"/>
            <a:r>
              <a:rPr lang="en-US" sz="4400">
                <a:latin typeface="+mj-lt"/>
                <a:ea typeface="+mj-ea"/>
                <a:cs typeface="+mj-cs"/>
              </a:rPr>
              <a:t>Sessions</a:t>
            </a:r>
            <a:endParaRPr lang="en-GB" sz="4400">
              <a:latin typeface="+mj-lt"/>
              <a:ea typeface="+mj-ea"/>
              <a:cs typeface="+mj-cs"/>
            </a:endParaRPr>
          </a:p>
        </p:txBody>
      </p:sp>
    </p:spTree>
    <p:extLst>
      <p:ext uri="{BB962C8B-B14F-4D97-AF65-F5344CB8AC3E}">
        <p14:creationId xmlns:p14="http://schemas.microsoft.com/office/powerpoint/2010/main" val="34342264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C29B66-BF99-0310-74FF-14C63D04C2AE}"/>
              </a:ext>
            </a:extLst>
          </p:cNvPr>
          <p:cNvSpPr>
            <a:spLocks noGrp="1"/>
          </p:cNvSpPr>
          <p:nvPr>
            <p:ph idx="1"/>
          </p:nvPr>
        </p:nvSpPr>
        <p:spPr>
          <a:xfrm>
            <a:off x="838200" y="1341436"/>
            <a:ext cx="10515600" cy="5014914"/>
          </a:xfrm>
        </p:spPr>
        <p:txBody>
          <a:bodyPr>
            <a:normAutofit/>
          </a:bodyPr>
          <a:lstStyle/>
          <a:p>
            <a:pPr marL="139700" indent="-139700"/>
            <a:r>
              <a:rPr lang="en-GB" sz="2000" b="1" dirty="0">
                <a:solidFill>
                  <a:schemeClr val="accent2">
                    <a:lumMod val="75000"/>
                  </a:schemeClr>
                </a:solidFill>
                <a:effectLst/>
                <a:latin typeface="Calibri" panose="020F0502020204030204" pitchFamily="34" charset="0"/>
                <a:ea typeface="Calibri" panose="020F0502020204030204" pitchFamily="34" charset="0"/>
              </a:rPr>
              <a:t>Session 1. Individual differences </a:t>
            </a:r>
            <a:r>
              <a:rPr lang="en-GB" sz="2000" dirty="0">
                <a:solidFill>
                  <a:schemeClr val="accent2">
                    <a:lumMod val="75000"/>
                  </a:schemeClr>
                </a:solidFill>
                <a:effectLst/>
                <a:latin typeface="Calibri" panose="020F0502020204030204" pitchFamily="34" charset="0"/>
                <a:ea typeface="Calibri" panose="020F0502020204030204" pitchFamily="34" charset="0"/>
              </a:rPr>
              <a:t>(home-based session)</a:t>
            </a:r>
            <a:endParaRPr lang="en-GB" sz="2000" dirty="0">
              <a:solidFill>
                <a:schemeClr val="accent2">
                  <a:lumMod val="75000"/>
                </a:schemeClr>
              </a:solidFill>
              <a:latin typeface="Calibri" panose="020F0502020204030204" pitchFamily="34" charset="0"/>
              <a:ea typeface="Calibri" panose="020F0502020204030204" pitchFamily="34" charset="0"/>
            </a:endParaRPr>
          </a:p>
          <a:p>
            <a:pPr lvl="1"/>
            <a:r>
              <a:rPr lang="en-GB" sz="1800" dirty="0">
                <a:latin typeface="Calibri" panose="020F0502020204030204" pitchFamily="34" charset="0"/>
                <a:ea typeface="Calibri" panose="020F0502020204030204" pitchFamily="34" charset="0"/>
              </a:rPr>
              <a:t>W</a:t>
            </a:r>
            <a:r>
              <a:rPr lang="en-GB" sz="1800" dirty="0">
                <a:effectLst/>
                <a:latin typeface="Calibri" panose="020F0502020204030204" pitchFamily="34" charset="0"/>
                <a:ea typeface="Calibri" panose="020F0502020204030204" pitchFamily="34" charset="0"/>
              </a:rPr>
              <a:t>orking memory (digit span), selective attention (Stroop) and procedural memory (serial reaction time)</a:t>
            </a:r>
          </a:p>
          <a:p>
            <a:pPr lvl="1"/>
            <a:r>
              <a:rPr lang="en-GB" sz="1800" dirty="0">
                <a:effectLst/>
                <a:latin typeface="Calibri" panose="020F0502020204030204" pitchFamily="34" charset="0"/>
                <a:ea typeface="Calibri" panose="020F0502020204030204" pitchFamily="34" charset="0"/>
              </a:rPr>
              <a:t>Language History Questionnaire (LHQ3; Li et al., 2020)</a:t>
            </a:r>
          </a:p>
          <a:p>
            <a:pPr marL="0" indent="0">
              <a:buNone/>
            </a:pPr>
            <a:r>
              <a:rPr lang="en-GB" sz="2000" b="1" dirty="0">
                <a:solidFill>
                  <a:schemeClr val="accent6">
                    <a:lumMod val="50000"/>
                  </a:schemeClr>
                </a:solidFill>
                <a:effectLst/>
                <a:latin typeface="Calibri" panose="020F0502020204030204" pitchFamily="34" charset="0"/>
                <a:ea typeface="Calibri" panose="020F0502020204030204" pitchFamily="34" charset="0"/>
              </a:rPr>
              <a:t>+ 1 week: Session 2. Resting-state EEG + </a:t>
            </a:r>
            <a:r>
              <a:rPr lang="en-GB" sz="2000" b="1" dirty="0">
                <a:solidFill>
                  <a:schemeClr val="accent6">
                    <a:lumMod val="50000"/>
                  </a:schemeClr>
                </a:solidFill>
                <a:latin typeface="Calibri" panose="020F0502020204030204" pitchFamily="34" charset="0"/>
                <a:ea typeface="Calibri" panose="020F0502020204030204" pitchFamily="34" charset="0"/>
              </a:rPr>
              <a:t>Gender agreement</a:t>
            </a:r>
          </a:p>
          <a:p>
            <a:pPr lvl="1"/>
            <a:r>
              <a:rPr lang="en-GB" sz="1800" dirty="0">
                <a:latin typeface="Calibri" panose="020F0502020204030204" pitchFamily="34" charset="0"/>
                <a:ea typeface="Calibri" panose="020F0502020204030204" pitchFamily="34" charset="0"/>
              </a:rPr>
              <a:t>Resting-state EEG related to attention (</a:t>
            </a:r>
            <a:r>
              <a:rPr lang="en-GB" sz="1800" dirty="0" err="1">
                <a:latin typeface="Calibri" panose="020F0502020204030204" pitchFamily="34" charset="0"/>
                <a:ea typeface="Calibri" panose="020F0502020204030204" pitchFamily="34" charset="0"/>
              </a:rPr>
              <a:t>Rogala</a:t>
            </a:r>
            <a:r>
              <a:rPr lang="en-GB" sz="1800" dirty="0">
                <a:latin typeface="Calibri" panose="020F0502020204030204" pitchFamily="34" charset="0"/>
                <a:ea typeface="Calibri" panose="020F0502020204030204" pitchFamily="34" charset="0"/>
              </a:rPr>
              <a:t> et al., 2020), including eyes-open and eyes-closed</a:t>
            </a:r>
          </a:p>
        </p:txBody>
      </p:sp>
      <p:sp>
        <p:nvSpPr>
          <p:cNvPr id="4" name="Slide Number Placeholder 3">
            <a:extLst>
              <a:ext uri="{FF2B5EF4-FFF2-40B4-BE49-F238E27FC236}">
                <a16:creationId xmlns:a16="http://schemas.microsoft.com/office/drawing/2014/main" id="{BDE6A5B2-6E3E-8FAD-CD49-4A2F9187744E}"/>
              </a:ext>
            </a:extLst>
          </p:cNvPr>
          <p:cNvSpPr>
            <a:spLocks noGrp="1"/>
          </p:cNvSpPr>
          <p:nvPr>
            <p:ph type="sldNum" sz="quarter" idx="12"/>
          </p:nvPr>
        </p:nvSpPr>
        <p:spPr/>
        <p:txBody>
          <a:bodyPr/>
          <a:lstStyle/>
          <a:p>
            <a:fld id="{F120EC50-82ED-45BA-9B48-47FD87D12700}" type="slidenum">
              <a:rPr lang="en-GB" smtClean="0"/>
              <a:pPr/>
              <a:t>9</a:t>
            </a:fld>
            <a:endParaRPr lang="en-GB"/>
          </a:p>
        </p:txBody>
      </p:sp>
      <p:sp>
        <p:nvSpPr>
          <p:cNvPr id="7" name="TextBox 6">
            <a:extLst>
              <a:ext uri="{FF2B5EF4-FFF2-40B4-BE49-F238E27FC236}">
                <a16:creationId xmlns:a16="http://schemas.microsoft.com/office/drawing/2014/main" id="{5F24425C-A450-1FD9-A1C9-0B691780EB0B}"/>
              </a:ext>
            </a:extLst>
          </p:cNvPr>
          <p:cNvSpPr txBox="1"/>
          <p:nvPr/>
        </p:nvSpPr>
        <p:spPr>
          <a:xfrm>
            <a:off x="4114800" y="382548"/>
            <a:ext cx="3962400" cy="769441"/>
          </a:xfrm>
          <a:prstGeom prst="rect">
            <a:avLst/>
          </a:prstGeom>
          <a:noFill/>
        </p:spPr>
        <p:txBody>
          <a:bodyPr wrap="square" rtlCol="0">
            <a:spAutoFit/>
          </a:bodyPr>
          <a:lstStyle/>
          <a:p>
            <a:pPr algn="ctr"/>
            <a:r>
              <a:rPr lang="en-US" sz="4400">
                <a:latin typeface="+mj-lt"/>
                <a:ea typeface="+mj-ea"/>
                <a:cs typeface="+mj-cs"/>
              </a:rPr>
              <a:t>Sessions</a:t>
            </a:r>
            <a:endParaRPr lang="en-GB" sz="4400">
              <a:latin typeface="+mj-lt"/>
              <a:ea typeface="+mj-ea"/>
              <a:cs typeface="+mj-cs"/>
            </a:endParaRPr>
          </a:p>
        </p:txBody>
      </p:sp>
    </p:spTree>
    <p:extLst>
      <p:ext uri="{BB962C8B-B14F-4D97-AF65-F5344CB8AC3E}">
        <p14:creationId xmlns:p14="http://schemas.microsoft.com/office/powerpoint/2010/main" val="3977916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C29B66-BF99-0310-74FF-14C63D04C2AE}"/>
              </a:ext>
            </a:extLst>
          </p:cNvPr>
          <p:cNvSpPr>
            <a:spLocks noGrp="1"/>
          </p:cNvSpPr>
          <p:nvPr>
            <p:ph idx="1"/>
          </p:nvPr>
        </p:nvSpPr>
        <p:spPr>
          <a:xfrm>
            <a:off x="838200" y="1341436"/>
            <a:ext cx="10515600" cy="5014914"/>
          </a:xfrm>
        </p:spPr>
        <p:txBody>
          <a:bodyPr>
            <a:normAutofit/>
          </a:bodyPr>
          <a:lstStyle/>
          <a:p>
            <a:pPr marL="139700" indent="-139700"/>
            <a:r>
              <a:rPr lang="en-GB" sz="2000" b="1" dirty="0">
                <a:solidFill>
                  <a:schemeClr val="accent2">
                    <a:lumMod val="75000"/>
                  </a:schemeClr>
                </a:solidFill>
                <a:effectLst/>
                <a:latin typeface="Calibri" panose="020F0502020204030204" pitchFamily="34" charset="0"/>
                <a:ea typeface="Calibri" panose="020F0502020204030204" pitchFamily="34" charset="0"/>
              </a:rPr>
              <a:t>Session 1. Individual differences </a:t>
            </a:r>
            <a:r>
              <a:rPr lang="en-GB" sz="2000" dirty="0">
                <a:solidFill>
                  <a:schemeClr val="accent2">
                    <a:lumMod val="75000"/>
                  </a:schemeClr>
                </a:solidFill>
                <a:effectLst/>
                <a:latin typeface="Calibri" panose="020F0502020204030204" pitchFamily="34" charset="0"/>
                <a:ea typeface="Calibri" panose="020F0502020204030204" pitchFamily="34" charset="0"/>
              </a:rPr>
              <a:t>(home-based session)</a:t>
            </a:r>
            <a:endParaRPr lang="en-GB" sz="2000" dirty="0">
              <a:solidFill>
                <a:schemeClr val="accent2">
                  <a:lumMod val="75000"/>
                </a:schemeClr>
              </a:solidFill>
              <a:latin typeface="Calibri" panose="020F0502020204030204" pitchFamily="34" charset="0"/>
              <a:ea typeface="Calibri" panose="020F0502020204030204" pitchFamily="34" charset="0"/>
            </a:endParaRPr>
          </a:p>
          <a:p>
            <a:pPr lvl="1"/>
            <a:r>
              <a:rPr lang="en-GB" sz="1800" dirty="0">
                <a:latin typeface="Calibri" panose="020F0502020204030204" pitchFamily="34" charset="0"/>
                <a:ea typeface="Calibri" panose="020F0502020204030204" pitchFamily="34" charset="0"/>
              </a:rPr>
              <a:t>W</a:t>
            </a:r>
            <a:r>
              <a:rPr lang="en-GB" sz="1800" dirty="0">
                <a:effectLst/>
                <a:latin typeface="Calibri" panose="020F0502020204030204" pitchFamily="34" charset="0"/>
                <a:ea typeface="Calibri" panose="020F0502020204030204" pitchFamily="34" charset="0"/>
              </a:rPr>
              <a:t>orking memory (digit span), selective attention (Stroop) and procedural memory (serial reaction time)</a:t>
            </a:r>
          </a:p>
          <a:p>
            <a:pPr lvl="1"/>
            <a:r>
              <a:rPr lang="en-GB" sz="1800" dirty="0">
                <a:effectLst/>
                <a:latin typeface="Calibri" panose="020F0502020204030204" pitchFamily="34" charset="0"/>
                <a:ea typeface="Calibri" panose="020F0502020204030204" pitchFamily="34" charset="0"/>
              </a:rPr>
              <a:t>Language History Questionnaire (LHQ3; Li et al., 2020)</a:t>
            </a:r>
          </a:p>
          <a:p>
            <a:pPr marL="0" indent="0">
              <a:buNone/>
            </a:pPr>
            <a:r>
              <a:rPr lang="en-GB" sz="2000" b="1" dirty="0">
                <a:solidFill>
                  <a:schemeClr val="accent6">
                    <a:lumMod val="50000"/>
                  </a:schemeClr>
                </a:solidFill>
                <a:effectLst/>
                <a:latin typeface="Calibri" panose="020F0502020204030204" pitchFamily="34" charset="0"/>
                <a:ea typeface="Calibri" panose="020F0502020204030204" pitchFamily="34" charset="0"/>
              </a:rPr>
              <a:t>+ 1 week: Session 2. Resting-state EEG + </a:t>
            </a:r>
            <a:r>
              <a:rPr lang="en-GB" sz="2000" b="1" dirty="0">
                <a:solidFill>
                  <a:schemeClr val="accent6">
                    <a:lumMod val="50000"/>
                  </a:schemeClr>
                </a:solidFill>
                <a:latin typeface="Calibri" panose="020F0502020204030204" pitchFamily="34" charset="0"/>
                <a:ea typeface="Calibri" panose="020F0502020204030204" pitchFamily="34" charset="0"/>
              </a:rPr>
              <a:t>Gender agreement</a:t>
            </a:r>
          </a:p>
          <a:p>
            <a:pPr lvl="1"/>
            <a:r>
              <a:rPr lang="en-GB" sz="1800" dirty="0">
                <a:latin typeface="Calibri" panose="020F0502020204030204" pitchFamily="34" charset="0"/>
                <a:ea typeface="Calibri" panose="020F0502020204030204" pitchFamily="34" charset="0"/>
              </a:rPr>
              <a:t>Resting-state EEG related to attention (</a:t>
            </a:r>
            <a:r>
              <a:rPr lang="en-GB" sz="1800" dirty="0" err="1">
                <a:latin typeface="Calibri" panose="020F0502020204030204" pitchFamily="34" charset="0"/>
                <a:ea typeface="Calibri" panose="020F0502020204030204" pitchFamily="34" charset="0"/>
              </a:rPr>
              <a:t>Rogala</a:t>
            </a:r>
            <a:r>
              <a:rPr lang="en-GB" sz="1800" dirty="0">
                <a:latin typeface="Calibri" panose="020F0502020204030204" pitchFamily="34" charset="0"/>
                <a:ea typeface="Calibri" panose="020F0502020204030204" pitchFamily="34" charset="0"/>
              </a:rPr>
              <a:t> et al., 2020), including eyes-open and eyes-closed</a:t>
            </a:r>
          </a:p>
          <a:p>
            <a:pPr marL="0" indent="0">
              <a:buNone/>
            </a:pPr>
            <a:r>
              <a:rPr lang="en-GB" sz="2000" b="1" dirty="0">
                <a:solidFill>
                  <a:schemeClr val="accent6">
                    <a:lumMod val="50000"/>
                  </a:schemeClr>
                </a:solidFill>
                <a:effectLst/>
                <a:latin typeface="Calibri" panose="020F0502020204030204" pitchFamily="34" charset="0"/>
                <a:ea typeface="Calibri" panose="020F0502020204030204" pitchFamily="34" charset="0"/>
              </a:rPr>
              <a:t>+ 1 week: Session 3. Differential object marking </a:t>
            </a:r>
            <a:r>
              <a:rPr lang="en-GB" sz="2000" b="1" dirty="0">
                <a:solidFill>
                  <a:schemeClr val="accent6">
                    <a:lumMod val="50000"/>
                  </a:schemeClr>
                </a:solidFill>
                <a:latin typeface="Calibri" panose="020F0502020204030204" pitchFamily="34" charset="0"/>
                <a:ea typeface="Calibri" panose="020F0502020204030204" pitchFamily="34" charset="0"/>
              </a:rPr>
              <a:t>+ Gender agreement</a:t>
            </a:r>
          </a:p>
          <a:p>
            <a:pPr lvl="1"/>
            <a:r>
              <a:rPr lang="en-GB" sz="1800" dirty="0">
                <a:latin typeface="Calibri" panose="020F0502020204030204" pitchFamily="34" charset="0"/>
                <a:ea typeface="Calibri" panose="020F0502020204030204" pitchFamily="34" charset="0"/>
              </a:rPr>
              <a:t>Training only in the new property</a:t>
            </a:r>
          </a:p>
          <a:p>
            <a:pPr lvl="1"/>
            <a:r>
              <a:rPr lang="en-GB" sz="1800" dirty="0">
                <a:latin typeface="Calibri" panose="020F0502020204030204" pitchFamily="34" charset="0"/>
                <a:ea typeface="Calibri" panose="020F0502020204030204" pitchFamily="34" charset="0"/>
              </a:rPr>
              <a:t>Experiment part contains both properties intermixed</a:t>
            </a:r>
            <a:endParaRPr lang="en-GB" sz="2000" dirty="0">
              <a:latin typeface="Calibri" panose="020F050202020403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BDE6A5B2-6E3E-8FAD-CD49-4A2F9187744E}"/>
              </a:ext>
            </a:extLst>
          </p:cNvPr>
          <p:cNvSpPr>
            <a:spLocks noGrp="1"/>
          </p:cNvSpPr>
          <p:nvPr>
            <p:ph type="sldNum" sz="quarter" idx="12"/>
          </p:nvPr>
        </p:nvSpPr>
        <p:spPr/>
        <p:txBody>
          <a:bodyPr/>
          <a:lstStyle/>
          <a:p>
            <a:fld id="{F120EC50-82ED-45BA-9B48-47FD87D12700}" type="slidenum">
              <a:rPr lang="en-GB" smtClean="0"/>
              <a:pPr/>
              <a:t>10</a:t>
            </a:fld>
            <a:endParaRPr lang="en-GB"/>
          </a:p>
        </p:txBody>
      </p:sp>
      <p:sp>
        <p:nvSpPr>
          <p:cNvPr id="7" name="TextBox 6">
            <a:extLst>
              <a:ext uri="{FF2B5EF4-FFF2-40B4-BE49-F238E27FC236}">
                <a16:creationId xmlns:a16="http://schemas.microsoft.com/office/drawing/2014/main" id="{5F24425C-A450-1FD9-A1C9-0B691780EB0B}"/>
              </a:ext>
            </a:extLst>
          </p:cNvPr>
          <p:cNvSpPr txBox="1"/>
          <p:nvPr/>
        </p:nvSpPr>
        <p:spPr>
          <a:xfrm>
            <a:off x="4114800" y="382548"/>
            <a:ext cx="3962400" cy="769441"/>
          </a:xfrm>
          <a:prstGeom prst="rect">
            <a:avLst/>
          </a:prstGeom>
          <a:noFill/>
        </p:spPr>
        <p:txBody>
          <a:bodyPr wrap="square" rtlCol="0">
            <a:spAutoFit/>
          </a:bodyPr>
          <a:lstStyle/>
          <a:p>
            <a:pPr algn="ctr"/>
            <a:r>
              <a:rPr lang="en-US" sz="4400">
                <a:latin typeface="+mj-lt"/>
                <a:ea typeface="+mj-ea"/>
                <a:cs typeface="+mj-cs"/>
              </a:rPr>
              <a:t>Sessions</a:t>
            </a:r>
            <a:endParaRPr lang="en-GB" sz="4400">
              <a:latin typeface="+mj-lt"/>
              <a:ea typeface="+mj-ea"/>
              <a:cs typeface="+mj-cs"/>
            </a:endParaRPr>
          </a:p>
        </p:txBody>
      </p:sp>
    </p:spTree>
    <p:extLst>
      <p:ext uri="{BB962C8B-B14F-4D97-AF65-F5344CB8AC3E}">
        <p14:creationId xmlns:p14="http://schemas.microsoft.com/office/powerpoint/2010/main" val="643936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C29B66-BF99-0310-74FF-14C63D04C2AE}"/>
              </a:ext>
            </a:extLst>
          </p:cNvPr>
          <p:cNvSpPr>
            <a:spLocks noGrp="1"/>
          </p:cNvSpPr>
          <p:nvPr>
            <p:ph idx="1"/>
          </p:nvPr>
        </p:nvSpPr>
        <p:spPr>
          <a:xfrm>
            <a:off x="838200" y="1341436"/>
            <a:ext cx="10515600" cy="5014914"/>
          </a:xfrm>
        </p:spPr>
        <p:txBody>
          <a:bodyPr>
            <a:normAutofit/>
          </a:bodyPr>
          <a:lstStyle/>
          <a:p>
            <a:pPr marL="139700" indent="-139700"/>
            <a:r>
              <a:rPr lang="en-GB" sz="2000" b="1" dirty="0">
                <a:solidFill>
                  <a:schemeClr val="accent2">
                    <a:lumMod val="75000"/>
                  </a:schemeClr>
                </a:solidFill>
                <a:effectLst/>
                <a:latin typeface="Calibri" panose="020F0502020204030204" pitchFamily="34" charset="0"/>
                <a:ea typeface="Calibri" panose="020F0502020204030204" pitchFamily="34" charset="0"/>
              </a:rPr>
              <a:t>Session 1. Individual differences </a:t>
            </a:r>
            <a:r>
              <a:rPr lang="en-GB" sz="2000" dirty="0">
                <a:solidFill>
                  <a:schemeClr val="accent2">
                    <a:lumMod val="75000"/>
                  </a:schemeClr>
                </a:solidFill>
                <a:effectLst/>
                <a:latin typeface="Calibri" panose="020F0502020204030204" pitchFamily="34" charset="0"/>
                <a:ea typeface="Calibri" panose="020F0502020204030204" pitchFamily="34" charset="0"/>
              </a:rPr>
              <a:t>(home-based session)</a:t>
            </a:r>
            <a:endParaRPr lang="en-GB" sz="2000" dirty="0">
              <a:solidFill>
                <a:schemeClr val="accent2">
                  <a:lumMod val="75000"/>
                </a:schemeClr>
              </a:solidFill>
              <a:latin typeface="Calibri" panose="020F0502020204030204" pitchFamily="34" charset="0"/>
              <a:ea typeface="Calibri" panose="020F0502020204030204" pitchFamily="34" charset="0"/>
            </a:endParaRPr>
          </a:p>
          <a:p>
            <a:pPr lvl="1"/>
            <a:r>
              <a:rPr lang="en-GB" sz="1800" dirty="0">
                <a:latin typeface="Calibri" panose="020F0502020204030204" pitchFamily="34" charset="0"/>
                <a:ea typeface="Calibri" panose="020F0502020204030204" pitchFamily="34" charset="0"/>
              </a:rPr>
              <a:t>W</a:t>
            </a:r>
            <a:r>
              <a:rPr lang="en-GB" sz="1800" dirty="0">
                <a:effectLst/>
                <a:latin typeface="Calibri" panose="020F0502020204030204" pitchFamily="34" charset="0"/>
                <a:ea typeface="Calibri" panose="020F0502020204030204" pitchFamily="34" charset="0"/>
              </a:rPr>
              <a:t>orking memory (digit span), selective attention (Stroop) and procedural memory (serial reaction time)</a:t>
            </a:r>
          </a:p>
          <a:p>
            <a:pPr lvl="1"/>
            <a:r>
              <a:rPr lang="en-GB" sz="1800" dirty="0">
                <a:effectLst/>
                <a:latin typeface="Calibri" panose="020F0502020204030204" pitchFamily="34" charset="0"/>
                <a:ea typeface="Calibri" panose="020F0502020204030204" pitchFamily="34" charset="0"/>
              </a:rPr>
              <a:t>Language History Questionnaire (LHQ3; Li et al., 2020)</a:t>
            </a:r>
          </a:p>
          <a:p>
            <a:pPr marL="0" indent="0">
              <a:buNone/>
            </a:pPr>
            <a:r>
              <a:rPr lang="en-GB" sz="2000" b="1" dirty="0">
                <a:solidFill>
                  <a:schemeClr val="accent6">
                    <a:lumMod val="50000"/>
                  </a:schemeClr>
                </a:solidFill>
                <a:effectLst/>
                <a:latin typeface="Calibri" panose="020F0502020204030204" pitchFamily="34" charset="0"/>
                <a:ea typeface="Calibri" panose="020F0502020204030204" pitchFamily="34" charset="0"/>
              </a:rPr>
              <a:t>+ 1 week: Session 2. Resting-state EEG + </a:t>
            </a:r>
            <a:r>
              <a:rPr lang="en-GB" sz="2000" b="1" dirty="0">
                <a:solidFill>
                  <a:schemeClr val="accent6">
                    <a:lumMod val="50000"/>
                  </a:schemeClr>
                </a:solidFill>
                <a:latin typeface="Calibri" panose="020F0502020204030204" pitchFamily="34" charset="0"/>
                <a:ea typeface="Calibri" panose="020F0502020204030204" pitchFamily="34" charset="0"/>
              </a:rPr>
              <a:t>Gender agreement</a:t>
            </a:r>
          </a:p>
          <a:p>
            <a:pPr lvl="1"/>
            <a:r>
              <a:rPr lang="en-GB" sz="1800" dirty="0">
                <a:latin typeface="Calibri" panose="020F0502020204030204" pitchFamily="34" charset="0"/>
                <a:ea typeface="Calibri" panose="020F0502020204030204" pitchFamily="34" charset="0"/>
              </a:rPr>
              <a:t>Resting-state EEG related to attention (</a:t>
            </a:r>
            <a:r>
              <a:rPr lang="en-GB" sz="1800" dirty="0" err="1">
                <a:latin typeface="Calibri" panose="020F0502020204030204" pitchFamily="34" charset="0"/>
                <a:ea typeface="Calibri" panose="020F0502020204030204" pitchFamily="34" charset="0"/>
              </a:rPr>
              <a:t>Rogala</a:t>
            </a:r>
            <a:r>
              <a:rPr lang="en-GB" sz="1800" dirty="0">
                <a:latin typeface="Calibri" panose="020F0502020204030204" pitchFamily="34" charset="0"/>
                <a:ea typeface="Calibri" panose="020F0502020204030204" pitchFamily="34" charset="0"/>
              </a:rPr>
              <a:t> et al., 2020), including eyes-open and eyes-closed</a:t>
            </a:r>
          </a:p>
          <a:p>
            <a:pPr marL="0" indent="0">
              <a:buNone/>
            </a:pPr>
            <a:r>
              <a:rPr lang="en-GB" sz="2000" b="1" dirty="0">
                <a:solidFill>
                  <a:schemeClr val="accent6">
                    <a:lumMod val="50000"/>
                  </a:schemeClr>
                </a:solidFill>
                <a:effectLst/>
                <a:latin typeface="Calibri" panose="020F0502020204030204" pitchFamily="34" charset="0"/>
                <a:ea typeface="Calibri" panose="020F0502020204030204" pitchFamily="34" charset="0"/>
              </a:rPr>
              <a:t>+ 1 week: Session 3. Differential object marking </a:t>
            </a:r>
            <a:r>
              <a:rPr lang="en-GB" sz="2000" b="1" dirty="0">
                <a:solidFill>
                  <a:schemeClr val="accent6">
                    <a:lumMod val="50000"/>
                  </a:schemeClr>
                </a:solidFill>
                <a:latin typeface="Calibri" panose="020F0502020204030204" pitchFamily="34" charset="0"/>
                <a:ea typeface="Calibri" panose="020F0502020204030204" pitchFamily="34" charset="0"/>
              </a:rPr>
              <a:t>+ Gender agreement</a:t>
            </a:r>
          </a:p>
          <a:p>
            <a:pPr lvl="1"/>
            <a:r>
              <a:rPr lang="en-GB" sz="1800" dirty="0">
                <a:latin typeface="Calibri" panose="020F0502020204030204" pitchFamily="34" charset="0"/>
                <a:ea typeface="Calibri" panose="020F0502020204030204" pitchFamily="34" charset="0"/>
              </a:rPr>
              <a:t>Training only in the new property</a:t>
            </a:r>
          </a:p>
          <a:p>
            <a:pPr lvl="1"/>
            <a:r>
              <a:rPr lang="en-GB" sz="1800" dirty="0">
                <a:latin typeface="Calibri" panose="020F0502020204030204" pitchFamily="34" charset="0"/>
                <a:ea typeface="Calibri" panose="020F0502020204030204" pitchFamily="34" charset="0"/>
              </a:rPr>
              <a:t>Experiment part contains both properties intermixed</a:t>
            </a:r>
            <a:endParaRPr lang="en-GB" sz="2000" dirty="0">
              <a:latin typeface="Calibri" panose="020F0502020204030204" pitchFamily="34" charset="0"/>
              <a:ea typeface="Calibri" panose="020F0502020204030204" pitchFamily="34" charset="0"/>
            </a:endParaRPr>
          </a:p>
          <a:p>
            <a:pPr marL="0" indent="0">
              <a:buNone/>
            </a:pPr>
            <a:r>
              <a:rPr lang="en-GB" sz="2000" b="1" dirty="0">
                <a:solidFill>
                  <a:schemeClr val="accent6">
                    <a:lumMod val="50000"/>
                  </a:schemeClr>
                </a:solidFill>
                <a:effectLst/>
                <a:latin typeface="Calibri" panose="020F0502020204030204" pitchFamily="34" charset="0"/>
                <a:ea typeface="Calibri" panose="020F0502020204030204" pitchFamily="34" charset="0"/>
              </a:rPr>
              <a:t>+ 1 week: Session 4. Verb-</a:t>
            </a:r>
            <a:r>
              <a:rPr lang="en-GB" sz="2000" b="1" dirty="0">
                <a:solidFill>
                  <a:schemeClr val="accent6">
                    <a:lumMod val="50000"/>
                  </a:schemeClr>
                </a:solidFill>
                <a:latin typeface="Calibri" panose="020F0502020204030204" pitchFamily="34" charset="0"/>
                <a:ea typeface="Calibri" panose="020F0502020204030204" pitchFamily="34" charset="0"/>
              </a:rPr>
              <a:t>object agreement + </a:t>
            </a:r>
            <a:r>
              <a:rPr lang="en-GB" sz="2000" b="1" dirty="0">
                <a:solidFill>
                  <a:schemeClr val="accent6">
                    <a:lumMod val="50000"/>
                  </a:schemeClr>
                </a:solidFill>
                <a:effectLst/>
                <a:latin typeface="Calibri" panose="020F0502020204030204" pitchFamily="34" charset="0"/>
                <a:ea typeface="Calibri" panose="020F0502020204030204" pitchFamily="34" charset="0"/>
              </a:rPr>
              <a:t>Differential object marking </a:t>
            </a:r>
            <a:r>
              <a:rPr lang="en-GB" sz="2000" b="1" dirty="0">
                <a:solidFill>
                  <a:schemeClr val="accent6">
                    <a:lumMod val="50000"/>
                  </a:schemeClr>
                </a:solidFill>
                <a:latin typeface="Calibri" panose="020F0502020204030204" pitchFamily="34" charset="0"/>
                <a:ea typeface="Calibri" panose="020F0502020204030204" pitchFamily="34" charset="0"/>
              </a:rPr>
              <a:t>+ Gender agreement</a:t>
            </a:r>
          </a:p>
          <a:p>
            <a:pPr lvl="1"/>
            <a:r>
              <a:rPr lang="en-GB" sz="1800" dirty="0">
                <a:latin typeface="Calibri" panose="020F0502020204030204" pitchFamily="34" charset="0"/>
                <a:ea typeface="Calibri" panose="020F0502020204030204" pitchFamily="34" charset="0"/>
              </a:rPr>
              <a:t>Same mechanism as in the previous session</a:t>
            </a:r>
          </a:p>
          <a:p>
            <a:pPr marL="0" indent="0">
              <a:buNone/>
            </a:pPr>
            <a:endParaRPr lang="en-GB" sz="2000" b="1" dirty="0">
              <a:solidFill>
                <a:schemeClr val="accent6">
                  <a:lumMod val="50000"/>
                </a:schemeClr>
              </a:solidFill>
              <a:effectLst/>
              <a:latin typeface="Calibri" panose="020F050202020403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BDE6A5B2-6E3E-8FAD-CD49-4A2F9187744E}"/>
              </a:ext>
            </a:extLst>
          </p:cNvPr>
          <p:cNvSpPr>
            <a:spLocks noGrp="1"/>
          </p:cNvSpPr>
          <p:nvPr>
            <p:ph type="sldNum" sz="quarter" idx="12"/>
          </p:nvPr>
        </p:nvSpPr>
        <p:spPr/>
        <p:txBody>
          <a:bodyPr/>
          <a:lstStyle/>
          <a:p>
            <a:fld id="{F120EC50-82ED-45BA-9B48-47FD87D12700}" type="slidenum">
              <a:rPr lang="en-GB" smtClean="0"/>
              <a:pPr/>
              <a:t>11</a:t>
            </a:fld>
            <a:endParaRPr lang="en-GB"/>
          </a:p>
        </p:txBody>
      </p:sp>
      <p:sp>
        <p:nvSpPr>
          <p:cNvPr id="7" name="TextBox 6">
            <a:extLst>
              <a:ext uri="{FF2B5EF4-FFF2-40B4-BE49-F238E27FC236}">
                <a16:creationId xmlns:a16="http://schemas.microsoft.com/office/drawing/2014/main" id="{5F24425C-A450-1FD9-A1C9-0B691780EB0B}"/>
              </a:ext>
            </a:extLst>
          </p:cNvPr>
          <p:cNvSpPr txBox="1"/>
          <p:nvPr/>
        </p:nvSpPr>
        <p:spPr>
          <a:xfrm>
            <a:off x="4114800" y="382548"/>
            <a:ext cx="3962400" cy="769441"/>
          </a:xfrm>
          <a:prstGeom prst="rect">
            <a:avLst/>
          </a:prstGeom>
          <a:noFill/>
        </p:spPr>
        <p:txBody>
          <a:bodyPr wrap="square" rtlCol="0">
            <a:spAutoFit/>
          </a:bodyPr>
          <a:lstStyle/>
          <a:p>
            <a:pPr algn="ctr"/>
            <a:r>
              <a:rPr lang="en-US" sz="4400">
                <a:latin typeface="+mj-lt"/>
                <a:ea typeface="+mj-ea"/>
                <a:cs typeface="+mj-cs"/>
              </a:rPr>
              <a:t>Sessions</a:t>
            </a:r>
            <a:endParaRPr lang="en-GB" sz="4400">
              <a:latin typeface="+mj-lt"/>
              <a:ea typeface="+mj-ea"/>
              <a:cs typeface="+mj-cs"/>
            </a:endParaRPr>
          </a:p>
        </p:txBody>
      </p:sp>
    </p:spTree>
    <p:extLst>
      <p:ext uri="{BB962C8B-B14F-4D97-AF65-F5344CB8AC3E}">
        <p14:creationId xmlns:p14="http://schemas.microsoft.com/office/powerpoint/2010/main" val="37462511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C29B66-BF99-0310-74FF-14C63D04C2AE}"/>
              </a:ext>
            </a:extLst>
          </p:cNvPr>
          <p:cNvSpPr>
            <a:spLocks noGrp="1"/>
          </p:cNvSpPr>
          <p:nvPr>
            <p:ph idx="1"/>
          </p:nvPr>
        </p:nvSpPr>
        <p:spPr>
          <a:xfrm>
            <a:off x="838200" y="1341436"/>
            <a:ext cx="10515600" cy="5014914"/>
          </a:xfrm>
        </p:spPr>
        <p:txBody>
          <a:bodyPr>
            <a:normAutofit/>
          </a:bodyPr>
          <a:lstStyle/>
          <a:p>
            <a:pPr marL="139700" indent="-139700"/>
            <a:r>
              <a:rPr lang="en-GB" sz="2000" b="1" dirty="0">
                <a:solidFill>
                  <a:schemeClr val="accent2">
                    <a:lumMod val="75000"/>
                  </a:schemeClr>
                </a:solidFill>
                <a:effectLst/>
                <a:latin typeface="Calibri" panose="020F0502020204030204" pitchFamily="34" charset="0"/>
                <a:ea typeface="Calibri" panose="020F0502020204030204" pitchFamily="34" charset="0"/>
              </a:rPr>
              <a:t>Session 1. Individual differences </a:t>
            </a:r>
            <a:r>
              <a:rPr lang="en-GB" sz="2000" dirty="0">
                <a:solidFill>
                  <a:schemeClr val="accent2">
                    <a:lumMod val="75000"/>
                  </a:schemeClr>
                </a:solidFill>
                <a:effectLst/>
                <a:latin typeface="Calibri" panose="020F0502020204030204" pitchFamily="34" charset="0"/>
                <a:ea typeface="Calibri" panose="020F0502020204030204" pitchFamily="34" charset="0"/>
              </a:rPr>
              <a:t>(home-based session)</a:t>
            </a:r>
            <a:endParaRPr lang="en-GB" sz="2000" dirty="0">
              <a:solidFill>
                <a:schemeClr val="accent2">
                  <a:lumMod val="75000"/>
                </a:schemeClr>
              </a:solidFill>
              <a:latin typeface="Calibri" panose="020F0502020204030204" pitchFamily="34" charset="0"/>
              <a:ea typeface="Calibri" panose="020F0502020204030204" pitchFamily="34" charset="0"/>
            </a:endParaRPr>
          </a:p>
          <a:p>
            <a:pPr lvl="1"/>
            <a:r>
              <a:rPr lang="en-GB" sz="1800" dirty="0">
                <a:latin typeface="Calibri" panose="020F0502020204030204" pitchFamily="34" charset="0"/>
                <a:ea typeface="Calibri" panose="020F0502020204030204" pitchFamily="34" charset="0"/>
              </a:rPr>
              <a:t>W</a:t>
            </a:r>
            <a:r>
              <a:rPr lang="en-GB" sz="1800" dirty="0">
                <a:effectLst/>
                <a:latin typeface="Calibri" panose="020F0502020204030204" pitchFamily="34" charset="0"/>
                <a:ea typeface="Calibri" panose="020F0502020204030204" pitchFamily="34" charset="0"/>
              </a:rPr>
              <a:t>orking memory (digit span), selective attention (Stroop) and procedural memory (serial reaction time)</a:t>
            </a:r>
          </a:p>
          <a:p>
            <a:pPr lvl="1"/>
            <a:r>
              <a:rPr lang="en-GB" sz="1800" dirty="0">
                <a:effectLst/>
                <a:latin typeface="Calibri" panose="020F0502020204030204" pitchFamily="34" charset="0"/>
                <a:ea typeface="Calibri" panose="020F0502020204030204" pitchFamily="34" charset="0"/>
              </a:rPr>
              <a:t>Language History Questionnaire (LHQ3; Li et al., 2020)</a:t>
            </a:r>
          </a:p>
          <a:p>
            <a:pPr marL="0" indent="0">
              <a:buNone/>
            </a:pPr>
            <a:r>
              <a:rPr lang="en-GB" sz="2000" b="1" dirty="0">
                <a:solidFill>
                  <a:schemeClr val="accent6">
                    <a:lumMod val="50000"/>
                  </a:schemeClr>
                </a:solidFill>
                <a:effectLst/>
                <a:latin typeface="Calibri" panose="020F0502020204030204" pitchFamily="34" charset="0"/>
                <a:ea typeface="Calibri" panose="020F0502020204030204" pitchFamily="34" charset="0"/>
              </a:rPr>
              <a:t>+ 1 week: Session 2. Resting-state EEG + </a:t>
            </a:r>
            <a:r>
              <a:rPr lang="en-GB" sz="2000" b="1" dirty="0">
                <a:solidFill>
                  <a:schemeClr val="accent6">
                    <a:lumMod val="50000"/>
                  </a:schemeClr>
                </a:solidFill>
                <a:latin typeface="Calibri" panose="020F0502020204030204" pitchFamily="34" charset="0"/>
                <a:ea typeface="Calibri" panose="020F0502020204030204" pitchFamily="34" charset="0"/>
              </a:rPr>
              <a:t>Gender agreement</a:t>
            </a:r>
          </a:p>
          <a:p>
            <a:pPr lvl="1"/>
            <a:r>
              <a:rPr lang="en-GB" sz="1800" dirty="0">
                <a:latin typeface="Calibri" panose="020F0502020204030204" pitchFamily="34" charset="0"/>
                <a:ea typeface="Calibri" panose="020F0502020204030204" pitchFamily="34" charset="0"/>
              </a:rPr>
              <a:t>Resting-state EEG related to attention (</a:t>
            </a:r>
            <a:r>
              <a:rPr lang="en-GB" sz="1800" dirty="0" err="1">
                <a:latin typeface="Calibri" panose="020F0502020204030204" pitchFamily="34" charset="0"/>
                <a:ea typeface="Calibri" panose="020F0502020204030204" pitchFamily="34" charset="0"/>
              </a:rPr>
              <a:t>Rogala</a:t>
            </a:r>
            <a:r>
              <a:rPr lang="en-GB" sz="1800" dirty="0">
                <a:latin typeface="Calibri" panose="020F0502020204030204" pitchFamily="34" charset="0"/>
                <a:ea typeface="Calibri" panose="020F0502020204030204" pitchFamily="34" charset="0"/>
              </a:rPr>
              <a:t> et al., 2020), including eyes-open and eyes-closed</a:t>
            </a:r>
          </a:p>
          <a:p>
            <a:pPr marL="0" indent="0">
              <a:buNone/>
            </a:pPr>
            <a:r>
              <a:rPr lang="en-GB" sz="2000" b="1" dirty="0">
                <a:solidFill>
                  <a:schemeClr val="accent6">
                    <a:lumMod val="50000"/>
                  </a:schemeClr>
                </a:solidFill>
                <a:effectLst/>
                <a:latin typeface="Calibri" panose="020F0502020204030204" pitchFamily="34" charset="0"/>
                <a:ea typeface="Calibri" panose="020F0502020204030204" pitchFamily="34" charset="0"/>
              </a:rPr>
              <a:t>+ 1 week: Session 3. Differential object marking </a:t>
            </a:r>
            <a:r>
              <a:rPr lang="en-GB" sz="2000" b="1" dirty="0">
                <a:solidFill>
                  <a:schemeClr val="accent6">
                    <a:lumMod val="50000"/>
                  </a:schemeClr>
                </a:solidFill>
                <a:latin typeface="Calibri" panose="020F0502020204030204" pitchFamily="34" charset="0"/>
                <a:ea typeface="Calibri" panose="020F0502020204030204" pitchFamily="34" charset="0"/>
              </a:rPr>
              <a:t>+ Gender agreement</a:t>
            </a:r>
          </a:p>
          <a:p>
            <a:pPr lvl="1"/>
            <a:r>
              <a:rPr lang="en-GB" sz="1800" dirty="0">
                <a:latin typeface="Calibri" panose="020F0502020204030204" pitchFamily="34" charset="0"/>
                <a:ea typeface="Calibri" panose="020F0502020204030204" pitchFamily="34" charset="0"/>
              </a:rPr>
              <a:t>Training only in the new property</a:t>
            </a:r>
          </a:p>
          <a:p>
            <a:pPr lvl="1"/>
            <a:r>
              <a:rPr lang="en-GB" sz="1800" dirty="0">
                <a:latin typeface="Calibri" panose="020F0502020204030204" pitchFamily="34" charset="0"/>
                <a:ea typeface="Calibri" panose="020F0502020204030204" pitchFamily="34" charset="0"/>
              </a:rPr>
              <a:t>Experiment part contains both properties intermixed</a:t>
            </a:r>
            <a:endParaRPr lang="en-GB" sz="2000" dirty="0">
              <a:latin typeface="Calibri" panose="020F0502020204030204" pitchFamily="34" charset="0"/>
              <a:ea typeface="Calibri" panose="020F0502020204030204" pitchFamily="34" charset="0"/>
            </a:endParaRPr>
          </a:p>
          <a:p>
            <a:pPr marL="0" indent="0">
              <a:buNone/>
            </a:pPr>
            <a:r>
              <a:rPr lang="en-GB" sz="2000" b="1" dirty="0">
                <a:solidFill>
                  <a:schemeClr val="accent6">
                    <a:lumMod val="50000"/>
                  </a:schemeClr>
                </a:solidFill>
                <a:effectLst/>
                <a:latin typeface="Calibri" panose="020F0502020204030204" pitchFamily="34" charset="0"/>
                <a:ea typeface="Calibri" panose="020F0502020204030204" pitchFamily="34" charset="0"/>
              </a:rPr>
              <a:t>+ 1 week: Session 4. Verb-</a:t>
            </a:r>
            <a:r>
              <a:rPr lang="en-GB" sz="2000" b="1" dirty="0">
                <a:solidFill>
                  <a:schemeClr val="accent6">
                    <a:lumMod val="50000"/>
                  </a:schemeClr>
                </a:solidFill>
                <a:latin typeface="Calibri" panose="020F0502020204030204" pitchFamily="34" charset="0"/>
                <a:ea typeface="Calibri" panose="020F0502020204030204" pitchFamily="34" charset="0"/>
              </a:rPr>
              <a:t>object agreement + </a:t>
            </a:r>
            <a:r>
              <a:rPr lang="en-GB" sz="2000" b="1" dirty="0">
                <a:solidFill>
                  <a:schemeClr val="accent6">
                    <a:lumMod val="50000"/>
                  </a:schemeClr>
                </a:solidFill>
                <a:effectLst/>
                <a:latin typeface="Calibri" panose="020F0502020204030204" pitchFamily="34" charset="0"/>
                <a:ea typeface="Calibri" panose="020F0502020204030204" pitchFamily="34" charset="0"/>
              </a:rPr>
              <a:t>Differential object marking </a:t>
            </a:r>
            <a:r>
              <a:rPr lang="en-GB" sz="2000" b="1" dirty="0">
                <a:solidFill>
                  <a:schemeClr val="accent6">
                    <a:lumMod val="50000"/>
                  </a:schemeClr>
                </a:solidFill>
                <a:latin typeface="Calibri" panose="020F0502020204030204" pitchFamily="34" charset="0"/>
                <a:ea typeface="Calibri" panose="020F0502020204030204" pitchFamily="34" charset="0"/>
              </a:rPr>
              <a:t>+ Gender agreement</a:t>
            </a:r>
          </a:p>
          <a:p>
            <a:pPr lvl="1"/>
            <a:r>
              <a:rPr lang="en-GB" sz="1800" dirty="0">
                <a:latin typeface="Calibri" panose="020F0502020204030204" pitchFamily="34" charset="0"/>
                <a:ea typeface="Calibri" panose="020F0502020204030204" pitchFamily="34" charset="0"/>
              </a:rPr>
              <a:t>Same mechanism as in the previous session</a:t>
            </a:r>
          </a:p>
          <a:p>
            <a:pPr marL="0" indent="0">
              <a:buNone/>
            </a:pPr>
            <a:r>
              <a:rPr lang="en-GB" sz="2000" b="1" dirty="0">
                <a:solidFill>
                  <a:schemeClr val="accent2">
                    <a:lumMod val="75000"/>
                  </a:schemeClr>
                </a:solidFill>
                <a:effectLst/>
                <a:latin typeface="Calibri" panose="020F0502020204030204" pitchFamily="34" charset="0"/>
                <a:ea typeface="Calibri" panose="020F0502020204030204" pitchFamily="34" charset="0"/>
              </a:rPr>
              <a:t>+ 1 week: Session 5. Retest of executive functions </a:t>
            </a:r>
            <a:r>
              <a:rPr lang="en-GB" sz="2000" dirty="0">
                <a:solidFill>
                  <a:schemeClr val="accent2">
                    <a:lumMod val="75000"/>
                  </a:schemeClr>
                </a:solidFill>
                <a:effectLst/>
                <a:latin typeface="Calibri" panose="020F0502020204030204" pitchFamily="34" charset="0"/>
                <a:ea typeface="Calibri" panose="020F0502020204030204" pitchFamily="34" charset="0"/>
              </a:rPr>
              <a:t>(home-based session)</a:t>
            </a:r>
          </a:p>
        </p:txBody>
      </p:sp>
      <p:sp>
        <p:nvSpPr>
          <p:cNvPr id="4" name="Slide Number Placeholder 3">
            <a:extLst>
              <a:ext uri="{FF2B5EF4-FFF2-40B4-BE49-F238E27FC236}">
                <a16:creationId xmlns:a16="http://schemas.microsoft.com/office/drawing/2014/main" id="{BDE6A5B2-6E3E-8FAD-CD49-4A2F9187744E}"/>
              </a:ext>
            </a:extLst>
          </p:cNvPr>
          <p:cNvSpPr>
            <a:spLocks noGrp="1"/>
          </p:cNvSpPr>
          <p:nvPr>
            <p:ph type="sldNum" sz="quarter" idx="12"/>
          </p:nvPr>
        </p:nvSpPr>
        <p:spPr/>
        <p:txBody>
          <a:bodyPr/>
          <a:lstStyle/>
          <a:p>
            <a:fld id="{F120EC50-82ED-45BA-9B48-47FD87D12700}" type="slidenum">
              <a:rPr lang="en-GB" smtClean="0"/>
              <a:pPr/>
              <a:t>12</a:t>
            </a:fld>
            <a:endParaRPr lang="en-GB"/>
          </a:p>
        </p:txBody>
      </p:sp>
      <p:sp>
        <p:nvSpPr>
          <p:cNvPr id="7" name="TextBox 6">
            <a:extLst>
              <a:ext uri="{FF2B5EF4-FFF2-40B4-BE49-F238E27FC236}">
                <a16:creationId xmlns:a16="http://schemas.microsoft.com/office/drawing/2014/main" id="{5F24425C-A450-1FD9-A1C9-0B691780EB0B}"/>
              </a:ext>
            </a:extLst>
          </p:cNvPr>
          <p:cNvSpPr txBox="1"/>
          <p:nvPr/>
        </p:nvSpPr>
        <p:spPr>
          <a:xfrm>
            <a:off x="4114800" y="382548"/>
            <a:ext cx="3962400" cy="769441"/>
          </a:xfrm>
          <a:prstGeom prst="rect">
            <a:avLst/>
          </a:prstGeom>
          <a:noFill/>
        </p:spPr>
        <p:txBody>
          <a:bodyPr wrap="square" rtlCol="0">
            <a:spAutoFit/>
          </a:bodyPr>
          <a:lstStyle/>
          <a:p>
            <a:pPr algn="ctr"/>
            <a:r>
              <a:rPr lang="en-US" sz="4400">
                <a:latin typeface="+mj-lt"/>
                <a:ea typeface="+mj-ea"/>
                <a:cs typeface="+mj-cs"/>
              </a:rPr>
              <a:t>Sessions</a:t>
            </a:r>
            <a:endParaRPr lang="en-GB" sz="4400">
              <a:latin typeface="+mj-lt"/>
              <a:ea typeface="+mj-ea"/>
              <a:cs typeface="+mj-cs"/>
            </a:endParaRPr>
          </a:p>
        </p:txBody>
      </p:sp>
    </p:spTree>
    <p:extLst>
      <p:ext uri="{BB962C8B-B14F-4D97-AF65-F5344CB8AC3E}">
        <p14:creationId xmlns:p14="http://schemas.microsoft.com/office/powerpoint/2010/main" val="1857782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C29B66-BF99-0310-74FF-14C63D04C2AE}"/>
              </a:ext>
            </a:extLst>
          </p:cNvPr>
          <p:cNvSpPr>
            <a:spLocks noGrp="1"/>
          </p:cNvSpPr>
          <p:nvPr>
            <p:ph idx="1"/>
          </p:nvPr>
        </p:nvSpPr>
        <p:spPr>
          <a:xfrm>
            <a:off x="838200" y="1341436"/>
            <a:ext cx="10515600" cy="5014914"/>
          </a:xfrm>
        </p:spPr>
        <p:txBody>
          <a:bodyPr>
            <a:normAutofit/>
          </a:bodyPr>
          <a:lstStyle/>
          <a:p>
            <a:pPr marL="139700" indent="-139700"/>
            <a:r>
              <a:rPr lang="en-GB" sz="2000" b="1" dirty="0">
                <a:solidFill>
                  <a:schemeClr val="accent2">
                    <a:lumMod val="75000"/>
                  </a:schemeClr>
                </a:solidFill>
                <a:effectLst/>
                <a:latin typeface="Calibri" panose="020F0502020204030204" pitchFamily="34" charset="0"/>
                <a:ea typeface="Calibri" panose="020F0502020204030204" pitchFamily="34" charset="0"/>
              </a:rPr>
              <a:t>Session 1. Individual differences </a:t>
            </a:r>
            <a:r>
              <a:rPr lang="en-GB" sz="2000" dirty="0">
                <a:solidFill>
                  <a:schemeClr val="accent2">
                    <a:lumMod val="75000"/>
                  </a:schemeClr>
                </a:solidFill>
                <a:effectLst/>
                <a:latin typeface="Calibri" panose="020F0502020204030204" pitchFamily="34" charset="0"/>
                <a:ea typeface="Calibri" panose="020F0502020204030204" pitchFamily="34" charset="0"/>
              </a:rPr>
              <a:t>(home-based session)</a:t>
            </a:r>
            <a:endParaRPr lang="en-GB" sz="2000" dirty="0">
              <a:solidFill>
                <a:schemeClr val="accent2">
                  <a:lumMod val="75000"/>
                </a:schemeClr>
              </a:solidFill>
              <a:latin typeface="Calibri" panose="020F0502020204030204" pitchFamily="34" charset="0"/>
              <a:ea typeface="Calibri" panose="020F0502020204030204" pitchFamily="34" charset="0"/>
            </a:endParaRPr>
          </a:p>
          <a:p>
            <a:pPr lvl="1"/>
            <a:r>
              <a:rPr lang="en-GB" sz="1800" dirty="0">
                <a:latin typeface="Calibri" panose="020F0502020204030204" pitchFamily="34" charset="0"/>
                <a:ea typeface="Calibri" panose="020F0502020204030204" pitchFamily="34" charset="0"/>
              </a:rPr>
              <a:t>W</a:t>
            </a:r>
            <a:r>
              <a:rPr lang="en-GB" sz="1800" dirty="0">
                <a:effectLst/>
                <a:latin typeface="Calibri" panose="020F0502020204030204" pitchFamily="34" charset="0"/>
                <a:ea typeface="Calibri" panose="020F0502020204030204" pitchFamily="34" charset="0"/>
              </a:rPr>
              <a:t>orking memory (digit span), selective attention (Stroop) and procedural memory (serial reaction time)</a:t>
            </a:r>
          </a:p>
          <a:p>
            <a:pPr lvl="1"/>
            <a:r>
              <a:rPr lang="en-GB" sz="1800" dirty="0">
                <a:effectLst/>
                <a:latin typeface="Calibri" panose="020F0502020204030204" pitchFamily="34" charset="0"/>
                <a:ea typeface="Calibri" panose="020F0502020204030204" pitchFamily="34" charset="0"/>
              </a:rPr>
              <a:t>Language History Questionnaire (LHQ3; Li et al., 2020)</a:t>
            </a:r>
          </a:p>
          <a:p>
            <a:pPr marL="0" indent="0">
              <a:buNone/>
            </a:pPr>
            <a:r>
              <a:rPr lang="en-GB" sz="2000" b="1" dirty="0">
                <a:solidFill>
                  <a:schemeClr val="accent6">
                    <a:lumMod val="50000"/>
                  </a:schemeClr>
                </a:solidFill>
                <a:effectLst/>
                <a:latin typeface="Calibri" panose="020F0502020204030204" pitchFamily="34" charset="0"/>
                <a:ea typeface="Calibri" panose="020F0502020204030204" pitchFamily="34" charset="0"/>
              </a:rPr>
              <a:t>+ 1 week: Session 2. Resting-state EEG + </a:t>
            </a:r>
            <a:r>
              <a:rPr lang="en-GB" sz="2000" b="1" dirty="0">
                <a:solidFill>
                  <a:schemeClr val="accent6">
                    <a:lumMod val="50000"/>
                  </a:schemeClr>
                </a:solidFill>
                <a:latin typeface="Calibri" panose="020F0502020204030204" pitchFamily="34" charset="0"/>
                <a:ea typeface="Calibri" panose="020F0502020204030204" pitchFamily="34" charset="0"/>
              </a:rPr>
              <a:t>Gender agreement</a:t>
            </a:r>
          </a:p>
          <a:p>
            <a:pPr lvl="1"/>
            <a:r>
              <a:rPr lang="en-GB" sz="1800" dirty="0">
                <a:latin typeface="Calibri" panose="020F0502020204030204" pitchFamily="34" charset="0"/>
                <a:ea typeface="Calibri" panose="020F0502020204030204" pitchFamily="34" charset="0"/>
              </a:rPr>
              <a:t>Resting-state EEG related to attention (</a:t>
            </a:r>
            <a:r>
              <a:rPr lang="en-GB" sz="1800" dirty="0" err="1">
                <a:latin typeface="Calibri" panose="020F0502020204030204" pitchFamily="34" charset="0"/>
                <a:ea typeface="Calibri" panose="020F0502020204030204" pitchFamily="34" charset="0"/>
              </a:rPr>
              <a:t>Rogala</a:t>
            </a:r>
            <a:r>
              <a:rPr lang="en-GB" sz="1800" dirty="0">
                <a:latin typeface="Calibri" panose="020F0502020204030204" pitchFamily="34" charset="0"/>
                <a:ea typeface="Calibri" panose="020F0502020204030204" pitchFamily="34" charset="0"/>
              </a:rPr>
              <a:t> et al., 2020), including eyes-open and eyes-closed</a:t>
            </a:r>
          </a:p>
          <a:p>
            <a:pPr marL="0" indent="0">
              <a:buNone/>
            </a:pPr>
            <a:r>
              <a:rPr lang="en-GB" sz="2000" b="1" dirty="0">
                <a:solidFill>
                  <a:schemeClr val="accent6">
                    <a:lumMod val="50000"/>
                  </a:schemeClr>
                </a:solidFill>
                <a:effectLst/>
                <a:latin typeface="Calibri" panose="020F0502020204030204" pitchFamily="34" charset="0"/>
                <a:ea typeface="Calibri" panose="020F0502020204030204" pitchFamily="34" charset="0"/>
              </a:rPr>
              <a:t>+ 1 week: Session 3. Differential object marking </a:t>
            </a:r>
            <a:r>
              <a:rPr lang="en-GB" sz="2000" b="1" dirty="0">
                <a:solidFill>
                  <a:schemeClr val="accent6">
                    <a:lumMod val="50000"/>
                  </a:schemeClr>
                </a:solidFill>
                <a:latin typeface="Calibri" panose="020F0502020204030204" pitchFamily="34" charset="0"/>
                <a:ea typeface="Calibri" panose="020F0502020204030204" pitchFamily="34" charset="0"/>
              </a:rPr>
              <a:t>+ Gender agreement</a:t>
            </a:r>
          </a:p>
          <a:p>
            <a:pPr lvl="1"/>
            <a:r>
              <a:rPr lang="en-GB" sz="1800" dirty="0">
                <a:latin typeface="Calibri" panose="020F0502020204030204" pitchFamily="34" charset="0"/>
                <a:ea typeface="Calibri" panose="020F0502020204030204" pitchFamily="34" charset="0"/>
              </a:rPr>
              <a:t>Training only in the new property</a:t>
            </a:r>
          </a:p>
          <a:p>
            <a:pPr lvl="1"/>
            <a:r>
              <a:rPr lang="en-GB" sz="1800" dirty="0">
                <a:latin typeface="Calibri" panose="020F0502020204030204" pitchFamily="34" charset="0"/>
                <a:ea typeface="Calibri" panose="020F0502020204030204" pitchFamily="34" charset="0"/>
              </a:rPr>
              <a:t>Experiment part contains both properties intermixed</a:t>
            </a:r>
            <a:endParaRPr lang="en-GB" sz="2000" dirty="0">
              <a:latin typeface="Calibri" panose="020F0502020204030204" pitchFamily="34" charset="0"/>
              <a:ea typeface="Calibri" panose="020F0502020204030204" pitchFamily="34" charset="0"/>
            </a:endParaRPr>
          </a:p>
          <a:p>
            <a:pPr marL="0" indent="0">
              <a:buNone/>
            </a:pPr>
            <a:r>
              <a:rPr lang="en-GB" sz="2000" b="1" dirty="0">
                <a:solidFill>
                  <a:schemeClr val="accent6">
                    <a:lumMod val="50000"/>
                  </a:schemeClr>
                </a:solidFill>
                <a:effectLst/>
                <a:latin typeface="Calibri" panose="020F0502020204030204" pitchFamily="34" charset="0"/>
                <a:ea typeface="Calibri" panose="020F0502020204030204" pitchFamily="34" charset="0"/>
              </a:rPr>
              <a:t>+ 1 week: Session 4. Verb-</a:t>
            </a:r>
            <a:r>
              <a:rPr lang="en-GB" sz="2000" b="1" dirty="0">
                <a:solidFill>
                  <a:schemeClr val="accent6">
                    <a:lumMod val="50000"/>
                  </a:schemeClr>
                </a:solidFill>
                <a:latin typeface="Calibri" panose="020F0502020204030204" pitchFamily="34" charset="0"/>
                <a:ea typeface="Calibri" panose="020F0502020204030204" pitchFamily="34" charset="0"/>
              </a:rPr>
              <a:t>object agreement + </a:t>
            </a:r>
            <a:r>
              <a:rPr lang="en-GB" sz="2000" b="1" dirty="0">
                <a:solidFill>
                  <a:schemeClr val="accent6">
                    <a:lumMod val="50000"/>
                  </a:schemeClr>
                </a:solidFill>
                <a:effectLst/>
                <a:latin typeface="Calibri" panose="020F0502020204030204" pitchFamily="34" charset="0"/>
                <a:ea typeface="Calibri" panose="020F0502020204030204" pitchFamily="34" charset="0"/>
              </a:rPr>
              <a:t>Differential object marking </a:t>
            </a:r>
            <a:r>
              <a:rPr lang="en-GB" sz="2000" b="1" dirty="0">
                <a:solidFill>
                  <a:schemeClr val="accent6">
                    <a:lumMod val="50000"/>
                  </a:schemeClr>
                </a:solidFill>
                <a:latin typeface="Calibri" panose="020F0502020204030204" pitchFamily="34" charset="0"/>
                <a:ea typeface="Calibri" panose="020F0502020204030204" pitchFamily="34" charset="0"/>
              </a:rPr>
              <a:t>+ Gender agreement</a:t>
            </a:r>
          </a:p>
          <a:p>
            <a:pPr lvl="1"/>
            <a:r>
              <a:rPr lang="en-GB" sz="1800" dirty="0">
                <a:latin typeface="Calibri" panose="020F0502020204030204" pitchFamily="34" charset="0"/>
                <a:ea typeface="Calibri" panose="020F0502020204030204" pitchFamily="34" charset="0"/>
              </a:rPr>
              <a:t>Same mechanism as in the previous session</a:t>
            </a:r>
          </a:p>
          <a:p>
            <a:pPr marL="0" indent="0">
              <a:buNone/>
            </a:pPr>
            <a:r>
              <a:rPr lang="en-GB" sz="2000" b="1" dirty="0">
                <a:solidFill>
                  <a:schemeClr val="accent2">
                    <a:lumMod val="75000"/>
                  </a:schemeClr>
                </a:solidFill>
                <a:effectLst/>
                <a:latin typeface="Calibri" panose="020F0502020204030204" pitchFamily="34" charset="0"/>
                <a:ea typeface="Calibri" panose="020F0502020204030204" pitchFamily="34" charset="0"/>
              </a:rPr>
              <a:t>+ 1 week: Session 5. Retest of executive functions </a:t>
            </a:r>
            <a:r>
              <a:rPr lang="en-GB" sz="2000" dirty="0">
                <a:solidFill>
                  <a:schemeClr val="accent2">
                    <a:lumMod val="75000"/>
                  </a:schemeClr>
                </a:solidFill>
                <a:effectLst/>
                <a:latin typeface="Calibri" panose="020F0502020204030204" pitchFamily="34" charset="0"/>
                <a:ea typeface="Calibri" panose="020F0502020204030204" pitchFamily="34" charset="0"/>
              </a:rPr>
              <a:t>(home-based session)</a:t>
            </a:r>
          </a:p>
          <a:p>
            <a:pPr marL="0" indent="0">
              <a:buNone/>
            </a:pPr>
            <a:r>
              <a:rPr lang="en-GB" sz="2000" b="1" dirty="0">
                <a:solidFill>
                  <a:schemeClr val="accent6">
                    <a:lumMod val="50000"/>
                  </a:schemeClr>
                </a:solidFill>
                <a:effectLst/>
                <a:latin typeface="Calibri" panose="020F0502020204030204" pitchFamily="34" charset="0"/>
                <a:ea typeface="Calibri" panose="020F0502020204030204" pitchFamily="34" charset="0"/>
              </a:rPr>
              <a:t>+ 4 months: Session 6. Retest of all grammatical properties</a:t>
            </a:r>
            <a:endParaRPr lang="en-GB" sz="2000" b="1" dirty="0">
              <a:solidFill>
                <a:schemeClr val="accent6">
                  <a:lumMod val="50000"/>
                </a:schemeClr>
              </a:solidFill>
              <a:latin typeface="Calibri" panose="020F0502020204030204" pitchFamily="34" charset="0"/>
              <a:ea typeface="Calibri" panose="020F0502020204030204" pitchFamily="34" charset="0"/>
            </a:endParaRPr>
          </a:p>
          <a:p>
            <a:pPr lvl="1"/>
            <a:r>
              <a:rPr lang="en-GB" sz="1800" dirty="0">
                <a:latin typeface="Calibri" panose="020F0502020204030204" pitchFamily="34" charset="0"/>
                <a:ea typeface="Calibri" panose="020F0502020204030204" pitchFamily="34" charset="0"/>
              </a:rPr>
              <a:t>Session ends with control tests on the relevant properties in the natural languages</a:t>
            </a:r>
            <a:endParaRPr lang="en-GB" sz="2000" b="1" dirty="0">
              <a:solidFill>
                <a:schemeClr val="accent6">
                  <a:lumMod val="50000"/>
                </a:schemeClr>
              </a:solidFill>
              <a:effectLst/>
              <a:latin typeface="Calibri" panose="020F050202020403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BDE6A5B2-6E3E-8FAD-CD49-4A2F9187744E}"/>
              </a:ext>
            </a:extLst>
          </p:cNvPr>
          <p:cNvSpPr>
            <a:spLocks noGrp="1"/>
          </p:cNvSpPr>
          <p:nvPr>
            <p:ph type="sldNum" sz="quarter" idx="12"/>
          </p:nvPr>
        </p:nvSpPr>
        <p:spPr/>
        <p:txBody>
          <a:bodyPr/>
          <a:lstStyle/>
          <a:p>
            <a:fld id="{F120EC50-82ED-45BA-9B48-47FD87D12700}" type="slidenum">
              <a:rPr lang="en-GB" smtClean="0"/>
              <a:pPr/>
              <a:t>13</a:t>
            </a:fld>
            <a:endParaRPr lang="en-GB"/>
          </a:p>
        </p:txBody>
      </p:sp>
      <p:sp>
        <p:nvSpPr>
          <p:cNvPr id="7" name="TextBox 6">
            <a:extLst>
              <a:ext uri="{FF2B5EF4-FFF2-40B4-BE49-F238E27FC236}">
                <a16:creationId xmlns:a16="http://schemas.microsoft.com/office/drawing/2014/main" id="{5F24425C-A450-1FD9-A1C9-0B691780EB0B}"/>
              </a:ext>
            </a:extLst>
          </p:cNvPr>
          <p:cNvSpPr txBox="1"/>
          <p:nvPr/>
        </p:nvSpPr>
        <p:spPr>
          <a:xfrm>
            <a:off x="4114800" y="382548"/>
            <a:ext cx="3962400" cy="769441"/>
          </a:xfrm>
          <a:prstGeom prst="rect">
            <a:avLst/>
          </a:prstGeom>
          <a:noFill/>
        </p:spPr>
        <p:txBody>
          <a:bodyPr wrap="square" rtlCol="0">
            <a:spAutoFit/>
          </a:bodyPr>
          <a:lstStyle/>
          <a:p>
            <a:pPr algn="ctr"/>
            <a:r>
              <a:rPr lang="en-US" sz="4400">
                <a:latin typeface="+mj-lt"/>
                <a:ea typeface="+mj-ea"/>
                <a:cs typeface="+mj-cs"/>
              </a:rPr>
              <a:t>Sessions</a:t>
            </a:r>
            <a:endParaRPr lang="en-GB" sz="4400">
              <a:latin typeface="+mj-lt"/>
              <a:ea typeface="+mj-ea"/>
              <a:cs typeface="+mj-cs"/>
            </a:endParaRPr>
          </a:p>
        </p:txBody>
      </p:sp>
    </p:spTree>
    <p:extLst>
      <p:ext uri="{BB962C8B-B14F-4D97-AF65-F5344CB8AC3E}">
        <p14:creationId xmlns:p14="http://schemas.microsoft.com/office/powerpoint/2010/main" val="15841742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E0576-0533-2F8F-10DA-D3B1BF7F47C4}"/>
              </a:ext>
            </a:extLst>
          </p:cNvPr>
          <p:cNvSpPr>
            <a:spLocks noGrp="1"/>
          </p:cNvSpPr>
          <p:nvPr>
            <p:ph type="title"/>
          </p:nvPr>
        </p:nvSpPr>
        <p:spPr/>
        <p:txBody>
          <a:bodyPr/>
          <a:lstStyle/>
          <a:p>
            <a:pPr algn="ctr"/>
            <a:r>
              <a:rPr lang="en-US"/>
              <a:t>Creation of the artificial languages</a:t>
            </a:r>
            <a:endParaRPr lang="en-GB"/>
          </a:p>
        </p:txBody>
      </p:sp>
      <p:sp>
        <p:nvSpPr>
          <p:cNvPr id="3" name="Content Placeholder 2">
            <a:extLst>
              <a:ext uri="{FF2B5EF4-FFF2-40B4-BE49-F238E27FC236}">
                <a16:creationId xmlns:a16="http://schemas.microsoft.com/office/drawing/2014/main" id="{4B59CCF3-62A2-8FA4-5B63-C82009E35ED8}"/>
              </a:ext>
            </a:extLst>
          </p:cNvPr>
          <p:cNvSpPr>
            <a:spLocks noGrp="1"/>
          </p:cNvSpPr>
          <p:nvPr>
            <p:ph idx="1"/>
          </p:nvPr>
        </p:nvSpPr>
        <p:spPr>
          <a:xfrm>
            <a:off x="838200" y="1837765"/>
            <a:ext cx="10515600" cy="3325906"/>
          </a:xfrm>
        </p:spPr>
        <p:txBody>
          <a:bodyPr>
            <a:normAutofit fontScale="77500" lnSpcReduction="20000"/>
          </a:bodyPr>
          <a:lstStyle/>
          <a:p>
            <a:pPr>
              <a:lnSpc>
                <a:spcPct val="120000"/>
              </a:lnSpc>
            </a:pPr>
            <a:r>
              <a:rPr lang="en-GB"/>
              <a:t>Modular framework formed of interoperable components</a:t>
            </a:r>
          </a:p>
          <a:p>
            <a:pPr>
              <a:lnSpc>
                <a:spcPct val="120000"/>
              </a:lnSpc>
            </a:pPr>
            <a:r>
              <a:rPr lang="en-GB"/>
              <a:t>Minimal components of each language contained in a base file</a:t>
            </a:r>
          </a:p>
          <a:p>
            <a:pPr>
              <a:lnSpc>
                <a:spcPct val="120000"/>
              </a:lnSpc>
            </a:pPr>
            <a:r>
              <a:rPr lang="en-GB"/>
              <a:t>Linguistic and visual stimuli finally presented are created by assembling minimal components. </a:t>
            </a:r>
          </a:p>
          <a:p>
            <a:pPr>
              <a:lnSpc>
                <a:spcPct val="120000"/>
              </a:lnSpc>
            </a:pPr>
            <a:r>
              <a:rPr lang="en-GB"/>
              <a:t>Several controls exerted on the stimuli to prevent spurious effects. For instance, gender and number are counterbalanced across experimental conditions. Similarly, words and experimental conditions within the same set appear equally often. </a:t>
            </a:r>
          </a:p>
        </p:txBody>
      </p:sp>
      <p:sp>
        <p:nvSpPr>
          <p:cNvPr id="4" name="Slide Number Placeholder 3">
            <a:extLst>
              <a:ext uri="{FF2B5EF4-FFF2-40B4-BE49-F238E27FC236}">
                <a16:creationId xmlns:a16="http://schemas.microsoft.com/office/drawing/2014/main" id="{A18CB471-3D87-E742-FE1D-87F33B0FF898}"/>
              </a:ext>
            </a:extLst>
          </p:cNvPr>
          <p:cNvSpPr>
            <a:spLocks noGrp="1"/>
          </p:cNvSpPr>
          <p:nvPr>
            <p:ph type="sldNum" sz="quarter" idx="12"/>
          </p:nvPr>
        </p:nvSpPr>
        <p:spPr/>
        <p:txBody>
          <a:bodyPr/>
          <a:lstStyle/>
          <a:p>
            <a:fld id="{F120EC50-82ED-45BA-9B48-47FD87D12700}" type="slidenum">
              <a:rPr lang="en-GB" smtClean="0"/>
              <a:pPr/>
              <a:t>14</a:t>
            </a:fld>
            <a:endParaRPr lang="en-GB"/>
          </a:p>
        </p:txBody>
      </p:sp>
    </p:spTree>
    <p:extLst>
      <p:ext uri="{BB962C8B-B14F-4D97-AF65-F5344CB8AC3E}">
        <p14:creationId xmlns:p14="http://schemas.microsoft.com/office/powerpoint/2010/main" val="16544680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5050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2">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409A3AED-069E-8629-3041-BDD8B66A84C0}"/>
              </a:ext>
            </a:extLst>
          </p:cNvPr>
          <p:cNvPicPr>
            <a:picLocks noGrp="1" noChangeAspect="1"/>
          </p:cNvPicPr>
          <p:nvPr>
            <p:ph idx="1"/>
          </p:nvPr>
        </p:nvPicPr>
        <p:blipFill>
          <a:blip r:embed="rId2"/>
          <a:stretch>
            <a:fillRect/>
          </a:stretch>
        </p:blipFill>
        <p:spPr>
          <a:xfrm>
            <a:off x="2158850" y="643467"/>
            <a:ext cx="7874299" cy="5571066"/>
          </a:xfrm>
          <a:prstGeom prst="rect">
            <a:avLst/>
          </a:prstGeom>
        </p:spPr>
      </p:pic>
      <p:sp>
        <p:nvSpPr>
          <p:cNvPr id="4" name="Slide Number Placeholder 3">
            <a:extLst>
              <a:ext uri="{FF2B5EF4-FFF2-40B4-BE49-F238E27FC236}">
                <a16:creationId xmlns:a16="http://schemas.microsoft.com/office/drawing/2014/main" id="{B0AF34EB-6E01-98D6-D1E5-6B2C65E3305C}"/>
              </a:ext>
            </a:extLst>
          </p:cNvPr>
          <p:cNvSpPr>
            <a:spLocks noGrp="1"/>
          </p:cNvSpPr>
          <p:nvPr>
            <p:ph type="sldNum" sz="quarter" idx="12"/>
          </p:nvPr>
        </p:nvSpPr>
        <p:spPr>
          <a:xfrm>
            <a:off x="8724900" y="6356350"/>
            <a:ext cx="2743200" cy="365125"/>
          </a:xfrm>
        </p:spPr>
        <p:txBody>
          <a:bodyPr vert="horz" lIns="91440" tIns="45720" rIns="91440" bIns="45720" rtlCol="0" anchor="ctr">
            <a:normAutofit/>
          </a:bodyPr>
          <a:lstStyle/>
          <a:p>
            <a:pPr>
              <a:spcAft>
                <a:spcPts val="600"/>
              </a:spcAft>
            </a:pPr>
            <a:fld id="{F120EC50-82ED-45BA-9B48-47FD87D12700}" type="slidenum">
              <a:rPr lang="en-US" sz="1200">
                <a:solidFill>
                  <a:srgbClr val="FFFFFF"/>
                </a:solidFill>
              </a:rPr>
              <a:pPr>
                <a:spcAft>
                  <a:spcPts val="600"/>
                </a:spcAft>
              </a:pPr>
              <a:t>15</a:t>
            </a:fld>
            <a:endParaRPr lang="en-US" sz="1200">
              <a:solidFill>
                <a:srgbClr val="FFFFFF"/>
              </a:solidFill>
            </a:endParaRPr>
          </a:p>
        </p:txBody>
      </p:sp>
    </p:spTree>
    <p:extLst>
      <p:ext uri="{BB962C8B-B14F-4D97-AF65-F5344CB8AC3E}">
        <p14:creationId xmlns:p14="http://schemas.microsoft.com/office/powerpoint/2010/main" val="1804958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E0576-0533-2F8F-10DA-D3B1BF7F47C4}"/>
              </a:ext>
            </a:extLst>
          </p:cNvPr>
          <p:cNvSpPr>
            <a:spLocks noGrp="1"/>
          </p:cNvSpPr>
          <p:nvPr>
            <p:ph type="title"/>
          </p:nvPr>
        </p:nvSpPr>
        <p:spPr/>
        <p:txBody>
          <a:bodyPr/>
          <a:lstStyle/>
          <a:p>
            <a:pPr algn="ctr"/>
            <a:r>
              <a:rPr lang="en-US"/>
              <a:t>Creation of the artificial languages</a:t>
            </a:r>
            <a:endParaRPr lang="en-GB"/>
          </a:p>
        </p:txBody>
      </p:sp>
      <p:sp>
        <p:nvSpPr>
          <p:cNvPr id="3" name="Content Placeholder 2">
            <a:extLst>
              <a:ext uri="{FF2B5EF4-FFF2-40B4-BE49-F238E27FC236}">
                <a16:creationId xmlns:a16="http://schemas.microsoft.com/office/drawing/2014/main" id="{4B59CCF3-62A2-8FA4-5B63-C82009E35ED8}"/>
              </a:ext>
            </a:extLst>
          </p:cNvPr>
          <p:cNvSpPr>
            <a:spLocks noGrp="1"/>
          </p:cNvSpPr>
          <p:nvPr>
            <p:ph idx="1"/>
          </p:nvPr>
        </p:nvSpPr>
        <p:spPr>
          <a:xfrm>
            <a:off x="838200" y="1837765"/>
            <a:ext cx="10515600" cy="3245223"/>
          </a:xfrm>
        </p:spPr>
        <p:txBody>
          <a:bodyPr>
            <a:normAutofit fontScale="70000" lnSpcReduction="20000"/>
          </a:bodyPr>
          <a:lstStyle/>
          <a:p>
            <a:pPr>
              <a:lnSpc>
                <a:spcPct val="120000"/>
              </a:lnSpc>
            </a:pPr>
            <a:r>
              <a:rPr lang="en-GB">
                <a:solidFill>
                  <a:schemeClr val="tx1">
                    <a:lumMod val="50000"/>
                    <a:lumOff val="50000"/>
                  </a:schemeClr>
                </a:solidFill>
              </a:rPr>
              <a:t>Modular framework formed of interoperable components</a:t>
            </a:r>
          </a:p>
          <a:p>
            <a:pPr>
              <a:lnSpc>
                <a:spcPct val="120000"/>
              </a:lnSpc>
            </a:pPr>
            <a:r>
              <a:rPr lang="en-GB">
                <a:solidFill>
                  <a:schemeClr val="tx1">
                    <a:lumMod val="50000"/>
                    <a:lumOff val="50000"/>
                  </a:schemeClr>
                </a:solidFill>
              </a:rPr>
              <a:t>Minimal components of each language contained in a base file</a:t>
            </a:r>
          </a:p>
          <a:p>
            <a:pPr>
              <a:lnSpc>
                <a:spcPct val="120000"/>
              </a:lnSpc>
            </a:pPr>
            <a:r>
              <a:rPr lang="en-GB">
                <a:solidFill>
                  <a:schemeClr val="tx1">
                    <a:lumMod val="50000"/>
                    <a:lumOff val="50000"/>
                  </a:schemeClr>
                </a:solidFill>
              </a:rPr>
              <a:t>Linguistic and visual stimuli finally presented are created by assembling minimal components. </a:t>
            </a:r>
          </a:p>
          <a:p>
            <a:pPr>
              <a:lnSpc>
                <a:spcPct val="120000"/>
              </a:lnSpc>
            </a:pPr>
            <a:r>
              <a:rPr lang="en-GB">
                <a:solidFill>
                  <a:schemeClr val="tx1">
                    <a:lumMod val="50000"/>
                    <a:lumOff val="50000"/>
                  </a:schemeClr>
                </a:solidFill>
              </a:rPr>
              <a:t>Several controls exerted on the stimuli to prevent spurious effects. For instance, gender and number are counterbalanced across experimental conditions. Similarly, words and experimental conditions within the same set appear equally often. </a:t>
            </a:r>
          </a:p>
          <a:p>
            <a:pPr>
              <a:lnSpc>
                <a:spcPct val="120000"/>
              </a:lnSpc>
            </a:pPr>
            <a:r>
              <a:rPr lang="en-GB"/>
              <a:t>All stimuli compiled through R scripts</a:t>
            </a:r>
          </a:p>
        </p:txBody>
      </p:sp>
      <p:sp>
        <p:nvSpPr>
          <p:cNvPr id="4" name="Slide Number Placeholder 3">
            <a:extLst>
              <a:ext uri="{FF2B5EF4-FFF2-40B4-BE49-F238E27FC236}">
                <a16:creationId xmlns:a16="http://schemas.microsoft.com/office/drawing/2014/main" id="{A18CB471-3D87-E742-FE1D-87F33B0FF898}"/>
              </a:ext>
            </a:extLst>
          </p:cNvPr>
          <p:cNvSpPr>
            <a:spLocks noGrp="1"/>
          </p:cNvSpPr>
          <p:nvPr>
            <p:ph type="sldNum" sz="quarter" idx="12"/>
          </p:nvPr>
        </p:nvSpPr>
        <p:spPr/>
        <p:txBody>
          <a:bodyPr/>
          <a:lstStyle/>
          <a:p>
            <a:fld id="{F120EC50-82ED-45BA-9B48-47FD87D12700}" type="slidenum">
              <a:rPr lang="en-GB" smtClean="0"/>
              <a:pPr/>
              <a:t>16</a:t>
            </a:fld>
            <a:endParaRPr lang="en-GB"/>
          </a:p>
        </p:txBody>
      </p:sp>
    </p:spTree>
    <p:extLst>
      <p:ext uri="{BB962C8B-B14F-4D97-AF65-F5344CB8AC3E}">
        <p14:creationId xmlns:p14="http://schemas.microsoft.com/office/powerpoint/2010/main" val="24861744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1DE3E1D5-2A0C-704C-0567-CDB7FDAAC2BD}"/>
              </a:ext>
            </a:extLst>
          </p:cNvPr>
          <p:cNvPicPr>
            <a:picLocks noChangeAspect="1"/>
          </p:cNvPicPr>
          <p:nvPr/>
        </p:nvPicPr>
        <p:blipFill rotWithShape="1">
          <a:blip r:embed="rId2"/>
          <a:srcRect t="3243" r="-1" b="2685"/>
          <a:stretch/>
        </p:blipFill>
        <p:spPr>
          <a:xfrm>
            <a:off x="-12012" y="10"/>
            <a:ext cx="9669642" cy="6857990"/>
          </a:xfrm>
          <a:prstGeom prst="rect">
            <a:avLst/>
          </a:prstGeom>
        </p:spPr>
      </p:pic>
      <p:sp>
        <p:nvSpPr>
          <p:cNvPr id="30" name="Rectangle 29">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25019"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Content Placeholder 7">
            <a:extLst>
              <a:ext uri="{FF2B5EF4-FFF2-40B4-BE49-F238E27FC236}">
                <a16:creationId xmlns:a16="http://schemas.microsoft.com/office/drawing/2014/main" id="{88E9EB36-8923-F545-50B1-EFFC9BB460BB}"/>
              </a:ext>
            </a:extLst>
          </p:cNvPr>
          <p:cNvSpPr>
            <a:spLocks noGrp="1"/>
          </p:cNvSpPr>
          <p:nvPr>
            <p:ph idx="1"/>
          </p:nvPr>
        </p:nvSpPr>
        <p:spPr>
          <a:xfrm>
            <a:off x="8651051" y="2984707"/>
            <a:ext cx="3291900" cy="1242060"/>
          </a:xfrm>
        </p:spPr>
        <p:txBody>
          <a:bodyPr>
            <a:normAutofit/>
          </a:bodyPr>
          <a:lstStyle/>
          <a:p>
            <a:pPr marL="0" indent="0">
              <a:buNone/>
            </a:pPr>
            <a:r>
              <a:rPr lang="en-US"/>
              <a:t>All scripts are run from a core script.</a:t>
            </a:r>
            <a:endParaRPr lang="en-GB"/>
          </a:p>
        </p:txBody>
      </p:sp>
      <p:sp>
        <p:nvSpPr>
          <p:cNvPr id="4" name="Slide Number Placeholder 3">
            <a:extLst>
              <a:ext uri="{FF2B5EF4-FFF2-40B4-BE49-F238E27FC236}">
                <a16:creationId xmlns:a16="http://schemas.microsoft.com/office/drawing/2014/main" id="{F2ADAD05-20F9-D07C-9BDC-ADC25EB8DAE0}"/>
              </a:ext>
            </a:extLst>
          </p:cNvPr>
          <p:cNvSpPr>
            <a:spLocks noGrp="1"/>
          </p:cNvSpPr>
          <p:nvPr>
            <p:ph type="sldNum" sz="quarter" idx="12"/>
          </p:nvPr>
        </p:nvSpPr>
        <p:spPr>
          <a:xfrm>
            <a:off x="8610600" y="6356350"/>
            <a:ext cx="2743200" cy="365125"/>
          </a:xfrm>
        </p:spPr>
        <p:txBody>
          <a:bodyPr vert="horz" lIns="91440" tIns="45720" rIns="91440" bIns="45720" rtlCol="0">
            <a:normAutofit/>
          </a:bodyPr>
          <a:lstStyle/>
          <a:p>
            <a:pPr>
              <a:spcAft>
                <a:spcPts val="600"/>
              </a:spcAft>
            </a:pPr>
            <a:fld id="{F120EC50-82ED-45BA-9B48-47FD87D12700}" type="slidenum">
              <a:rPr lang="en-US" smtClean="0"/>
              <a:pPr>
                <a:spcAft>
                  <a:spcPts val="600"/>
                </a:spcAft>
              </a:pPr>
              <a:t>17</a:t>
            </a:fld>
            <a:endParaRPr lang="en-US"/>
          </a:p>
        </p:txBody>
      </p:sp>
    </p:spTree>
    <p:extLst>
      <p:ext uri="{BB962C8B-B14F-4D97-AF65-F5344CB8AC3E}">
        <p14:creationId xmlns:p14="http://schemas.microsoft.com/office/powerpoint/2010/main" val="42680960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E0576-0533-2F8F-10DA-D3B1BF7F47C4}"/>
              </a:ext>
            </a:extLst>
          </p:cNvPr>
          <p:cNvSpPr>
            <a:spLocks noGrp="1"/>
          </p:cNvSpPr>
          <p:nvPr>
            <p:ph type="title"/>
          </p:nvPr>
        </p:nvSpPr>
        <p:spPr/>
        <p:txBody>
          <a:bodyPr/>
          <a:lstStyle/>
          <a:p>
            <a:pPr algn="ctr"/>
            <a:r>
              <a:rPr lang="en-US"/>
              <a:t>Creation of the artificial languages</a:t>
            </a:r>
            <a:endParaRPr lang="en-GB"/>
          </a:p>
        </p:txBody>
      </p:sp>
      <p:sp>
        <p:nvSpPr>
          <p:cNvPr id="3" name="Content Placeholder 2">
            <a:extLst>
              <a:ext uri="{FF2B5EF4-FFF2-40B4-BE49-F238E27FC236}">
                <a16:creationId xmlns:a16="http://schemas.microsoft.com/office/drawing/2014/main" id="{4B59CCF3-62A2-8FA4-5B63-C82009E35ED8}"/>
              </a:ext>
            </a:extLst>
          </p:cNvPr>
          <p:cNvSpPr>
            <a:spLocks noGrp="1"/>
          </p:cNvSpPr>
          <p:nvPr>
            <p:ph idx="1"/>
          </p:nvPr>
        </p:nvSpPr>
        <p:spPr>
          <a:xfrm>
            <a:off x="838200" y="1837765"/>
            <a:ext cx="10515600" cy="4589928"/>
          </a:xfrm>
        </p:spPr>
        <p:txBody>
          <a:bodyPr>
            <a:normAutofit fontScale="70000" lnSpcReduction="20000"/>
          </a:bodyPr>
          <a:lstStyle/>
          <a:p>
            <a:pPr>
              <a:lnSpc>
                <a:spcPct val="120000"/>
              </a:lnSpc>
            </a:pPr>
            <a:r>
              <a:rPr lang="en-GB">
                <a:solidFill>
                  <a:schemeClr val="bg2">
                    <a:lumMod val="75000"/>
                  </a:schemeClr>
                </a:solidFill>
              </a:rPr>
              <a:t>Modular framework formed of interoperable components</a:t>
            </a:r>
          </a:p>
          <a:p>
            <a:pPr>
              <a:lnSpc>
                <a:spcPct val="120000"/>
              </a:lnSpc>
            </a:pPr>
            <a:r>
              <a:rPr lang="en-GB">
                <a:solidFill>
                  <a:schemeClr val="bg2">
                    <a:lumMod val="75000"/>
                  </a:schemeClr>
                </a:solidFill>
              </a:rPr>
              <a:t>Minimal components of each language contained in a base file</a:t>
            </a:r>
          </a:p>
          <a:p>
            <a:pPr>
              <a:lnSpc>
                <a:spcPct val="120000"/>
              </a:lnSpc>
            </a:pPr>
            <a:r>
              <a:rPr lang="en-GB">
                <a:solidFill>
                  <a:schemeClr val="bg2">
                    <a:lumMod val="75000"/>
                  </a:schemeClr>
                </a:solidFill>
              </a:rPr>
              <a:t>Linguistic and visual stimuli finally presented are created by assembling minimal components. </a:t>
            </a:r>
          </a:p>
          <a:p>
            <a:pPr>
              <a:lnSpc>
                <a:spcPct val="120000"/>
              </a:lnSpc>
            </a:pPr>
            <a:r>
              <a:rPr lang="en-GB">
                <a:solidFill>
                  <a:schemeClr val="bg2">
                    <a:lumMod val="75000"/>
                  </a:schemeClr>
                </a:solidFill>
              </a:rPr>
              <a:t>Several controls exerted on the stimuli to prevent spurious effects. For instance, gender and number are counterbalanced across experimental conditions. Similarly, words and experimental conditions within the same set appear equally often. </a:t>
            </a:r>
          </a:p>
          <a:p>
            <a:pPr>
              <a:lnSpc>
                <a:spcPct val="120000"/>
              </a:lnSpc>
            </a:pPr>
            <a:r>
              <a:rPr lang="en-GB">
                <a:solidFill>
                  <a:schemeClr val="bg2">
                    <a:lumMod val="75000"/>
                  </a:schemeClr>
                </a:solidFill>
              </a:rPr>
              <a:t>All stimuli compiled through R scripts</a:t>
            </a:r>
          </a:p>
          <a:p>
            <a:pPr>
              <a:lnSpc>
                <a:spcPct val="120000"/>
              </a:lnSpc>
            </a:pPr>
            <a:r>
              <a:rPr lang="en-GB"/>
              <a:t>Present framework facilitates reproducibility and inspection of stimuli, and allows extensions</a:t>
            </a:r>
          </a:p>
          <a:p>
            <a:pPr>
              <a:lnSpc>
                <a:spcPct val="120000"/>
              </a:lnSpc>
            </a:pPr>
            <a:r>
              <a:rPr lang="en-GB"/>
              <a:t>Parallel lists of stimuli used to enable some of the controls</a:t>
            </a:r>
          </a:p>
          <a:p>
            <a:pPr>
              <a:lnSpc>
                <a:spcPct val="120000"/>
              </a:lnSpc>
            </a:pPr>
            <a:r>
              <a:rPr lang="en-GB"/>
              <a:t>Open-source software </a:t>
            </a:r>
            <a:r>
              <a:rPr lang="en-GB" err="1"/>
              <a:t>OpenSesame</a:t>
            </a:r>
            <a:r>
              <a:rPr lang="en-GB"/>
              <a:t> used to present the stimuli and collect responses</a:t>
            </a:r>
          </a:p>
        </p:txBody>
      </p:sp>
      <p:sp>
        <p:nvSpPr>
          <p:cNvPr id="4" name="Slide Number Placeholder 3">
            <a:extLst>
              <a:ext uri="{FF2B5EF4-FFF2-40B4-BE49-F238E27FC236}">
                <a16:creationId xmlns:a16="http://schemas.microsoft.com/office/drawing/2014/main" id="{A18CB471-3D87-E742-FE1D-87F33B0FF898}"/>
              </a:ext>
            </a:extLst>
          </p:cNvPr>
          <p:cNvSpPr>
            <a:spLocks noGrp="1"/>
          </p:cNvSpPr>
          <p:nvPr>
            <p:ph type="sldNum" sz="quarter" idx="12"/>
          </p:nvPr>
        </p:nvSpPr>
        <p:spPr/>
        <p:txBody>
          <a:bodyPr/>
          <a:lstStyle/>
          <a:p>
            <a:fld id="{F120EC50-82ED-45BA-9B48-47FD87D12700}" type="slidenum">
              <a:rPr lang="en-GB" smtClean="0"/>
              <a:pPr/>
              <a:t>18</a:t>
            </a:fld>
            <a:endParaRPr lang="en-GB"/>
          </a:p>
        </p:txBody>
      </p:sp>
    </p:spTree>
    <p:extLst>
      <p:ext uri="{BB962C8B-B14F-4D97-AF65-F5344CB8AC3E}">
        <p14:creationId xmlns:p14="http://schemas.microsoft.com/office/powerpoint/2010/main" val="3204947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B95BA-DCF5-3685-5706-5C3D7A6336C0}"/>
              </a:ext>
            </a:extLst>
          </p:cNvPr>
          <p:cNvSpPr>
            <a:spLocks noGrp="1"/>
          </p:cNvSpPr>
          <p:nvPr>
            <p:ph type="title"/>
          </p:nvPr>
        </p:nvSpPr>
        <p:spPr/>
        <p:txBody>
          <a:bodyPr/>
          <a:lstStyle/>
          <a:p>
            <a:pPr algn="ctr"/>
            <a:r>
              <a:rPr lang="en-US" b="1" dirty="0"/>
              <a:t>Test</a:t>
            </a:r>
            <a:r>
              <a:rPr lang="en-US" dirty="0"/>
              <a:t> phase in all sessions</a:t>
            </a:r>
            <a:endParaRPr lang="en-GB" dirty="0"/>
          </a:p>
        </p:txBody>
      </p:sp>
      <p:sp>
        <p:nvSpPr>
          <p:cNvPr id="3" name="Content Placeholder 2">
            <a:extLst>
              <a:ext uri="{FF2B5EF4-FFF2-40B4-BE49-F238E27FC236}">
                <a16:creationId xmlns:a16="http://schemas.microsoft.com/office/drawing/2014/main" id="{B872E1A1-7C0E-4C19-2AD3-C60BDC51F4B1}"/>
              </a:ext>
            </a:extLst>
          </p:cNvPr>
          <p:cNvSpPr>
            <a:spLocks noGrp="1"/>
          </p:cNvSpPr>
          <p:nvPr>
            <p:ph idx="1"/>
          </p:nvPr>
        </p:nvSpPr>
        <p:spPr>
          <a:xfrm>
            <a:off x="2962275" y="1825625"/>
            <a:ext cx="8391524" cy="4351338"/>
          </a:xfrm>
        </p:spPr>
        <p:txBody>
          <a:bodyPr/>
          <a:lstStyle/>
          <a:p>
            <a:pPr marL="514350" indent="-514350">
              <a:lnSpc>
                <a:spcPct val="150000"/>
              </a:lnSpc>
              <a:buFont typeface="+mj-lt"/>
              <a:buAutoNum type="arabicPeriod"/>
            </a:pPr>
            <a:r>
              <a:rPr lang="en-US" dirty="0"/>
              <a:t>Grammatical</a:t>
            </a:r>
          </a:p>
          <a:p>
            <a:pPr marL="514350" indent="-514350">
              <a:lnSpc>
                <a:spcPct val="150000"/>
              </a:lnSpc>
              <a:buFont typeface="+mj-lt"/>
              <a:buAutoNum type="arabicPeriod"/>
            </a:pPr>
            <a:r>
              <a:rPr lang="en-US" dirty="0"/>
              <a:t>Critical morphosyntactic violation</a:t>
            </a:r>
          </a:p>
          <a:p>
            <a:pPr marL="514350" indent="-514350">
              <a:lnSpc>
                <a:spcPct val="150000"/>
              </a:lnSpc>
              <a:buFont typeface="+mj-lt"/>
              <a:buAutoNum type="arabicPeriod"/>
            </a:pPr>
            <a:r>
              <a:rPr lang="en-US" dirty="0"/>
              <a:t>Non-critical morphosyntactic violation</a:t>
            </a:r>
          </a:p>
          <a:p>
            <a:pPr marL="514350" indent="-514350">
              <a:lnSpc>
                <a:spcPct val="150000"/>
              </a:lnSpc>
              <a:buFont typeface="+mj-lt"/>
              <a:buAutoNum type="arabicPeriod"/>
            </a:pPr>
            <a:r>
              <a:rPr lang="en-US" dirty="0"/>
              <a:t>Non-critical morphosyntactic violation</a:t>
            </a:r>
          </a:p>
          <a:p>
            <a:pPr marL="514350" indent="-514350">
              <a:lnSpc>
                <a:spcPct val="150000"/>
              </a:lnSpc>
              <a:buFont typeface="+mj-lt"/>
              <a:buAutoNum type="arabicPeriod"/>
            </a:pPr>
            <a:r>
              <a:rPr lang="en-US" dirty="0"/>
              <a:t>Semantic violation</a:t>
            </a:r>
          </a:p>
        </p:txBody>
      </p:sp>
      <p:sp>
        <p:nvSpPr>
          <p:cNvPr id="4" name="Slide Number Placeholder 3">
            <a:extLst>
              <a:ext uri="{FF2B5EF4-FFF2-40B4-BE49-F238E27FC236}">
                <a16:creationId xmlns:a16="http://schemas.microsoft.com/office/drawing/2014/main" id="{8508FC5D-8E2C-B911-E936-68A4C9257BAF}"/>
              </a:ext>
            </a:extLst>
          </p:cNvPr>
          <p:cNvSpPr>
            <a:spLocks noGrp="1"/>
          </p:cNvSpPr>
          <p:nvPr>
            <p:ph type="sldNum" sz="quarter" idx="12"/>
          </p:nvPr>
        </p:nvSpPr>
        <p:spPr/>
        <p:txBody>
          <a:bodyPr/>
          <a:lstStyle/>
          <a:p>
            <a:fld id="{F120EC50-82ED-45BA-9B48-47FD87D12700}" type="slidenum">
              <a:rPr lang="en-GB" smtClean="0"/>
              <a:pPr/>
              <a:t>19</a:t>
            </a:fld>
            <a:endParaRPr lang="en-GB"/>
          </a:p>
        </p:txBody>
      </p:sp>
    </p:spTree>
    <p:extLst>
      <p:ext uri="{BB962C8B-B14F-4D97-AF65-F5344CB8AC3E}">
        <p14:creationId xmlns:p14="http://schemas.microsoft.com/office/powerpoint/2010/main" val="31279469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phone&#10;&#10;Description automatically generated">
            <a:extLst>
              <a:ext uri="{FF2B5EF4-FFF2-40B4-BE49-F238E27FC236}">
                <a16:creationId xmlns:a16="http://schemas.microsoft.com/office/drawing/2014/main" id="{13CF94FA-BEA3-5AF0-0110-7306B41AB31B}"/>
              </a:ext>
            </a:extLst>
          </p:cNvPr>
          <p:cNvPicPr>
            <a:picLocks noGrp="1" noChangeAspect="1"/>
          </p:cNvPicPr>
          <p:nvPr>
            <p:ph idx="1"/>
          </p:nvPr>
        </p:nvPicPr>
        <p:blipFill>
          <a:blip r:embed="rId2"/>
          <a:stretch>
            <a:fillRect/>
          </a:stretch>
        </p:blipFill>
        <p:spPr>
          <a:xfrm>
            <a:off x="1807980" y="320185"/>
            <a:ext cx="8576039" cy="6217629"/>
          </a:xfrm>
          <a:prstGeom prst="rect">
            <a:avLst/>
          </a:prstGeom>
        </p:spPr>
      </p:pic>
      <p:sp>
        <p:nvSpPr>
          <p:cNvPr id="4" name="Slide Number Placeholder 3">
            <a:extLst>
              <a:ext uri="{FF2B5EF4-FFF2-40B4-BE49-F238E27FC236}">
                <a16:creationId xmlns:a16="http://schemas.microsoft.com/office/drawing/2014/main" id="{B45000A2-2158-8858-BBAD-EC6457F71169}"/>
              </a:ext>
            </a:extLst>
          </p:cNvPr>
          <p:cNvSpPr>
            <a:spLocks noGrp="1"/>
          </p:cNvSpPr>
          <p:nvPr>
            <p:ph type="sldNum" sz="quarter" idx="12"/>
          </p:nvPr>
        </p:nvSpPr>
        <p:spPr>
          <a:xfrm>
            <a:off x="9067800" y="6356350"/>
            <a:ext cx="2743200" cy="365125"/>
          </a:xfrm>
        </p:spPr>
        <p:txBody>
          <a:bodyPr vert="horz" lIns="91440" tIns="45720" rIns="91440" bIns="45720" rtlCol="0" anchor="ctr">
            <a:normAutofit/>
          </a:bodyPr>
          <a:lstStyle/>
          <a:p>
            <a:pPr>
              <a:spcAft>
                <a:spcPts val="600"/>
              </a:spcAft>
            </a:pPr>
            <a:fld id="{F120EC50-82ED-45BA-9B48-47FD87D12700}" type="slidenum">
              <a:rPr lang="en-US" sz="1200" smtClean="0">
                <a:solidFill>
                  <a:schemeClr val="tx1">
                    <a:tint val="75000"/>
                  </a:schemeClr>
                </a:solidFill>
              </a:rPr>
              <a:pPr>
                <a:spcAft>
                  <a:spcPts val="600"/>
                </a:spcAft>
              </a:pPr>
              <a:t>20</a:t>
            </a:fld>
            <a:endParaRPr lang="en-US" sz="1200" dirty="0">
              <a:solidFill>
                <a:schemeClr val="tx1">
                  <a:tint val="75000"/>
                </a:schemeClr>
              </a:solidFill>
            </a:endParaRPr>
          </a:p>
        </p:txBody>
      </p:sp>
      <p:sp>
        <p:nvSpPr>
          <p:cNvPr id="6" name="Star: 5 Points 5">
            <a:extLst>
              <a:ext uri="{FF2B5EF4-FFF2-40B4-BE49-F238E27FC236}">
                <a16:creationId xmlns:a16="http://schemas.microsoft.com/office/drawing/2014/main" id="{1935C7C5-29A6-E4B7-B4AC-47B4EDCE5DD8}"/>
              </a:ext>
            </a:extLst>
          </p:cNvPr>
          <p:cNvSpPr/>
          <p:nvPr/>
        </p:nvSpPr>
        <p:spPr>
          <a:xfrm>
            <a:off x="10706100" y="4438650"/>
            <a:ext cx="485775" cy="495300"/>
          </a:xfrm>
          <a:prstGeom prst="star5">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242088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computer&#10;&#10;Description automatically generated">
            <a:extLst>
              <a:ext uri="{FF2B5EF4-FFF2-40B4-BE49-F238E27FC236}">
                <a16:creationId xmlns:a16="http://schemas.microsoft.com/office/drawing/2014/main" id="{ADEC0BA9-7A7A-2073-56F4-829D5DA0C6AD}"/>
              </a:ext>
            </a:extLst>
          </p:cNvPr>
          <p:cNvPicPr>
            <a:picLocks noGrp="1" noChangeAspect="1"/>
          </p:cNvPicPr>
          <p:nvPr>
            <p:ph idx="1"/>
          </p:nvPr>
        </p:nvPicPr>
        <p:blipFill>
          <a:blip r:embed="rId2"/>
          <a:stretch>
            <a:fillRect/>
          </a:stretch>
        </p:blipFill>
        <p:spPr>
          <a:xfrm>
            <a:off x="1807980" y="320185"/>
            <a:ext cx="8576039" cy="6217629"/>
          </a:xfrm>
          <a:prstGeom prst="rect">
            <a:avLst/>
          </a:prstGeom>
        </p:spPr>
      </p:pic>
      <p:sp>
        <p:nvSpPr>
          <p:cNvPr id="4" name="Slide Number Placeholder 3">
            <a:extLst>
              <a:ext uri="{FF2B5EF4-FFF2-40B4-BE49-F238E27FC236}">
                <a16:creationId xmlns:a16="http://schemas.microsoft.com/office/drawing/2014/main" id="{C95B8084-40DD-1A0D-B789-F5BD83869D95}"/>
              </a:ext>
            </a:extLst>
          </p:cNvPr>
          <p:cNvSpPr>
            <a:spLocks noGrp="1"/>
          </p:cNvSpPr>
          <p:nvPr>
            <p:ph type="sldNum" sz="quarter" idx="12"/>
          </p:nvPr>
        </p:nvSpPr>
        <p:spPr>
          <a:xfrm>
            <a:off x="9077325" y="6356350"/>
            <a:ext cx="2743200" cy="365125"/>
          </a:xfrm>
        </p:spPr>
        <p:txBody>
          <a:bodyPr vert="horz" lIns="91440" tIns="45720" rIns="91440" bIns="45720" rtlCol="0" anchor="ctr">
            <a:normAutofit/>
          </a:bodyPr>
          <a:lstStyle/>
          <a:p>
            <a:pPr>
              <a:spcAft>
                <a:spcPts val="600"/>
              </a:spcAft>
            </a:pPr>
            <a:fld id="{F120EC50-82ED-45BA-9B48-47FD87D12700}" type="slidenum">
              <a:rPr lang="en-US" sz="1200" smtClean="0">
                <a:solidFill>
                  <a:schemeClr val="tx1">
                    <a:tint val="75000"/>
                  </a:schemeClr>
                </a:solidFill>
              </a:rPr>
              <a:pPr>
                <a:spcAft>
                  <a:spcPts val="600"/>
                </a:spcAft>
              </a:pPr>
              <a:t>21</a:t>
            </a:fld>
            <a:endParaRPr lang="en-US" sz="1200" dirty="0">
              <a:solidFill>
                <a:schemeClr val="tx1">
                  <a:tint val="75000"/>
                </a:schemeClr>
              </a:solidFill>
            </a:endParaRPr>
          </a:p>
        </p:txBody>
      </p:sp>
      <p:sp>
        <p:nvSpPr>
          <p:cNvPr id="6" name="Star: 5 Points 5">
            <a:extLst>
              <a:ext uri="{FF2B5EF4-FFF2-40B4-BE49-F238E27FC236}">
                <a16:creationId xmlns:a16="http://schemas.microsoft.com/office/drawing/2014/main" id="{70F27BB7-01B1-34FD-0787-51E580AC0016}"/>
              </a:ext>
            </a:extLst>
          </p:cNvPr>
          <p:cNvSpPr/>
          <p:nvPr/>
        </p:nvSpPr>
        <p:spPr>
          <a:xfrm>
            <a:off x="10706100" y="1933575"/>
            <a:ext cx="485775" cy="495300"/>
          </a:xfrm>
          <a:prstGeom prst="star5">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338294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Content Placeholder 4" descr="A screenshot of a phone&#10;&#10;Description automatically generated">
            <a:extLst>
              <a:ext uri="{FF2B5EF4-FFF2-40B4-BE49-F238E27FC236}">
                <a16:creationId xmlns:a16="http://schemas.microsoft.com/office/drawing/2014/main" id="{D757DC1F-6EC6-1896-0394-E8E6C6E840CA}"/>
              </a:ext>
            </a:extLst>
          </p:cNvPr>
          <p:cNvPicPr>
            <a:picLocks noGrp="1" noChangeAspect="1"/>
          </p:cNvPicPr>
          <p:nvPr>
            <p:ph idx="1"/>
          </p:nvPr>
        </p:nvPicPr>
        <p:blipFill>
          <a:blip r:embed="rId2"/>
          <a:stretch>
            <a:fillRect/>
          </a:stretch>
        </p:blipFill>
        <p:spPr>
          <a:xfrm>
            <a:off x="1785114" y="331237"/>
            <a:ext cx="8621771" cy="6207675"/>
          </a:xfrm>
          <a:prstGeom prst="rect">
            <a:avLst/>
          </a:prstGeom>
        </p:spPr>
      </p:pic>
      <p:sp>
        <p:nvSpPr>
          <p:cNvPr id="4" name="Slide Number Placeholder 3">
            <a:extLst>
              <a:ext uri="{FF2B5EF4-FFF2-40B4-BE49-F238E27FC236}">
                <a16:creationId xmlns:a16="http://schemas.microsoft.com/office/drawing/2014/main" id="{DEC3D47A-900A-A522-E277-815E4E9437BF}"/>
              </a:ext>
            </a:extLst>
          </p:cNvPr>
          <p:cNvSpPr>
            <a:spLocks noGrp="1"/>
          </p:cNvSpPr>
          <p:nvPr>
            <p:ph type="sldNum" sz="quarter" idx="12"/>
          </p:nvPr>
        </p:nvSpPr>
        <p:spPr>
          <a:xfrm>
            <a:off x="9058275" y="6356350"/>
            <a:ext cx="2743200" cy="365125"/>
          </a:xfrm>
        </p:spPr>
        <p:txBody>
          <a:bodyPr vert="horz" lIns="91440" tIns="45720" rIns="91440" bIns="45720" rtlCol="0" anchor="ctr">
            <a:normAutofit/>
          </a:bodyPr>
          <a:lstStyle/>
          <a:p>
            <a:pPr>
              <a:spcAft>
                <a:spcPts val="600"/>
              </a:spcAft>
            </a:pPr>
            <a:fld id="{F120EC50-82ED-45BA-9B48-47FD87D12700}" type="slidenum">
              <a:rPr lang="en-US" sz="1200" smtClean="0">
                <a:solidFill>
                  <a:schemeClr val="tx1">
                    <a:tint val="75000"/>
                  </a:schemeClr>
                </a:solidFill>
              </a:rPr>
              <a:pPr>
                <a:spcAft>
                  <a:spcPts val="600"/>
                </a:spcAft>
              </a:pPr>
              <a:t>22</a:t>
            </a:fld>
            <a:endParaRPr lang="en-US" sz="1200">
              <a:solidFill>
                <a:schemeClr val="tx1">
                  <a:tint val="75000"/>
                </a:schemeClr>
              </a:solidFill>
            </a:endParaRPr>
          </a:p>
        </p:txBody>
      </p:sp>
      <p:sp>
        <p:nvSpPr>
          <p:cNvPr id="6" name="Star: 5 Points 5">
            <a:extLst>
              <a:ext uri="{FF2B5EF4-FFF2-40B4-BE49-F238E27FC236}">
                <a16:creationId xmlns:a16="http://schemas.microsoft.com/office/drawing/2014/main" id="{A9750DE0-9E6F-1829-D2D7-1063715F6D88}"/>
              </a:ext>
            </a:extLst>
          </p:cNvPr>
          <p:cNvSpPr/>
          <p:nvPr/>
        </p:nvSpPr>
        <p:spPr>
          <a:xfrm>
            <a:off x="10706100" y="609600"/>
            <a:ext cx="485775" cy="495300"/>
          </a:xfrm>
          <a:prstGeom prst="star5">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9579707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2AE60632-1964-B179-464C-6CB00E74C23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981156" y="266700"/>
            <a:ext cx="10229687" cy="6214533"/>
          </a:xfrm>
          <a:prstGeom prst="rect">
            <a:avLst/>
          </a:prstGeom>
        </p:spPr>
      </p:pic>
      <p:sp>
        <p:nvSpPr>
          <p:cNvPr id="4" name="Slide Number Placeholder 3">
            <a:extLst>
              <a:ext uri="{FF2B5EF4-FFF2-40B4-BE49-F238E27FC236}">
                <a16:creationId xmlns:a16="http://schemas.microsoft.com/office/drawing/2014/main" id="{99B9F1A1-B56F-8673-F387-158A4D5DDC74}"/>
              </a:ext>
            </a:extLst>
          </p:cNvPr>
          <p:cNvSpPr>
            <a:spLocks noGrp="1"/>
          </p:cNvSpPr>
          <p:nvPr>
            <p:ph type="sldNum" sz="quarter" idx="12"/>
          </p:nvPr>
        </p:nvSpPr>
        <p:spPr>
          <a:xfrm>
            <a:off x="9058275" y="6356350"/>
            <a:ext cx="2743200" cy="365125"/>
          </a:xfrm>
        </p:spPr>
        <p:txBody>
          <a:bodyPr vert="horz" lIns="91440" tIns="45720" rIns="91440" bIns="45720" rtlCol="0" anchor="ctr">
            <a:normAutofit/>
          </a:bodyPr>
          <a:lstStyle/>
          <a:p>
            <a:pPr>
              <a:spcAft>
                <a:spcPts val="600"/>
              </a:spcAft>
            </a:pPr>
            <a:fld id="{F120EC50-82ED-45BA-9B48-47FD87D12700}" type="slidenum">
              <a:rPr lang="en-US" sz="1200" smtClean="0">
                <a:solidFill>
                  <a:schemeClr val="tx1">
                    <a:tint val="75000"/>
                  </a:schemeClr>
                </a:solidFill>
              </a:rPr>
              <a:pPr>
                <a:spcAft>
                  <a:spcPts val="600"/>
                </a:spcAft>
              </a:pPr>
              <a:t>23</a:t>
            </a:fld>
            <a:endParaRPr lang="en-US" sz="1200" dirty="0">
              <a:solidFill>
                <a:schemeClr val="tx1">
                  <a:tint val="75000"/>
                </a:schemeClr>
              </a:solidFill>
            </a:endParaRPr>
          </a:p>
        </p:txBody>
      </p:sp>
    </p:spTree>
    <p:extLst>
      <p:ext uri="{BB962C8B-B14F-4D97-AF65-F5344CB8AC3E}">
        <p14:creationId xmlns:p14="http://schemas.microsoft.com/office/powerpoint/2010/main" val="17163917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6D48-8A53-8AAB-90B9-949E84CE2AF0}"/>
              </a:ext>
            </a:extLst>
          </p:cNvPr>
          <p:cNvSpPr>
            <a:spLocks noGrp="1"/>
          </p:cNvSpPr>
          <p:nvPr>
            <p:ph type="title"/>
          </p:nvPr>
        </p:nvSpPr>
        <p:spPr>
          <a:xfrm>
            <a:off x="838200" y="517525"/>
            <a:ext cx="10515600" cy="987425"/>
          </a:xfrm>
        </p:spPr>
        <p:txBody>
          <a:bodyPr>
            <a:normAutofit/>
          </a:bodyPr>
          <a:lstStyle/>
          <a:p>
            <a:pPr algn="ctr"/>
            <a:r>
              <a:rPr lang="en-US"/>
              <a:t>Executive functions and </a:t>
            </a:r>
            <a:r>
              <a:rPr lang="en-US" err="1"/>
              <a:t>rs</a:t>
            </a:r>
            <a:r>
              <a:rPr lang="en-US"/>
              <a:t>-EEG</a:t>
            </a:r>
            <a:endParaRPr lang="en-GB"/>
          </a:p>
        </p:txBody>
      </p:sp>
      <p:sp>
        <p:nvSpPr>
          <p:cNvPr id="3" name="Content Placeholder 2">
            <a:extLst>
              <a:ext uri="{FF2B5EF4-FFF2-40B4-BE49-F238E27FC236}">
                <a16:creationId xmlns:a16="http://schemas.microsoft.com/office/drawing/2014/main" id="{C42177E8-8018-3082-34F1-C87A5A0869DE}"/>
              </a:ext>
            </a:extLst>
          </p:cNvPr>
          <p:cNvSpPr>
            <a:spLocks noGrp="1"/>
          </p:cNvSpPr>
          <p:nvPr>
            <p:ph idx="1"/>
          </p:nvPr>
        </p:nvSpPr>
        <p:spPr>
          <a:xfrm>
            <a:off x="847724" y="1847850"/>
            <a:ext cx="10506075" cy="4591049"/>
          </a:xfrm>
        </p:spPr>
        <p:txBody>
          <a:bodyPr>
            <a:noAutofit/>
          </a:bodyPr>
          <a:lstStyle/>
          <a:p>
            <a:r>
              <a:rPr lang="en-GB" sz="2100">
                <a:latin typeface="Calibri" panose="020F0502020204030204" pitchFamily="34" charset="0"/>
                <a:ea typeface="Calibri" panose="020F0502020204030204" pitchFamily="34" charset="0"/>
              </a:rPr>
              <a:t>Primarily methodological analyses focussed on longitudinal stability.</a:t>
            </a:r>
          </a:p>
          <a:p>
            <a:endParaRPr lang="en-GB" sz="2100">
              <a:latin typeface="Calibri" panose="020F0502020204030204" pitchFamily="34" charset="0"/>
              <a:ea typeface="Calibri" panose="020F0502020204030204" pitchFamily="34" charset="0"/>
            </a:endParaRPr>
          </a:p>
          <a:p>
            <a:r>
              <a:rPr lang="en-GB" sz="2100">
                <a:latin typeface="Calibri" panose="020F0502020204030204" pitchFamily="34" charset="0"/>
                <a:ea typeface="Calibri" panose="020F0502020204030204" pitchFamily="34" charset="0"/>
              </a:rPr>
              <a:t>Analysed f</a:t>
            </a:r>
            <a:r>
              <a:rPr lang="en-GB" sz="2100">
                <a:effectLst/>
                <a:latin typeface="Calibri" panose="020F0502020204030204" pitchFamily="34" charset="0"/>
                <a:ea typeface="Calibri" panose="020F0502020204030204" pitchFamily="34" charset="0"/>
              </a:rPr>
              <a:t>irst as independent variables, and second as dependent variables.</a:t>
            </a:r>
          </a:p>
          <a:p>
            <a:endParaRPr lang="en-GB" sz="2100"/>
          </a:p>
        </p:txBody>
      </p:sp>
      <p:sp>
        <p:nvSpPr>
          <p:cNvPr id="4" name="Slide Number Placeholder 3">
            <a:extLst>
              <a:ext uri="{FF2B5EF4-FFF2-40B4-BE49-F238E27FC236}">
                <a16:creationId xmlns:a16="http://schemas.microsoft.com/office/drawing/2014/main" id="{33185B22-09EE-D884-006B-1B485150FEBD}"/>
              </a:ext>
            </a:extLst>
          </p:cNvPr>
          <p:cNvSpPr>
            <a:spLocks noGrp="1"/>
          </p:cNvSpPr>
          <p:nvPr>
            <p:ph type="sldNum" sz="quarter" idx="12"/>
          </p:nvPr>
        </p:nvSpPr>
        <p:spPr>
          <a:xfrm>
            <a:off x="9101553" y="6375400"/>
            <a:ext cx="2743200" cy="365125"/>
          </a:xfrm>
        </p:spPr>
        <p:txBody>
          <a:bodyPr/>
          <a:lstStyle/>
          <a:p>
            <a:fld id="{F120EC50-82ED-45BA-9B48-47FD87D12700}" type="slidenum">
              <a:rPr lang="en-GB" smtClean="0"/>
              <a:pPr/>
              <a:t>24</a:t>
            </a:fld>
            <a:endParaRPr lang="en-GB"/>
          </a:p>
        </p:txBody>
      </p:sp>
    </p:spTree>
    <p:extLst>
      <p:ext uri="{BB962C8B-B14F-4D97-AF65-F5344CB8AC3E}">
        <p14:creationId xmlns:p14="http://schemas.microsoft.com/office/powerpoint/2010/main" val="5520120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6D48-8A53-8AAB-90B9-949E84CE2AF0}"/>
              </a:ext>
            </a:extLst>
          </p:cNvPr>
          <p:cNvSpPr>
            <a:spLocks noGrp="1"/>
          </p:cNvSpPr>
          <p:nvPr>
            <p:ph type="title"/>
          </p:nvPr>
        </p:nvSpPr>
        <p:spPr>
          <a:xfrm>
            <a:off x="838200" y="546100"/>
            <a:ext cx="10515600" cy="987425"/>
          </a:xfrm>
        </p:spPr>
        <p:txBody>
          <a:bodyPr>
            <a:normAutofit fontScale="90000"/>
          </a:bodyPr>
          <a:lstStyle/>
          <a:p>
            <a:pPr algn="ctr"/>
            <a:r>
              <a:rPr lang="en-US"/>
              <a:t>Longitudinal role of executive functions and </a:t>
            </a:r>
            <a:r>
              <a:rPr lang="en-US" err="1"/>
              <a:t>rs</a:t>
            </a:r>
            <a:r>
              <a:rPr lang="en-US"/>
              <a:t>-EEG</a:t>
            </a:r>
            <a:endParaRPr lang="en-GB"/>
          </a:p>
        </p:txBody>
      </p:sp>
      <p:sp>
        <p:nvSpPr>
          <p:cNvPr id="3" name="Content Placeholder 2">
            <a:extLst>
              <a:ext uri="{FF2B5EF4-FFF2-40B4-BE49-F238E27FC236}">
                <a16:creationId xmlns:a16="http://schemas.microsoft.com/office/drawing/2014/main" id="{C42177E8-8018-3082-34F1-C87A5A0869DE}"/>
              </a:ext>
            </a:extLst>
          </p:cNvPr>
          <p:cNvSpPr>
            <a:spLocks noGrp="1"/>
          </p:cNvSpPr>
          <p:nvPr>
            <p:ph idx="1"/>
          </p:nvPr>
        </p:nvSpPr>
        <p:spPr>
          <a:xfrm>
            <a:off x="838200" y="1714499"/>
            <a:ext cx="10515600" cy="4752975"/>
          </a:xfrm>
        </p:spPr>
        <p:txBody>
          <a:bodyPr>
            <a:noAutofit/>
          </a:bodyPr>
          <a:lstStyle/>
          <a:p>
            <a:pPr marL="0" indent="0">
              <a:buNone/>
            </a:pPr>
            <a:endParaRPr lang="en-GB" sz="2100" dirty="0">
              <a:effectLst/>
              <a:latin typeface="Calibri" panose="020F0502020204030204" pitchFamily="34" charset="0"/>
              <a:ea typeface="Calibri" panose="020F0502020204030204" pitchFamily="34" charset="0"/>
            </a:endParaRPr>
          </a:p>
          <a:p>
            <a:r>
              <a:rPr lang="en-GB" sz="2100" b="1" dirty="0">
                <a:effectLst/>
                <a:latin typeface="Calibri" panose="020F0502020204030204" pitchFamily="34" charset="0"/>
                <a:ea typeface="Calibri" panose="020F0502020204030204" pitchFamily="34" charset="0"/>
              </a:rPr>
              <a:t>Independent-variable analysis: </a:t>
            </a:r>
            <a:r>
              <a:rPr lang="en-GB" sz="2100" b="1" dirty="0">
                <a:effectLst/>
                <a:highlight>
                  <a:srgbClr val="FFFF00"/>
                </a:highlight>
                <a:latin typeface="Calibri" panose="020F0502020204030204" pitchFamily="34" charset="0"/>
                <a:ea typeface="Calibri" panose="020F0502020204030204" pitchFamily="34" charset="0"/>
              </a:rPr>
              <a:t>longitudinal stability</a:t>
            </a:r>
            <a:r>
              <a:rPr lang="en-GB" sz="2100" b="1" dirty="0">
                <a:effectLst/>
                <a:latin typeface="Calibri" panose="020F0502020204030204" pitchFamily="34" charset="0"/>
                <a:ea typeface="Calibri" panose="020F0502020204030204" pitchFamily="34" charset="0"/>
              </a:rPr>
              <a:t> </a:t>
            </a:r>
            <a:r>
              <a:rPr lang="en-GB" sz="2100" dirty="0">
                <a:effectLst/>
                <a:latin typeface="Calibri" panose="020F0502020204030204" pitchFamily="34" charset="0"/>
                <a:ea typeface="Calibri" panose="020F0502020204030204" pitchFamily="34" charset="0"/>
              </a:rPr>
              <a:t>(i.e., test-retest reliability) of the variables </a:t>
            </a:r>
            <a:r>
              <a:rPr lang="da-DK" sz="2100" dirty="0">
                <a:effectLst/>
                <a:latin typeface="Calibri" panose="020F0502020204030204" pitchFamily="34" charset="0"/>
                <a:ea typeface="Calibri" panose="020F0502020204030204" pitchFamily="34" charset="0"/>
              </a:rPr>
              <a:t>(for similar </a:t>
            </a:r>
            <a:r>
              <a:rPr lang="da-DK" sz="2100" dirty="0">
                <a:latin typeface="Calibri" panose="020F0502020204030204" pitchFamily="34" charset="0"/>
                <a:ea typeface="Calibri" panose="020F0502020204030204" pitchFamily="34" charset="0"/>
              </a:rPr>
              <a:t>analyses, see </a:t>
            </a:r>
            <a:r>
              <a:rPr lang="en-GB" sz="2100" dirty="0" err="1">
                <a:solidFill>
                  <a:schemeClr val="tx1">
                    <a:lumMod val="50000"/>
                    <a:lumOff val="50000"/>
                  </a:schemeClr>
                </a:solidFill>
                <a:latin typeface="Calibri" panose="020F0502020204030204" pitchFamily="34" charset="0"/>
                <a:ea typeface="Calibri" panose="020F0502020204030204" pitchFamily="34" charset="0"/>
                <a:hlinkClick r:id="rId2">
                  <a:extLst>
                    <a:ext uri="{A12FA001-AC4F-418D-AE19-62706E023703}">
                      <ahyp:hlinkClr xmlns:ahyp="http://schemas.microsoft.com/office/drawing/2018/hyperlinkcolor" val="tx"/>
                    </a:ext>
                  </a:extLst>
                </a:hlinkClick>
              </a:rPr>
              <a:t>Fuhs</a:t>
            </a:r>
            <a:r>
              <a:rPr lang="en-GB" sz="2100" dirty="0">
                <a:solidFill>
                  <a:schemeClr val="tx1">
                    <a:lumMod val="50000"/>
                    <a:lumOff val="50000"/>
                  </a:schemeClr>
                </a:solidFill>
                <a:latin typeface="Calibri" panose="020F0502020204030204" pitchFamily="34" charset="0"/>
                <a:ea typeface="Calibri" panose="020F0502020204030204" pitchFamily="34" charset="0"/>
                <a:hlinkClick r:id="rId2">
                  <a:extLst>
                    <a:ext uri="{A12FA001-AC4F-418D-AE19-62706E023703}">
                      <ahyp:hlinkClr xmlns:ahyp="http://schemas.microsoft.com/office/drawing/2018/hyperlinkcolor" val="tx"/>
                    </a:ext>
                  </a:extLst>
                </a:hlinkClick>
              </a:rPr>
              <a:t> et al., 2014</a:t>
            </a:r>
            <a:r>
              <a:rPr lang="en-GB" sz="2100" dirty="0">
                <a:solidFill>
                  <a:schemeClr val="tx1">
                    <a:lumMod val="50000"/>
                    <a:lumOff val="50000"/>
                  </a:schemeClr>
                </a:solidFill>
                <a:latin typeface="Calibri" panose="020F0502020204030204" pitchFamily="34" charset="0"/>
                <a:ea typeface="Calibri" panose="020F0502020204030204" pitchFamily="34" charset="0"/>
              </a:rPr>
              <a:t>; </a:t>
            </a:r>
            <a:r>
              <a:rPr lang="en-GB" sz="2100" dirty="0">
                <a:solidFill>
                  <a:schemeClr val="tx1">
                    <a:lumMod val="50000"/>
                    <a:lumOff val="50000"/>
                  </a:schemeClr>
                </a:solidFill>
                <a:latin typeface="Calibri" panose="020F050202020403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Samuels et al., 2016</a:t>
            </a:r>
            <a:r>
              <a:rPr lang="en-GB" sz="2100" dirty="0">
                <a:solidFill>
                  <a:schemeClr val="tx1">
                    <a:lumMod val="50000"/>
                    <a:lumOff val="50000"/>
                  </a:schemeClr>
                </a:solidFill>
                <a:latin typeface="Calibri" panose="020F0502020204030204" pitchFamily="34" charset="0"/>
                <a:ea typeface="Calibri" panose="020F0502020204030204" pitchFamily="34" charset="0"/>
              </a:rPr>
              <a:t>; </a:t>
            </a:r>
            <a:r>
              <a:rPr lang="en-GB" sz="2100" dirty="0">
                <a:solidFill>
                  <a:schemeClr val="tx1">
                    <a:lumMod val="50000"/>
                    <a:lumOff val="50000"/>
                  </a:schemeClr>
                </a:solidFill>
                <a:latin typeface="Calibri" panose="020F0502020204030204" pitchFamily="34" charset="0"/>
                <a:ea typeface="Calibri" panose="020F0502020204030204" pitchFamily="34" charset="0"/>
                <a:hlinkClick r:id="rId4">
                  <a:extLst>
                    <a:ext uri="{A12FA001-AC4F-418D-AE19-62706E023703}">
                      <ahyp:hlinkClr xmlns:ahyp="http://schemas.microsoft.com/office/drawing/2018/hyperlinkcolor" val="tx"/>
                    </a:ext>
                  </a:extLst>
                </a:hlinkClick>
              </a:rPr>
              <a:t>Swanson, 2015</a:t>
            </a:r>
            <a:r>
              <a:rPr lang="en-GB" sz="2100" dirty="0">
                <a:latin typeface="Calibri" panose="020F0502020204030204" pitchFamily="34" charset="0"/>
                <a:ea typeface="Calibri" panose="020F0502020204030204" pitchFamily="34" charset="0"/>
              </a:rPr>
              <a:t>). </a:t>
            </a:r>
          </a:p>
          <a:p>
            <a:endParaRPr lang="en-GB" sz="2100" dirty="0">
              <a:effectLst/>
              <a:latin typeface="Calibri" panose="020F0502020204030204" pitchFamily="34" charset="0"/>
              <a:ea typeface="Calibri" panose="020F0502020204030204" pitchFamily="34" charset="0"/>
            </a:endParaRPr>
          </a:p>
          <a:p>
            <a:pPr lvl="1"/>
            <a:r>
              <a:rPr lang="en-GB" sz="2000" dirty="0">
                <a:effectLst/>
                <a:latin typeface="Calibri" panose="020F0502020204030204" pitchFamily="34" charset="0"/>
                <a:ea typeface="Calibri" panose="020F0502020204030204" pitchFamily="34" charset="0"/>
              </a:rPr>
              <a:t>First analysis: longitudinal stability of the executive functions and </a:t>
            </a:r>
            <a:r>
              <a:rPr lang="en-GB" sz="2000" dirty="0" err="1">
                <a:effectLst/>
                <a:latin typeface="Calibri" panose="020F0502020204030204" pitchFamily="34" charset="0"/>
                <a:ea typeface="Calibri" panose="020F0502020204030204" pitchFamily="34" charset="0"/>
              </a:rPr>
              <a:t>rs</a:t>
            </a:r>
            <a:r>
              <a:rPr lang="en-GB" sz="2000" dirty="0">
                <a:effectLst/>
                <a:latin typeface="Calibri" panose="020F0502020204030204" pitchFamily="34" charset="0"/>
                <a:ea typeface="Calibri" panose="020F0502020204030204" pitchFamily="34" charset="0"/>
              </a:rPr>
              <a:t>-EEG on their own.</a:t>
            </a:r>
          </a:p>
          <a:p>
            <a:pPr lvl="1"/>
            <a:endParaRPr lang="en-GB" sz="2000" dirty="0">
              <a:effectLst/>
              <a:latin typeface="Calibri" panose="020F0502020204030204" pitchFamily="34" charset="0"/>
              <a:ea typeface="Calibri" panose="020F0502020204030204" pitchFamily="34" charset="0"/>
            </a:endParaRPr>
          </a:p>
          <a:p>
            <a:pPr lvl="1"/>
            <a:r>
              <a:rPr lang="en-GB" sz="2000" dirty="0">
                <a:effectLst/>
                <a:latin typeface="Calibri" panose="020F0502020204030204" pitchFamily="34" charset="0"/>
                <a:ea typeface="Calibri" panose="020F0502020204030204" pitchFamily="34" charset="0"/>
              </a:rPr>
              <a:t>Second analysis: longitudinal stability of the executive functions and </a:t>
            </a:r>
            <a:r>
              <a:rPr lang="en-GB" sz="2000" dirty="0" err="1">
                <a:effectLst/>
                <a:latin typeface="Calibri" panose="020F0502020204030204" pitchFamily="34" charset="0"/>
                <a:ea typeface="Calibri" panose="020F0502020204030204" pitchFamily="34" charset="0"/>
              </a:rPr>
              <a:t>rs</a:t>
            </a:r>
            <a:r>
              <a:rPr lang="en-GB" sz="2000" dirty="0">
                <a:effectLst/>
                <a:latin typeface="Calibri" panose="020F0502020204030204" pitchFamily="34" charset="0"/>
                <a:ea typeface="Calibri" panose="020F0502020204030204" pitchFamily="34" charset="0"/>
              </a:rPr>
              <a:t>-EEG as predictors of language learning and m</a:t>
            </a:r>
            <a:r>
              <a:rPr lang="en-GB" sz="2000" dirty="0"/>
              <a:t>orphosyntactic</a:t>
            </a:r>
            <a:r>
              <a:rPr lang="en-GB" sz="2000" dirty="0">
                <a:effectLst/>
                <a:latin typeface="Calibri" panose="020F0502020204030204" pitchFamily="34" charset="0"/>
                <a:ea typeface="Calibri" panose="020F0502020204030204" pitchFamily="34" charset="0"/>
              </a:rPr>
              <a:t> transfer </a:t>
            </a:r>
            <a:r>
              <a:rPr lang="en-GB" sz="2000" i="1" dirty="0">
                <a:effectLst/>
                <a:latin typeface="Calibri" panose="020F0502020204030204" pitchFamily="34" charset="0"/>
                <a:ea typeface="Calibri" panose="020F0502020204030204" pitchFamily="34" charset="0"/>
              </a:rPr>
              <a:t>over time</a:t>
            </a:r>
            <a:r>
              <a:rPr lang="en-GB" sz="2000" dirty="0">
                <a:effectLst/>
                <a:latin typeface="Calibri" panose="020F0502020204030204" pitchFamily="34" charset="0"/>
                <a:ea typeface="Calibri" panose="020F0502020204030204" pitchFamily="34" charset="0"/>
              </a:rPr>
              <a:t>.</a:t>
            </a:r>
          </a:p>
          <a:p>
            <a:endParaRPr lang="en-GB" sz="2100" dirty="0"/>
          </a:p>
        </p:txBody>
      </p:sp>
      <p:sp>
        <p:nvSpPr>
          <p:cNvPr id="4" name="Slide Number Placeholder 3">
            <a:extLst>
              <a:ext uri="{FF2B5EF4-FFF2-40B4-BE49-F238E27FC236}">
                <a16:creationId xmlns:a16="http://schemas.microsoft.com/office/drawing/2014/main" id="{33185B22-09EE-D884-006B-1B485150FEBD}"/>
              </a:ext>
            </a:extLst>
          </p:cNvPr>
          <p:cNvSpPr>
            <a:spLocks noGrp="1"/>
          </p:cNvSpPr>
          <p:nvPr>
            <p:ph type="sldNum" sz="quarter" idx="12"/>
          </p:nvPr>
        </p:nvSpPr>
        <p:spPr>
          <a:xfrm>
            <a:off x="9101553" y="6375400"/>
            <a:ext cx="2743200" cy="365125"/>
          </a:xfrm>
        </p:spPr>
        <p:txBody>
          <a:bodyPr/>
          <a:lstStyle/>
          <a:p>
            <a:fld id="{F120EC50-82ED-45BA-9B48-47FD87D12700}" type="slidenum">
              <a:rPr lang="en-GB" smtClean="0"/>
              <a:pPr/>
              <a:t>25</a:t>
            </a:fld>
            <a:endParaRPr lang="en-GB"/>
          </a:p>
        </p:txBody>
      </p:sp>
    </p:spTree>
    <p:extLst>
      <p:ext uri="{BB962C8B-B14F-4D97-AF65-F5344CB8AC3E}">
        <p14:creationId xmlns:p14="http://schemas.microsoft.com/office/powerpoint/2010/main" val="21059901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6D48-8A53-8AAB-90B9-949E84CE2AF0}"/>
              </a:ext>
            </a:extLst>
          </p:cNvPr>
          <p:cNvSpPr>
            <a:spLocks noGrp="1"/>
          </p:cNvSpPr>
          <p:nvPr>
            <p:ph type="title"/>
          </p:nvPr>
        </p:nvSpPr>
        <p:spPr>
          <a:xfrm>
            <a:off x="838200" y="365125"/>
            <a:ext cx="10515600" cy="987425"/>
          </a:xfrm>
        </p:spPr>
        <p:txBody>
          <a:bodyPr>
            <a:normAutofit fontScale="90000"/>
          </a:bodyPr>
          <a:lstStyle/>
          <a:p>
            <a:pPr algn="ctr"/>
            <a:r>
              <a:rPr lang="en-US"/>
              <a:t>Longitudinal effects on </a:t>
            </a:r>
            <a:br>
              <a:rPr lang="en-US"/>
            </a:br>
            <a:r>
              <a:rPr lang="en-US"/>
              <a:t>executive functions and </a:t>
            </a:r>
            <a:r>
              <a:rPr lang="en-US" err="1"/>
              <a:t>rs</a:t>
            </a:r>
            <a:r>
              <a:rPr lang="en-US"/>
              <a:t>-EEG</a:t>
            </a:r>
            <a:endParaRPr lang="en-GB"/>
          </a:p>
        </p:txBody>
      </p:sp>
      <p:sp>
        <p:nvSpPr>
          <p:cNvPr id="3" name="Content Placeholder 2">
            <a:extLst>
              <a:ext uri="{FF2B5EF4-FFF2-40B4-BE49-F238E27FC236}">
                <a16:creationId xmlns:a16="http://schemas.microsoft.com/office/drawing/2014/main" id="{C42177E8-8018-3082-34F1-C87A5A0869DE}"/>
              </a:ext>
            </a:extLst>
          </p:cNvPr>
          <p:cNvSpPr>
            <a:spLocks noGrp="1"/>
          </p:cNvSpPr>
          <p:nvPr>
            <p:ph idx="1"/>
          </p:nvPr>
        </p:nvSpPr>
        <p:spPr>
          <a:xfrm>
            <a:off x="838200" y="1800225"/>
            <a:ext cx="10515600" cy="4486274"/>
          </a:xfrm>
        </p:spPr>
        <p:txBody>
          <a:bodyPr>
            <a:noAutofit/>
          </a:bodyPr>
          <a:lstStyle/>
          <a:p>
            <a:r>
              <a:rPr lang="en-GB" sz="2100" b="1" dirty="0">
                <a:effectLst/>
                <a:latin typeface="Calibri" panose="020F0502020204030204" pitchFamily="34" charset="0"/>
                <a:ea typeface="Calibri" panose="020F0502020204030204" pitchFamily="34" charset="0"/>
              </a:rPr>
              <a:t>Dependent-variable analysis: </a:t>
            </a:r>
            <a:r>
              <a:rPr lang="en-GB" sz="2100" dirty="0">
                <a:effectLst/>
                <a:highlight>
                  <a:srgbClr val="FFFF00"/>
                </a:highlight>
                <a:latin typeface="Calibri" panose="020F0502020204030204" pitchFamily="34" charset="0"/>
                <a:ea typeface="Calibri" panose="020F0502020204030204" pitchFamily="34" charset="0"/>
              </a:rPr>
              <a:t>whether any cognitive changes in each executive function (incl. </a:t>
            </a:r>
            <a:r>
              <a:rPr lang="en-GB" sz="2100" dirty="0" err="1">
                <a:effectLst/>
                <a:highlight>
                  <a:srgbClr val="FFFF00"/>
                </a:highlight>
                <a:latin typeface="Calibri" panose="020F0502020204030204" pitchFamily="34" charset="0"/>
                <a:ea typeface="Calibri" panose="020F0502020204030204" pitchFamily="34" charset="0"/>
              </a:rPr>
              <a:t>rs</a:t>
            </a:r>
            <a:r>
              <a:rPr lang="en-GB" sz="2100" dirty="0">
                <a:effectLst/>
                <a:highlight>
                  <a:srgbClr val="FFFF00"/>
                </a:highlight>
                <a:latin typeface="Calibri" panose="020F0502020204030204" pitchFamily="34" charset="0"/>
                <a:ea typeface="Calibri" panose="020F0502020204030204" pitchFamily="34" charset="0"/>
              </a:rPr>
              <a:t>-EEG) are consistent with the baseline role of each executive function (incl. </a:t>
            </a:r>
            <a:r>
              <a:rPr lang="en-GB" sz="2100" dirty="0" err="1">
                <a:effectLst/>
                <a:highlight>
                  <a:srgbClr val="FFFF00"/>
                </a:highlight>
                <a:latin typeface="Calibri" panose="020F0502020204030204" pitchFamily="34" charset="0"/>
                <a:ea typeface="Calibri" panose="020F0502020204030204" pitchFamily="34" charset="0"/>
              </a:rPr>
              <a:t>rs</a:t>
            </a:r>
            <a:r>
              <a:rPr lang="en-GB" sz="2100" dirty="0">
                <a:effectLst/>
                <a:highlight>
                  <a:srgbClr val="FFFF00"/>
                </a:highlight>
                <a:latin typeface="Calibri" panose="020F0502020204030204" pitchFamily="34" charset="0"/>
                <a:ea typeface="Calibri" panose="020F0502020204030204" pitchFamily="34" charset="0"/>
              </a:rPr>
              <a:t>-EEG)</a:t>
            </a:r>
            <a:r>
              <a:rPr lang="en-GB" sz="2100" dirty="0">
                <a:effectLst/>
                <a:latin typeface="Calibri" panose="020F0502020204030204" pitchFamily="34" charset="0"/>
                <a:ea typeface="Calibri" panose="020F0502020204030204" pitchFamily="34" charset="0"/>
              </a:rPr>
              <a:t>. </a:t>
            </a:r>
          </a:p>
          <a:p>
            <a:endParaRPr lang="en-GB" sz="2100" dirty="0">
              <a:effectLst/>
              <a:latin typeface="Calibri" panose="020F0502020204030204" pitchFamily="34" charset="0"/>
              <a:ea typeface="Calibri" panose="020F0502020204030204" pitchFamily="34" charset="0"/>
            </a:endParaRPr>
          </a:p>
          <a:p>
            <a:r>
              <a:rPr lang="en-GB" sz="2100" dirty="0">
                <a:effectLst/>
                <a:latin typeface="Calibri" panose="020F0502020204030204" pitchFamily="34" charset="0"/>
                <a:ea typeface="Calibri" panose="020F0502020204030204" pitchFamily="34" charset="0"/>
              </a:rPr>
              <a:t>Cognitive enhancements analysed relative to the effect of each executive function (incl. </a:t>
            </a:r>
            <a:r>
              <a:rPr lang="en-GB" sz="2100" dirty="0" err="1">
                <a:effectLst/>
                <a:latin typeface="Calibri" panose="020F0502020204030204" pitchFamily="34" charset="0"/>
                <a:ea typeface="Calibri" panose="020F0502020204030204" pitchFamily="34" charset="0"/>
              </a:rPr>
              <a:t>rs</a:t>
            </a:r>
            <a:r>
              <a:rPr lang="en-GB" sz="2100" dirty="0">
                <a:effectLst/>
                <a:latin typeface="Calibri" panose="020F0502020204030204" pitchFamily="34" charset="0"/>
                <a:ea typeface="Calibri" panose="020F0502020204030204" pitchFamily="34" charset="0"/>
              </a:rPr>
              <a:t>-EEG) as a predictor of language-learning performance following first exposure—i.e., in the first test on the artificial language. </a:t>
            </a:r>
          </a:p>
          <a:p>
            <a:endParaRPr lang="en-GB" sz="2100" dirty="0">
              <a:latin typeface="Calibri" panose="020F0502020204030204" pitchFamily="34" charset="0"/>
              <a:ea typeface="Calibri" panose="020F0502020204030204" pitchFamily="34" charset="0"/>
            </a:endParaRPr>
          </a:p>
          <a:p>
            <a:r>
              <a:rPr lang="en-GB" sz="2100" dirty="0">
                <a:latin typeface="Calibri" panose="020F0502020204030204" pitchFamily="34" charset="0"/>
                <a:ea typeface="Calibri" panose="020F0502020204030204" pitchFamily="34" charset="0"/>
              </a:rPr>
              <a:t>A</a:t>
            </a:r>
            <a:r>
              <a:rPr lang="en-GB" sz="2100" dirty="0">
                <a:effectLst/>
                <a:latin typeface="Calibri" panose="020F0502020204030204" pitchFamily="34" charset="0"/>
                <a:ea typeface="Calibri" panose="020F0502020204030204" pitchFamily="34" charset="0"/>
              </a:rPr>
              <a:t>nalysis intended to increase the methodological basis for the selection of measures to study training-induced cognitive enhancements (see </a:t>
            </a:r>
            <a:r>
              <a:rPr lang="en-GB" sz="2100" dirty="0">
                <a:solidFill>
                  <a:schemeClr val="tx1">
                    <a:lumMod val="50000"/>
                    <a:lumOff val="50000"/>
                  </a:schemeClr>
                </a:solidFill>
                <a:effectLst/>
                <a:latin typeface="Calibri" panose="020F0502020204030204" pitchFamily="34" charset="0"/>
                <a:ea typeface="Calibri" panose="020F0502020204030204" pitchFamily="34" charset="0"/>
                <a:hlinkClick r:id="rId2">
                  <a:extLst>
                    <a:ext uri="{A12FA001-AC4F-418D-AE19-62706E023703}">
                      <ahyp:hlinkClr xmlns:ahyp="http://schemas.microsoft.com/office/drawing/2018/hyperlinkcolor" val="tx"/>
                    </a:ext>
                  </a:extLst>
                </a:hlinkClick>
              </a:rPr>
              <a:t>Grossmann et al., 2023</a:t>
            </a:r>
            <a:r>
              <a:rPr lang="en-GB" sz="2100" dirty="0">
                <a:solidFill>
                  <a:schemeClr val="tx1">
                    <a:lumMod val="50000"/>
                    <a:lumOff val="50000"/>
                  </a:schemeClr>
                </a:solidFill>
                <a:effectLst/>
                <a:latin typeface="Calibri" panose="020F0502020204030204" pitchFamily="34" charset="0"/>
                <a:ea typeface="Calibri" panose="020F0502020204030204" pitchFamily="34" charset="0"/>
              </a:rPr>
              <a:t>; </a:t>
            </a:r>
            <a:r>
              <a:rPr lang="en-GB" sz="2100" dirty="0" err="1">
                <a:solidFill>
                  <a:schemeClr val="tx1">
                    <a:lumMod val="50000"/>
                    <a:lumOff val="50000"/>
                  </a:schemeClr>
                </a:solidFill>
                <a:effectLst/>
                <a:latin typeface="Calibri" panose="020F050202020403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Kliesch</a:t>
            </a:r>
            <a:r>
              <a:rPr lang="en-GB" sz="2100" dirty="0">
                <a:solidFill>
                  <a:schemeClr val="tx1">
                    <a:lumMod val="50000"/>
                    <a:lumOff val="50000"/>
                  </a:schemeClr>
                </a:solidFill>
                <a:effectLst/>
                <a:latin typeface="Calibri" panose="020F0502020204030204" pitchFamily="34" charset="0"/>
                <a:ea typeface="Calibri" panose="020F0502020204030204" pitchFamily="34" charset="0"/>
                <a:hlinkClick r:id="rId3">
                  <a:extLst>
                    <a:ext uri="{A12FA001-AC4F-418D-AE19-62706E023703}">
                      <ahyp:hlinkClr xmlns:ahyp="http://schemas.microsoft.com/office/drawing/2018/hyperlinkcolor" val="tx"/>
                    </a:ext>
                  </a:extLst>
                </a:hlinkClick>
              </a:rPr>
              <a:t> et al., 2022</a:t>
            </a:r>
            <a:r>
              <a:rPr lang="en-GB" sz="2100" dirty="0">
                <a:solidFill>
                  <a:schemeClr val="tx1">
                    <a:lumMod val="50000"/>
                    <a:lumOff val="50000"/>
                  </a:schemeClr>
                </a:solidFill>
                <a:effectLst/>
                <a:latin typeface="Calibri" panose="020F0502020204030204" pitchFamily="34" charset="0"/>
                <a:ea typeface="Calibri" panose="020F0502020204030204" pitchFamily="34" charset="0"/>
              </a:rPr>
              <a:t>; </a:t>
            </a:r>
            <a:r>
              <a:rPr lang="en-GB" sz="2100" dirty="0">
                <a:solidFill>
                  <a:schemeClr val="tx1">
                    <a:lumMod val="50000"/>
                    <a:lumOff val="50000"/>
                  </a:schemeClr>
                </a:solidFill>
                <a:effectLst/>
                <a:latin typeface="Calibri" panose="020F0502020204030204" pitchFamily="34" charset="0"/>
                <a:ea typeface="Calibri" panose="020F0502020204030204" pitchFamily="34" charset="0"/>
                <a:hlinkClick r:id="rId4">
                  <a:extLst>
                    <a:ext uri="{A12FA001-AC4F-418D-AE19-62706E023703}">
                      <ahyp:hlinkClr xmlns:ahyp="http://schemas.microsoft.com/office/drawing/2018/hyperlinkcolor" val="tx"/>
                    </a:ext>
                  </a:extLst>
                </a:hlinkClick>
              </a:rPr>
              <a:t>Meltzer et al., 2023</a:t>
            </a:r>
            <a:r>
              <a:rPr lang="en-GB" sz="2100" dirty="0">
                <a:effectLst/>
                <a:latin typeface="Calibri" panose="020F0502020204030204" pitchFamily="34" charset="0"/>
                <a:ea typeface="Calibri" panose="020F0502020204030204" pitchFamily="34" charset="0"/>
              </a:rPr>
              <a:t>). </a:t>
            </a:r>
          </a:p>
          <a:p>
            <a:endParaRPr lang="en-GB" sz="2100" dirty="0">
              <a:effectLst/>
              <a:latin typeface="Calibri" panose="020F0502020204030204" pitchFamily="34" charset="0"/>
              <a:ea typeface="Calibri" panose="020F0502020204030204" pitchFamily="34" charset="0"/>
            </a:endParaRPr>
          </a:p>
          <a:p>
            <a:r>
              <a:rPr lang="en-GB" sz="2100" dirty="0">
                <a:effectLst/>
                <a:latin typeface="Calibri" panose="020F0502020204030204" pitchFamily="34" charset="0"/>
                <a:ea typeface="Calibri" panose="020F0502020204030204" pitchFamily="34" charset="0"/>
              </a:rPr>
              <a:t>Pre-post effects not analysed in absolute terms due to </a:t>
            </a:r>
            <a:r>
              <a:rPr lang="en-GB" sz="2100" dirty="0">
                <a:latin typeface="Calibri" panose="020F0502020204030204" pitchFamily="34" charset="0"/>
                <a:ea typeface="Calibri" panose="020F0502020204030204" pitchFamily="34" charset="0"/>
              </a:rPr>
              <a:t>lack of </a:t>
            </a:r>
            <a:r>
              <a:rPr lang="en-GB" sz="2100" dirty="0">
                <a:effectLst/>
                <a:latin typeface="Calibri" panose="020F0502020204030204" pitchFamily="34" charset="0"/>
                <a:ea typeface="Calibri" panose="020F0502020204030204" pitchFamily="34" charset="0"/>
              </a:rPr>
              <a:t>control group (</a:t>
            </a:r>
            <a:r>
              <a:rPr lang="en-GB" sz="2100" dirty="0">
                <a:solidFill>
                  <a:schemeClr val="tx1">
                    <a:lumMod val="50000"/>
                    <a:lumOff val="50000"/>
                  </a:schemeClr>
                </a:solidFill>
                <a:effectLst/>
                <a:latin typeface="Calibri" panose="020F0502020204030204" pitchFamily="34" charset="0"/>
                <a:ea typeface="Calibri" panose="020F0502020204030204" pitchFamily="34" charset="0"/>
                <a:hlinkClick r:id="rId5">
                  <a:extLst>
                    <a:ext uri="{A12FA001-AC4F-418D-AE19-62706E023703}">
                      <ahyp:hlinkClr xmlns:ahyp="http://schemas.microsoft.com/office/drawing/2018/hyperlinkcolor" val="tx"/>
                    </a:ext>
                  </a:extLst>
                </a:hlinkClick>
              </a:rPr>
              <a:t>Sala &amp; </a:t>
            </a:r>
            <a:r>
              <a:rPr lang="en-GB" sz="2100" dirty="0" err="1">
                <a:solidFill>
                  <a:schemeClr val="tx1">
                    <a:lumMod val="50000"/>
                    <a:lumOff val="50000"/>
                  </a:schemeClr>
                </a:solidFill>
                <a:effectLst/>
                <a:latin typeface="Calibri" panose="020F0502020204030204" pitchFamily="34" charset="0"/>
                <a:ea typeface="Calibri" panose="020F0502020204030204" pitchFamily="34" charset="0"/>
                <a:hlinkClick r:id="rId5">
                  <a:extLst>
                    <a:ext uri="{A12FA001-AC4F-418D-AE19-62706E023703}">
                      <ahyp:hlinkClr xmlns:ahyp="http://schemas.microsoft.com/office/drawing/2018/hyperlinkcolor" val="tx"/>
                    </a:ext>
                  </a:extLst>
                </a:hlinkClick>
              </a:rPr>
              <a:t>Gobet</a:t>
            </a:r>
            <a:r>
              <a:rPr lang="en-GB" sz="2100" dirty="0">
                <a:solidFill>
                  <a:schemeClr val="tx1">
                    <a:lumMod val="50000"/>
                    <a:lumOff val="50000"/>
                  </a:schemeClr>
                </a:solidFill>
                <a:effectLst/>
                <a:latin typeface="Calibri" panose="020F0502020204030204" pitchFamily="34" charset="0"/>
                <a:ea typeface="Calibri" panose="020F0502020204030204" pitchFamily="34" charset="0"/>
                <a:hlinkClick r:id="rId5">
                  <a:extLst>
                    <a:ext uri="{A12FA001-AC4F-418D-AE19-62706E023703}">
                      <ahyp:hlinkClr xmlns:ahyp="http://schemas.microsoft.com/office/drawing/2018/hyperlinkcolor" val="tx"/>
                    </a:ext>
                  </a:extLst>
                </a:hlinkClick>
              </a:rPr>
              <a:t>, 2017</a:t>
            </a:r>
            <a:r>
              <a:rPr lang="en-GB" sz="2100" dirty="0">
                <a:effectLst/>
                <a:latin typeface="Calibri" panose="020F0502020204030204" pitchFamily="34" charset="0"/>
                <a:ea typeface="Calibri" panose="020F0502020204030204" pitchFamily="34" charset="0"/>
              </a:rPr>
              <a:t>). </a:t>
            </a:r>
          </a:p>
          <a:p>
            <a:endParaRPr lang="en-GB" sz="2100" dirty="0"/>
          </a:p>
        </p:txBody>
      </p:sp>
      <p:sp>
        <p:nvSpPr>
          <p:cNvPr id="4" name="Slide Number Placeholder 3">
            <a:extLst>
              <a:ext uri="{FF2B5EF4-FFF2-40B4-BE49-F238E27FC236}">
                <a16:creationId xmlns:a16="http://schemas.microsoft.com/office/drawing/2014/main" id="{33185B22-09EE-D884-006B-1B485150FEBD}"/>
              </a:ext>
            </a:extLst>
          </p:cNvPr>
          <p:cNvSpPr>
            <a:spLocks noGrp="1"/>
          </p:cNvSpPr>
          <p:nvPr>
            <p:ph type="sldNum" sz="quarter" idx="12"/>
          </p:nvPr>
        </p:nvSpPr>
        <p:spPr/>
        <p:txBody>
          <a:bodyPr/>
          <a:lstStyle/>
          <a:p>
            <a:fld id="{F120EC50-82ED-45BA-9B48-47FD87D12700}" type="slidenum">
              <a:rPr lang="en-GB" smtClean="0"/>
              <a:pPr/>
              <a:t>26</a:t>
            </a:fld>
            <a:endParaRPr lang="en-GB"/>
          </a:p>
        </p:txBody>
      </p:sp>
    </p:spTree>
    <p:extLst>
      <p:ext uri="{BB962C8B-B14F-4D97-AF65-F5344CB8AC3E}">
        <p14:creationId xmlns:p14="http://schemas.microsoft.com/office/powerpoint/2010/main" val="26133692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A5DE4-9000-802F-F422-0C8C1D33BF92}"/>
              </a:ext>
            </a:extLst>
          </p:cNvPr>
          <p:cNvSpPr>
            <a:spLocks noGrp="1"/>
          </p:cNvSpPr>
          <p:nvPr>
            <p:ph type="title"/>
          </p:nvPr>
        </p:nvSpPr>
        <p:spPr>
          <a:xfrm>
            <a:off x="838200" y="365125"/>
            <a:ext cx="10515600" cy="2844800"/>
          </a:xfrm>
        </p:spPr>
        <p:txBody>
          <a:bodyPr>
            <a:normAutofit/>
          </a:bodyPr>
          <a:lstStyle/>
          <a:p>
            <a:pPr algn="ctr"/>
            <a:r>
              <a:rPr lang="en-US" sz="5400" b="1"/>
              <a:t>Language learning: </a:t>
            </a:r>
            <a:br>
              <a:rPr lang="en-US"/>
            </a:br>
            <a:br>
              <a:rPr lang="en-US"/>
            </a:br>
            <a:r>
              <a:rPr lang="en-US"/>
              <a:t>Analyses and hypotheses</a:t>
            </a:r>
            <a:endParaRPr lang="en-GB"/>
          </a:p>
        </p:txBody>
      </p:sp>
      <p:sp>
        <p:nvSpPr>
          <p:cNvPr id="3" name="Content Placeholder 2">
            <a:extLst>
              <a:ext uri="{FF2B5EF4-FFF2-40B4-BE49-F238E27FC236}">
                <a16:creationId xmlns:a16="http://schemas.microsoft.com/office/drawing/2014/main" id="{D9C9D971-EEC7-8B7C-429B-F86F8BAB6ABD}"/>
              </a:ext>
            </a:extLst>
          </p:cNvPr>
          <p:cNvSpPr>
            <a:spLocks noGrp="1"/>
          </p:cNvSpPr>
          <p:nvPr>
            <p:ph idx="1"/>
          </p:nvPr>
        </p:nvSpPr>
        <p:spPr/>
        <p:txBody>
          <a:bodyPr/>
          <a:lstStyle/>
          <a:p>
            <a:endParaRPr lang="en-GB"/>
          </a:p>
        </p:txBody>
      </p:sp>
      <p:sp>
        <p:nvSpPr>
          <p:cNvPr id="4" name="Slide Number Placeholder 3">
            <a:extLst>
              <a:ext uri="{FF2B5EF4-FFF2-40B4-BE49-F238E27FC236}">
                <a16:creationId xmlns:a16="http://schemas.microsoft.com/office/drawing/2014/main" id="{C30C1D89-0471-309D-53BD-DB00487BFB32}"/>
              </a:ext>
            </a:extLst>
          </p:cNvPr>
          <p:cNvSpPr>
            <a:spLocks noGrp="1"/>
          </p:cNvSpPr>
          <p:nvPr>
            <p:ph type="sldNum" sz="quarter" idx="12"/>
          </p:nvPr>
        </p:nvSpPr>
        <p:spPr/>
        <p:txBody>
          <a:bodyPr/>
          <a:lstStyle/>
          <a:p>
            <a:fld id="{F120EC50-82ED-45BA-9B48-47FD87D12700}" type="slidenum">
              <a:rPr lang="en-GB" smtClean="0"/>
              <a:pPr/>
              <a:t>27</a:t>
            </a:fld>
            <a:endParaRPr lang="en-GB"/>
          </a:p>
        </p:txBody>
      </p:sp>
    </p:spTree>
    <p:extLst>
      <p:ext uri="{BB962C8B-B14F-4D97-AF65-F5344CB8AC3E}">
        <p14:creationId xmlns:p14="http://schemas.microsoft.com/office/powerpoint/2010/main" val="2441052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6D48-8A53-8AAB-90B9-949E84CE2AF0}"/>
              </a:ext>
            </a:extLst>
          </p:cNvPr>
          <p:cNvSpPr>
            <a:spLocks noGrp="1"/>
          </p:cNvSpPr>
          <p:nvPr>
            <p:ph type="title"/>
          </p:nvPr>
        </p:nvSpPr>
        <p:spPr>
          <a:xfrm>
            <a:off x="838200" y="365125"/>
            <a:ext cx="10515600" cy="987425"/>
          </a:xfrm>
        </p:spPr>
        <p:txBody>
          <a:bodyPr>
            <a:normAutofit/>
          </a:bodyPr>
          <a:lstStyle/>
          <a:p>
            <a:pPr algn="ctr"/>
            <a:r>
              <a:rPr lang="en-US"/>
              <a:t>Language learning</a:t>
            </a:r>
            <a:endParaRPr lang="en-GB"/>
          </a:p>
        </p:txBody>
      </p:sp>
      <p:sp>
        <p:nvSpPr>
          <p:cNvPr id="3" name="Content Placeholder 2">
            <a:extLst>
              <a:ext uri="{FF2B5EF4-FFF2-40B4-BE49-F238E27FC236}">
                <a16:creationId xmlns:a16="http://schemas.microsoft.com/office/drawing/2014/main" id="{C42177E8-8018-3082-34F1-C87A5A0869DE}"/>
              </a:ext>
            </a:extLst>
          </p:cNvPr>
          <p:cNvSpPr>
            <a:spLocks noGrp="1"/>
          </p:cNvSpPr>
          <p:nvPr>
            <p:ph idx="1"/>
          </p:nvPr>
        </p:nvSpPr>
        <p:spPr>
          <a:xfrm>
            <a:off x="838200" y="1533524"/>
            <a:ext cx="10515600" cy="4752975"/>
          </a:xfrm>
        </p:spPr>
        <p:txBody>
          <a:bodyPr>
            <a:noAutofit/>
          </a:bodyPr>
          <a:lstStyle/>
          <a:p>
            <a:r>
              <a:rPr lang="en-US" sz="2100" dirty="0"/>
              <a:t>Hypothesis 1: greater executive functions </a:t>
            </a:r>
            <a:r>
              <a:rPr lang="en-GB" sz="2100" dirty="0">
                <a:effectLst/>
                <a:latin typeface="Calibri" panose="020F0502020204030204" pitchFamily="34" charset="0"/>
                <a:ea typeface="Calibri" panose="020F0502020204030204" pitchFamily="34" charset="0"/>
              </a:rPr>
              <a:t>(overall, incl. </a:t>
            </a:r>
            <a:r>
              <a:rPr lang="en-GB" sz="2100" dirty="0" err="1">
                <a:effectLst/>
                <a:latin typeface="Calibri" panose="020F0502020204030204" pitchFamily="34" charset="0"/>
                <a:ea typeface="Calibri" panose="020F0502020204030204" pitchFamily="34" charset="0"/>
              </a:rPr>
              <a:t>rs</a:t>
            </a:r>
            <a:r>
              <a:rPr lang="en-GB" sz="2100" dirty="0">
                <a:effectLst/>
                <a:latin typeface="Calibri" panose="020F0502020204030204" pitchFamily="34" charset="0"/>
                <a:ea typeface="Calibri" panose="020F0502020204030204" pitchFamily="34" charset="0"/>
              </a:rPr>
              <a:t>-EEG)</a:t>
            </a:r>
            <a:r>
              <a:rPr lang="en-US" sz="2100" dirty="0"/>
              <a:t> </a:t>
            </a:r>
            <a:r>
              <a:rPr lang="en-US" sz="2100" dirty="0">
                <a:sym typeface="Wingdings" panose="05000000000000000000" pitchFamily="2" charset="2"/>
              </a:rPr>
              <a:t> better language learning</a:t>
            </a:r>
          </a:p>
          <a:p>
            <a:endParaRPr lang="en-US" sz="2100" dirty="0">
              <a:sym typeface="Wingdings" panose="05000000000000000000" pitchFamily="2" charset="2"/>
            </a:endParaRPr>
          </a:p>
          <a:p>
            <a:r>
              <a:rPr lang="en-US" sz="2100" dirty="0">
                <a:sym typeface="Wingdings" panose="05000000000000000000" pitchFamily="2" charset="2"/>
              </a:rPr>
              <a:t>Exploratory analysis: relative importance of the four executive function measures</a:t>
            </a:r>
          </a:p>
          <a:p>
            <a:endParaRPr lang="en-US" sz="100" dirty="0">
              <a:sym typeface="Wingdings" panose="05000000000000000000" pitchFamily="2" charset="2"/>
            </a:endParaRPr>
          </a:p>
          <a:p>
            <a:pPr lvl="1"/>
            <a:r>
              <a:rPr lang="en-US" sz="1800" dirty="0">
                <a:sym typeface="Wingdings" panose="05000000000000000000" pitchFamily="2" charset="2"/>
              </a:rPr>
              <a:t>Hypotheses to be set a priori where possible</a:t>
            </a:r>
            <a:endParaRPr lang="en-US" sz="1700" dirty="0"/>
          </a:p>
          <a:p>
            <a:endParaRPr lang="en-US" sz="2100" dirty="0"/>
          </a:p>
          <a:p>
            <a:r>
              <a:rPr lang="en-US" sz="2100" dirty="0"/>
              <a:t>Hypothesis 2: greater executive functions </a:t>
            </a:r>
            <a:r>
              <a:rPr lang="en-GB" sz="2100" dirty="0">
                <a:effectLst/>
                <a:latin typeface="Calibri" panose="020F0502020204030204" pitchFamily="34" charset="0"/>
                <a:ea typeface="Calibri" panose="020F0502020204030204" pitchFamily="34" charset="0"/>
              </a:rPr>
              <a:t>(overall, incl. </a:t>
            </a:r>
            <a:r>
              <a:rPr lang="en-GB" sz="2100" dirty="0" err="1">
                <a:effectLst/>
                <a:latin typeface="Calibri" panose="020F0502020204030204" pitchFamily="34" charset="0"/>
                <a:ea typeface="Calibri" panose="020F0502020204030204" pitchFamily="34" charset="0"/>
              </a:rPr>
              <a:t>rs</a:t>
            </a:r>
            <a:r>
              <a:rPr lang="en-GB" sz="2100" dirty="0">
                <a:effectLst/>
                <a:latin typeface="Calibri" panose="020F0502020204030204" pitchFamily="34" charset="0"/>
                <a:ea typeface="Calibri" panose="020F0502020204030204" pitchFamily="34" charset="0"/>
              </a:rPr>
              <a:t>-EEG)</a:t>
            </a:r>
            <a:r>
              <a:rPr lang="en-US" sz="2100" dirty="0"/>
              <a:t> </a:t>
            </a:r>
            <a:r>
              <a:rPr lang="en-US" sz="2100" dirty="0">
                <a:sym typeface="Wingdings" panose="05000000000000000000" pitchFamily="2" charset="2"/>
              </a:rPr>
              <a:t> greater longitudinal improvements in language learning due to better accumulation of knowledge</a:t>
            </a:r>
          </a:p>
          <a:p>
            <a:endParaRPr lang="en-US" sz="2100" dirty="0"/>
          </a:p>
          <a:p>
            <a:r>
              <a:rPr lang="en-US" sz="2100" dirty="0"/>
              <a:t>Hypothesis 3: longitudinal retests in the grammatical properties </a:t>
            </a:r>
            <a:r>
              <a:rPr lang="en-US" sz="2100" dirty="0">
                <a:sym typeface="Wingdings" panose="05000000000000000000" pitchFamily="2" charset="2"/>
              </a:rPr>
              <a:t> better language learning</a:t>
            </a:r>
            <a:endParaRPr lang="en-US" sz="2100" dirty="0"/>
          </a:p>
          <a:p>
            <a:endParaRPr lang="en-GB" sz="2100" dirty="0"/>
          </a:p>
        </p:txBody>
      </p:sp>
      <p:sp>
        <p:nvSpPr>
          <p:cNvPr id="4" name="Slide Number Placeholder 3">
            <a:extLst>
              <a:ext uri="{FF2B5EF4-FFF2-40B4-BE49-F238E27FC236}">
                <a16:creationId xmlns:a16="http://schemas.microsoft.com/office/drawing/2014/main" id="{33185B22-09EE-D884-006B-1B485150FEBD}"/>
              </a:ext>
            </a:extLst>
          </p:cNvPr>
          <p:cNvSpPr>
            <a:spLocks noGrp="1"/>
          </p:cNvSpPr>
          <p:nvPr>
            <p:ph type="sldNum" sz="quarter" idx="12"/>
          </p:nvPr>
        </p:nvSpPr>
        <p:spPr/>
        <p:txBody>
          <a:bodyPr/>
          <a:lstStyle/>
          <a:p>
            <a:fld id="{F120EC50-82ED-45BA-9B48-47FD87D12700}" type="slidenum">
              <a:rPr lang="en-GB" smtClean="0"/>
              <a:pPr/>
              <a:t>28</a:t>
            </a:fld>
            <a:endParaRPr lang="en-GB"/>
          </a:p>
        </p:txBody>
      </p:sp>
    </p:spTree>
    <p:extLst>
      <p:ext uri="{BB962C8B-B14F-4D97-AF65-F5344CB8AC3E}">
        <p14:creationId xmlns:p14="http://schemas.microsoft.com/office/powerpoint/2010/main" val="15555092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A5DE4-9000-802F-F422-0C8C1D33BF92}"/>
              </a:ext>
            </a:extLst>
          </p:cNvPr>
          <p:cNvSpPr>
            <a:spLocks noGrp="1"/>
          </p:cNvSpPr>
          <p:nvPr>
            <p:ph type="title"/>
          </p:nvPr>
        </p:nvSpPr>
        <p:spPr>
          <a:xfrm>
            <a:off x="838200" y="365125"/>
            <a:ext cx="10515600" cy="2844800"/>
          </a:xfrm>
        </p:spPr>
        <p:txBody>
          <a:bodyPr>
            <a:normAutofit/>
          </a:bodyPr>
          <a:lstStyle/>
          <a:p>
            <a:pPr algn="ctr"/>
            <a:r>
              <a:rPr lang="en-GB" sz="5400" b="1" dirty="0"/>
              <a:t>Morphosyntactic</a:t>
            </a:r>
            <a:r>
              <a:rPr lang="en-US" sz="5400" b="1" dirty="0"/>
              <a:t> transfer: </a:t>
            </a:r>
            <a:br>
              <a:rPr lang="en-US" sz="5400" b="1" dirty="0"/>
            </a:br>
            <a:br>
              <a:rPr lang="en-US" dirty="0"/>
            </a:br>
            <a:r>
              <a:rPr lang="en-US" dirty="0"/>
              <a:t>Analyses and hypotheses</a:t>
            </a:r>
            <a:endParaRPr lang="en-GB" dirty="0"/>
          </a:p>
        </p:txBody>
      </p:sp>
      <p:sp>
        <p:nvSpPr>
          <p:cNvPr id="3" name="Content Placeholder 2">
            <a:extLst>
              <a:ext uri="{FF2B5EF4-FFF2-40B4-BE49-F238E27FC236}">
                <a16:creationId xmlns:a16="http://schemas.microsoft.com/office/drawing/2014/main" id="{D9C9D971-EEC7-8B7C-429B-F86F8BAB6ABD}"/>
              </a:ext>
            </a:extLst>
          </p:cNvPr>
          <p:cNvSpPr>
            <a:spLocks noGrp="1"/>
          </p:cNvSpPr>
          <p:nvPr>
            <p:ph idx="1"/>
          </p:nvPr>
        </p:nvSpPr>
        <p:spPr/>
        <p:txBody>
          <a:bodyPr/>
          <a:lstStyle/>
          <a:p>
            <a:endParaRPr lang="en-GB"/>
          </a:p>
        </p:txBody>
      </p:sp>
      <p:sp>
        <p:nvSpPr>
          <p:cNvPr id="4" name="Slide Number Placeholder 3">
            <a:extLst>
              <a:ext uri="{FF2B5EF4-FFF2-40B4-BE49-F238E27FC236}">
                <a16:creationId xmlns:a16="http://schemas.microsoft.com/office/drawing/2014/main" id="{C30C1D89-0471-309D-53BD-DB00487BFB32}"/>
              </a:ext>
            </a:extLst>
          </p:cNvPr>
          <p:cNvSpPr>
            <a:spLocks noGrp="1"/>
          </p:cNvSpPr>
          <p:nvPr>
            <p:ph type="sldNum" sz="quarter" idx="12"/>
          </p:nvPr>
        </p:nvSpPr>
        <p:spPr/>
        <p:txBody>
          <a:bodyPr/>
          <a:lstStyle/>
          <a:p>
            <a:fld id="{F120EC50-82ED-45BA-9B48-47FD87D12700}" type="slidenum">
              <a:rPr lang="en-GB" smtClean="0"/>
              <a:pPr/>
              <a:t>29</a:t>
            </a:fld>
            <a:endParaRPr lang="en-GB"/>
          </a:p>
        </p:txBody>
      </p:sp>
    </p:spTree>
    <p:extLst>
      <p:ext uri="{BB962C8B-B14F-4D97-AF65-F5344CB8AC3E}">
        <p14:creationId xmlns:p14="http://schemas.microsoft.com/office/powerpoint/2010/main" val="39232252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22F362-A678-5793-BEBD-A751B0205B66}"/>
              </a:ext>
            </a:extLst>
          </p:cNvPr>
          <p:cNvSpPr>
            <a:spLocks noGrp="1"/>
          </p:cNvSpPr>
          <p:nvPr>
            <p:ph type="sldNum" sz="quarter" idx="12"/>
          </p:nvPr>
        </p:nvSpPr>
        <p:spPr/>
        <p:txBody>
          <a:bodyPr/>
          <a:lstStyle/>
          <a:p>
            <a:fld id="{F120EC50-82ED-45BA-9B48-47FD87D12700}" type="slidenum">
              <a:rPr lang="en-GB" smtClean="0"/>
              <a:t>30</a:t>
            </a:fld>
            <a:endParaRPr lang="en-GB"/>
          </a:p>
        </p:txBody>
      </p:sp>
      <p:sp>
        <p:nvSpPr>
          <p:cNvPr id="2" name="TextBox 1">
            <a:extLst>
              <a:ext uri="{FF2B5EF4-FFF2-40B4-BE49-F238E27FC236}">
                <a16:creationId xmlns:a16="http://schemas.microsoft.com/office/drawing/2014/main" id="{242F1163-4CAB-71E7-D359-47F0D2CA1A12}"/>
              </a:ext>
            </a:extLst>
          </p:cNvPr>
          <p:cNvSpPr txBox="1"/>
          <p:nvPr/>
        </p:nvSpPr>
        <p:spPr>
          <a:xfrm>
            <a:off x="838198" y="504825"/>
            <a:ext cx="10515603" cy="1906676"/>
          </a:xfrm>
          <a:prstGeom prst="rect">
            <a:avLst/>
          </a:prstGeom>
          <a:noFill/>
        </p:spPr>
        <p:txBody>
          <a:bodyPr wrap="square" rtlCol="0">
            <a:spAutoFit/>
          </a:bodyPr>
          <a:lstStyle/>
          <a:p>
            <a:pPr lvl="1"/>
            <a:r>
              <a:rPr lang="en-US" sz="2800" b="1" err="1"/>
              <a:t>Standardised</a:t>
            </a:r>
            <a:r>
              <a:rPr lang="en-US" sz="2800" b="1"/>
              <a:t> numeric predictions</a:t>
            </a:r>
          </a:p>
          <a:p>
            <a:pPr lvl="1" algn="ctr"/>
            <a:endParaRPr lang="en-US" sz="300" b="1"/>
          </a:p>
          <a:p>
            <a:pPr marL="1085850" lvl="1" indent="-342900">
              <a:lnSpc>
                <a:spcPct val="150000"/>
              </a:lnSpc>
              <a:buFont typeface="Arial" panose="020B0604020202020204" pitchFamily="34" charset="0"/>
              <a:buChar char="•"/>
            </a:pPr>
            <a:r>
              <a:rPr lang="en-US" sz="2000"/>
              <a:t>Effect sizes </a:t>
            </a:r>
            <a:r>
              <a:rPr lang="en-US" sz="2000" err="1"/>
              <a:t>standardised</a:t>
            </a:r>
            <a:r>
              <a:rPr lang="en-US" sz="2000"/>
              <a:t> between 0 and 10</a:t>
            </a:r>
          </a:p>
          <a:p>
            <a:pPr marL="1085850" lvl="1" indent="-342900">
              <a:lnSpc>
                <a:spcPct val="150000"/>
              </a:lnSpc>
              <a:buFont typeface="Arial" panose="020B0604020202020204" pitchFamily="34" charset="0"/>
              <a:buChar char="•"/>
            </a:pPr>
            <a:r>
              <a:rPr lang="en-US" sz="2000" err="1"/>
              <a:t>Visualisation</a:t>
            </a:r>
            <a:r>
              <a:rPr lang="en-US" sz="2000"/>
              <a:t> of numerous comparisons across conditions and models</a:t>
            </a:r>
          </a:p>
          <a:p>
            <a:pPr marL="1085850" lvl="1" indent="-342900">
              <a:lnSpc>
                <a:spcPct val="150000"/>
              </a:lnSpc>
              <a:buFont typeface="Arial" panose="020B0604020202020204" pitchFamily="34" charset="0"/>
              <a:buChar char="•"/>
            </a:pPr>
            <a:r>
              <a:rPr lang="en-US" sz="2000"/>
              <a:t>Pave the way towards computational models with numeric predictions</a:t>
            </a:r>
            <a:endParaRPr lang="en-GB" sz="3000" b="1">
              <a:solidFill>
                <a:schemeClr val="accent1">
                  <a:lumMod val="50000"/>
                </a:schemeClr>
              </a:solidFill>
            </a:endParaRPr>
          </a:p>
        </p:txBody>
      </p:sp>
    </p:spTree>
    <p:extLst>
      <p:ext uri="{BB962C8B-B14F-4D97-AF65-F5344CB8AC3E}">
        <p14:creationId xmlns:p14="http://schemas.microsoft.com/office/powerpoint/2010/main" val="42331967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DB3D08E4-B8A9-7BC6-875E-662A5FE57867}"/>
              </a:ext>
            </a:extLst>
          </p:cNvPr>
          <p:cNvGraphicFramePr>
            <a:graphicFrameLocks noGrp="1"/>
          </p:cNvGraphicFramePr>
          <p:nvPr>
            <p:ph idx="1"/>
            <p:extLst>
              <p:ext uri="{D42A27DB-BD31-4B8C-83A1-F6EECF244321}">
                <p14:modId xmlns:p14="http://schemas.microsoft.com/office/powerpoint/2010/main" val="2745392626"/>
              </p:ext>
            </p:extLst>
          </p:nvPr>
        </p:nvGraphicFramePr>
        <p:xfrm>
          <a:off x="838200" y="3275742"/>
          <a:ext cx="10515600" cy="2966720"/>
        </p:xfrm>
        <a:graphic>
          <a:graphicData uri="http://schemas.openxmlformats.org/drawingml/2006/table">
            <a:tbl>
              <a:tblPr firstRow="1" bandRow="1">
                <a:tableStyleId>{7DF18680-E054-41AD-8BC1-D1AEF772440D}</a:tableStyleId>
              </a:tblPr>
              <a:tblGrid>
                <a:gridCol w="1752600">
                  <a:extLst>
                    <a:ext uri="{9D8B030D-6E8A-4147-A177-3AD203B41FA5}">
                      <a16:colId xmlns:a16="http://schemas.microsoft.com/office/drawing/2014/main" val="3753659928"/>
                    </a:ext>
                  </a:extLst>
                </a:gridCol>
                <a:gridCol w="1752600">
                  <a:extLst>
                    <a:ext uri="{9D8B030D-6E8A-4147-A177-3AD203B41FA5}">
                      <a16:colId xmlns:a16="http://schemas.microsoft.com/office/drawing/2014/main" val="2954937824"/>
                    </a:ext>
                  </a:extLst>
                </a:gridCol>
                <a:gridCol w="1752600">
                  <a:extLst>
                    <a:ext uri="{9D8B030D-6E8A-4147-A177-3AD203B41FA5}">
                      <a16:colId xmlns:a16="http://schemas.microsoft.com/office/drawing/2014/main" val="2444163940"/>
                    </a:ext>
                  </a:extLst>
                </a:gridCol>
                <a:gridCol w="1752600">
                  <a:extLst>
                    <a:ext uri="{9D8B030D-6E8A-4147-A177-3AD203B41FA5}">
                      <a16:colId xmlns:a16="http://schemas.microsoft.com/office/drawing/2014/main" val="4130901779"/>
                    </a:ext>
                  </a:extLst>
                </a:gridCol>
                <a:gridCol w="1752600">
                  <a:extLst>
                    <a:ext uri="{9D8B030D-6E8A-4147-A177-3AD203B41FA5}">
                      <a16:colId xmlns:a16="http://schemas.microsoft.com/office/drawing/2014/main" val="368359719"/>
                    </a:ext>
                  </a:extLst>
                </a:gridCol>
                <a:gridCol w="1752600">
                  <a:extLst>
                    <a:ext uri="{9D8B030D-6E8A-4147-A177-3AD203B41FA5}">
                      <a16:colId xmlns:a16="http://schemas.microsoft.com/office/drawing/2014/main" val="1257627157"/>
                    </a:ext>
                  </a:extLst>
                </a:gridCol>
              </a:tblGrid>
              <a:tr h="370840">
                <a:tc>
                  <a:txBody>
                    <a:bodyPr/>
                    <a:lstStyle/>
                    <a:p>
                      <a:pPr algn="ctr"/>
                      <a:r>
                        <a:rPr lang="en-US"/>
                        <a:t>Property</a:t>
                      </a:r>
                      <a:endParaRPr lang="en-GB"/>
                    </a:p>
                  </a:txBody>
                  <a:tcPr/>
                </a:tc>
                <a:tc>
                  <a:txBody>
                    <a:bodyPr/>
                    <a:lstStyle/>
                    <a:p>
                      <a:pPr algn="ctr"/>
                      <a:r>
                        <a:rPr lang="en-US"/>
                        <a:t>Artificial lang.</a:t>
                      </a:r>
                      <a:endParaRPr lang="en-GB"/>
                    </a:p>
                  </a:txBody>
                  <a:tcPr/>
                </a:tc>
                <a:tc>
                  <a:txBody>
                    <a:bodyPr/>
                    <a:lstStyle/>
                    <a:p>
                      <a:pPr algn="ctr"/>
                      <a:r>
                        <a:rPr lang="en-US"/>
                        <a:t>L2SFM</a:t>
                      </a:r>
                      <a:endParaRPr lang="en-GB"/>
                    </a:p>
                  </a:txBody>
                  <a:tcPr/>
                </a:tc>
                <a:tc>
                  <a:txBody>
                    <a:bodyPr/>
                    <a:lstStyle/>
                    <a:p>
                      <a:pPr algn="ctr"/>
                      <a:r>
                        <a:rPr lang="en-US"/>
                        <a:t>CEM</a:t>
                      </a:r>
                      <a:endParaRPr lang="en-GB"/>
                    </a:p>
                  </a:txBody>
                  <a:tcPr/>
                </a:tc>
                <a:tc>
                  <a:txBody>
                    <a:bodyPr/>
                    <a:lstStyle/>
                    <a:p>
                      <a:pPr algn="ctr"/>
                      <a:r>
                        <a:rPr lang="en-US"/>
                        <a:t>LPM</a:t>
                      </a:r>
                      <a:endParaRPr lang="en-GB"/>
                    </a:p>
                  </a:txBody>
                  <a:tcPr/>
                </a:tc>
                <a:tc>
                  <a:txBody>
                    <a:bodyPr/>
                    <a:lstStyle/>
                    <a:p>
                      <a:pPr algn="ctr"/>
                      <a:r>
                        <a:rPr lang="en-US"/>
                        <a:t>TPM</a:t>
                      </a:r>
                      <a:endParaRPr lang="en-GB"/>
                    </a:p>
                  </a:txBody>
                  <a:tcPr/>
                </a:tc>
                <a:extLst>
                  <a:ext uri="{0D108BD9-81ED-4DB2-BD59-A6C34878D82A}">
                    <a16:rowId xmlns:a16="http://schemas.microsoft.com/office/drawing/2014/main" val="456085223"/>
                  </a:ext>
                </a:extLst>
              </a:tr>
              <a:tr h="370840">
                <a:tc>
                  <a:txBody>
                    <a:bodyPr/>
                    <a:lstStyle/>
                    <a:p>
                      <a:endParaRPr lang="en-GB"/>
                    </a:p>
                  </a:txBody>
                  <a:tcPr/>
                </a:tc>
                <a:tc>
                  <a:txBody>
                    <a:bodyPr/>
                    <a:lstStyle/>
                    <a:p>
                      <a:endParaRPr lang="en-GB"/>
                    </a:p>
                  </a:txBody>
                  <a:tcPr/>
                </a:tc>
                <a:tc>
                  <a:txBody>
                    <a:bodyPr/>
                    <a:lstStyle/>
                    <a:p>
                      <a:pPr algn="ctr"/>
                      <a:r>
                        <a:rPr lang="en-US">
                          <a:solidFill>
                            <a:schemeClr val="bg1">
                              <a:lumMod val="85000"/>
                            </a:schemeClr>
                          </a:solidFill>
                        </a:rPr>
                        <a:t>L2 default</a:t>
                      </a:r>
                      <a:endParaRPr lang="en-GB">
                        <a:solidFill>
                          <a:schemeClr val="bg1">
                            <a:lumMod val="85000"/>
                          </a:schemeClr>
                        </a:solidFill>
                      </a:endParaRPr>
                    </a:p>
                  </a:txBody>
                  <a:tcPr>
                    <a:solidFill>
                      <a:schemeClr val="accent5">
                        <a:lumMod val="75000"/>
                      </a:schemeClr>
                    </a:solidFill>
                  </a:tcPr>
                </a:tc>
                <a:tc>
                  <a:txBody>
                    <a:bodyPr/>
                    <a:lstStyle/>
                    <a:p>
                      <a:pPr algn="ctr"/>
                      <a:r>
                        <a:rPr lang="en-US">
                          <a:solidFill>
                            <a:schemeClr val="bg1">
                              <a:lumMod val="85000"/>
                            </a:schemeClr>
                          </a:solidFill>
                        </a:rPr>
                        <a:t>prop. by prop.</a:t>
                      </a:r>
                      <a:endParaRPr lang="en-GB">
                        <a:solidFill>
                          <a:schemeClr val="bg1">
                            <a:lumMod val="85000"/>
                          </a:schemeClr>
                        </a:solidFill>
                      </a:endParaRPr>
                    </a:p>
                  </a:txBody>
                  <a:tcPr>
                    <a:solidFill>
                      <a:schemeClr val="accent5">
                        <a:lumMod val="75000"/>
                      </a:schemeClr>
                    </a:solidFill>
                  </a:tcPr>
                </a:tc>
                <a:tc>
                  <a:txBody>
                    <a:bodyPr/>
                    <a:lstStyle/>
                    <a:p>
                      <a:pPr algn="ctr"/>
                      <a:r>
                        <a:rPr lang="en-US">
                          <a:solidFill>
                            <a:schemeClr val="bg1">
                              <a:lumMod val="85000"/>
                            </a:schemeClr>
                          </a:solidFill>
                        </a:rPr>
                        <a:t>prop. by prop.</a:t>
                      </a:r>
                      <a:endParaRPr lang="en-GB">
                        <a:solidFill>
                          <a:schemeClr val="bg1">
                            <a:lumMod val="85000"/>
                          </a:schemeClr>
                        </a:solidFill>
                      </a:endParaRPr>
                    </a:p>
                  </a:txBody>
                  <a:tcPr>
                    <a:solidFill>
                      <a:schemeClr val="accent5">
                        <a:lumMod val="75000"/>
                      </a:schemeClr>
                    </a:solidFill>
                  </a:tcPr>
                </a:tc>
                <a:tc>
                  <a:txBody>
                    <a:bodyPr/>
                    <a:lstStyle/>
                    <a:p>
                      <a:pPr algn="ctr"/>
                      <a:r>
                        <a:rPr lang="en-US">
                          <a:solidFill>
                            <a:schemeClr val="bg1">
                              <a:lumMod val="85000"/>
                            </a:schemeClr>
                          </a:solidFill>
                        </a:rPr>
                        <a:t>full transfer</a:t>
                      </a:r>
                      <a:endParaRPr lang="en-GB">
                        <a:solidFill>
                          <a:schemeClr val="bg1">
                            <a:lumMod val="85000"/>
                          </a:schemeClr>
                        </a:solidFill>
                      </a:endParaRPr>
                    </a:p>
                  </a:txBody>
                  <a:tcPr>
                    <a:solidFill>
                      <a:schemeClr val="accent5">
                        <a:lumMod val="75000"/>
                      </a:schemeClr>
                    </a:solidFill>
                  </a:tcPr>
                </a:tc>
                <a:extLst>
                  <a:ext uri="{0D108BD9-81ED-4DB2-BD59-A6C34878D82A}">
                    <a16:rowId xmlns:a16="http://schemas.microsoft.com/office/drawing/2014/main" val="1069691092"/>
                  </a:ext>
                </a:extLst>
              </a:tr>
              <a:tr h="370840">
                <a:tc rowSpan="2">
                  <a:txBody>
                    <a:bodyPr/>
                    <a:lstStyle/>
                    <a:p>
                      <a:r>
                        <a:rPr lang="en-US"/>
                        <a:t>Gender agreement</a:t>
                      </a:r>
                      <a:endParaRPr lang="en-GB"/>
                    </a:p>
                  </a:txBody>
                  <a:tcPr/>
                </a:tc>
                <a:tc>
                  <a:txBody>
                    <a:bodyPr/>
                    <a:lstStyle/>
                    <a:p>
                      <a:r>
                        <a:rPr lang="en-US"/>
                        <a:t>Mini-Norwegian</a:t>
                      </a:r>
                      <a:endParaRPr lang="en-GB"/>
                    </a:p>
                  </a:txBody>
                  <a:tcPr/>
                </a:tc>
                <a:tc>
                  <a:txBody>
                    <a:bodyPr/>
                    <a:lstStyle/>
                    <a:p>
                      <a:pPr algn="ctr"/>
                      <a:r>
                        <a:rPr lang="en-US"/>
                        <a:t>0</a:t>
                      </a:r>
                      <a:endParaRPr lang="en-GB"/>
                    </a:p>
                  </a:txBody>
                  <a:tcPr/>
                </a:tc>
                <a:tc>
                  <a:txBody>
                    <a:bodyPr/>
                    <a:lstStyle/>
                    <a:p>
                      <a:pPr algn="ctr"/>
                      <a:r>
                        <a:rPr lang="en-GB"/>
                        <a:t>10</a:t>
                      </a:r>
                    </a:p>
                  </a:txBody>
                  <a:tcPr/>
                </a:tc>
                <a:tc>
                  <a:txBody>
                    <a:bodyPr/>
                    <a:lstStyle/>
                    <a:p>
                      <a:pPr algn="ctr"/>
                      <a:r>
                        <a:rPr lang="en-GB"/>
                        <a:t>5-10</a:t>
                      </a:r>
                    </a:p>
                  </a:txBody>
                  <a:tcPr/>
                </a:tc>
                <a:tc>
                  <a:txBody>
                    <a:bodyPr/>
                    <a:lstStyle/>
                    <a:p>
                      <a:pPr algn="ctr"/>
                      <a:r>
                        <a:rPr lang="en-GB"/>
                        <a:t>10</a:t>
                      </a:r>
                    </a:p>
                  </a:txBody>
                  <a:tcPr/>
                </a:tc>
                <a:extLst>
                  <a:ext uri="{0D108BD9-81ED-4DB2-BD59-A6C34878D82A}">
                    <a16:rowId xmlns:a16="http://schemas.microsoft.com/office/drawing/2014/main" val="208914580"/>
                  </a:ext>
                </a:extLst>
              </a:tr>
              <a:tr h="370840">
                <a:tc vMerge="1">
                  <a:txBody>
                    <a:bodyPr/>
                    <a:lstStyle/>
                    <a:p>
                      <a:endParaRPr lang="en-GB"/>
                    </a:p>
                  </a:txBody>
                  <a:tcPr/>
                </a:tc>
                <a:tc>
                  <a:txBody>
                    <a:bodyPr/>
                    <a:lstStyle/>
                    <a:p>
                      <a:r>
                        <a:rPr lang="en-US"/>
                        <a:t>Mini-English</a:t>
                      </a:r>
                      <a:endParaRPr lang="en-GB"/>
                    </a:p>
                  </a:txBody>
                  <a:tcPr/>
                </a:tc>
                <a:tc>
                  <a:txBody>
                    <a:bodyPr/>
                    <a:lstStyle/>
                    <a:p>
                      <a:pPr algn="ctr"/>
                      <a:r>
                        <a:rPr lang="en-GB"/>
                        <a:t>10</a:t>
                      </a:r>
                    </a:p>
                  </a:txBody>
                  <a:tcPr/>
                </a:tc>
                <a:tc>
                  <a:txBody>
                    <a:bodyPr/>
                    <a:lstStyle/>
                    <a:p>
                      <a:pPr algn="ctr"/>
                      <a:r>
                        <a:rPr lang="en-GB"/>
                        <a:t>10</a:t>
                      </a:r>
                    </a:p>
                  </a:txBody>
                  <a:tcPr/>
                </a:tc>
                <a:tc>
                  <a:txBody>
                    <a:bodyPr/>
                    <a:lstStyle/>
                    <a:p>
                      <a:pPr algn="ctr"/>
                      <a:r>
                        <a:rPr lang="en-GB"/>
                        <a:t>0-5</a:t>
                      </a:r>
                    </a:p>
                  </a:txBody>
                  <a:tcPr/>
                </a:tc>
                <a:tc>
                  <a:txBody>
                    <a:bodyPr/>
                    <a:lstStyle/>
                    <a:p>
                      <a:pPr algn="ctr"/>
                      <a:r>
                        <a:rPr lang="en-GB"/>
                        <a:t>0-2</a:t>
                      </a:r>
                    </a:p>
                  </a:txBody>
                  <a:tcPr/>
                </a:tc>
                <a:extLst>
                  <a:ext uri="{0D108BD9-81ED-4DB2-BD59-A6C34878D82A}">
                    <a16:rowId xmlns:a16="http://schemas.microsoft.com/office/drawing/2014/main" val="1526410031"/>
                  </a:ext>
                </a:extLst>
              </a:tr>
              <a:tr h="370840">
                <a:tc rowSpan="2">
                  <a:txBody>
                    <a:bodyPr/>
                    <a:lstStyle/>
                    <a:p>
                      <a:r>
                        <a:rPr lang="en-US"/>
                        <a:t>Differential object marking</a:t>
                      </a:r>
                      <a:endParaRPr lang="en-GB"/>
                    </a:p>
                  </a:txBody>
                  <a:tcPr/>
                </a:tc>
                <a:tc>
                  <a:txBody>
                    <a:bodyPr/>
                    <a:lstStyle/>
                    <a:p>
                      <a:r>
                        <a:rPr lang="en-US"/>
                        <a:t>Mini-Norwegian</a:t>
                      </a:r>
                      <a:endParaRPr lang="en-GB"/>
                    </a:p>
                  </a:txBody>
                  <a:tcPr/>
                </a:tc>
                <a:tc>
                  <a:txBody>
                    <a:bodyPr/>
                    <a:lstStyle/>
                    <a:p>
                      <a:pPr algn="ctr"/>
                      <a:r>
                        <a:rPr lang="en-GB"/>
                        <a:t>0-3</a:t>
                      </a:r>
                    </a:p>
                  </a:txBody>
                  <a:tcPr/>
                </a:tc>
                <a:tc>
                  <a:txBody>
                    <a:bodyPr/>
                    <a:lstStyle/>
                    <a:p>
                      <a:pPr algn="ctr"/>
                      <a:r>
                        <a:rPr lang="en-GB"/>
                        <a:t>0-3</a:t>
                      </a:r>
                    </a:p>
                  </a:txBody>
                  <a:tcPr/>
                </a:tc>
                <a:tc>
                  <a:txBody>
                    <a:bodyPr/>
                    <a:lstStyle/>
                    <a:p>
                      <a:pPr algn="ctr"/>
                      <a:r>
                        <a:rPr lang="en-GB"/>
                        <a:t>0-2</a:t>
                      </a:r>
                    </a:p>
                  </a:txBody>
                  <a:tcPr/>
                </a:tc>
                <a:tc>
                  <a:txBody>
                    <a:bodyPr/>
                    <a:lstStyle/>
                    <a:p>
                      <a:pPr algn="ctr"/>
                      <a:r>
                        <a:rPr lang="en-GB"/>
                        <a:t>0-2</a:t>
                      </a:r>
                    </a:p>
                  </a:txBody>
                  <a:tcPr/>
                </a:tc>
                <a:extLst>
                  <a:ext uri="{0D108BD9-81ED-4DB2-BD59-A6C34878D82A}">
                    <a16:rowId xmlns:a16="http://schemas.microsoft.com/office/drawing/2014/main" val="3575241088"/>
                  </a:ext>
                </a:extLst>
              </a:tr>
              <a:tr h="370840">
                <a:tc vMerge="1">
                  <a:txBody>
                    <a:bodyPr/>
                    <a:lstStyle/>
                    <a:p>
                      <a:endParaRPr lang="en-GB"/>
                    </a:p>
                  </a:txBody>
                  <a:tcPr/>
                </a:tc>
                <a:tc>
                  <a:txBody>
                    <a:bodyPr/>
                    <a:lstStyle/>
                    <a:p>
                      <a:r>
                        <a:rPr lang="en-US"/>
                        <a:t>Mini-English</a:t>
                      </a:r>
                      <a:endParaRPr lang="en-GB"/>
                    </a:p>
                  </a:txBody>
                  <a:tcPr/>
                </a:tc>
                <a:tc>
                  <a:txBody>
                    <a:bodyPr/>
                    <a:lstStyle/>
                    <a:p>
                      <a:pPr algn="ctr"/>
                      <a:r>
                        <a:rPr lang="en-GB"/>
                        <a:t>0-3</a:t>
                      </a:r>
                    </a:p>
                  </a:txBody>
                  <a:tcPr/>
                </a:tc>
                <a:tc>
                  <a:txBody>
                    <a:bodyPr/>
                    <a:lstStyle/>
                    <a:p>
                      <a:pPr algn="ctr"/>
                      <a:r>
                        <a:rPr lang="en-GB"/>
                        <a:t>0-3</a:t>
                      </a:r>
                    </a:p>
                  </a:txBody>
                  <a:tcPr/>
                </a:tc>
                <a:tc>
                  <a:txBody>
                    <a:bodyPr/>
                    <a:lstStyle/>
                    <a:p>
                      <a:pPr algn="ctr"/>
                      <a:r>
                        <a:rPr lang="en-GB"/>
                        <a:t>0-3</a:t>
                      </a:r>
                    </a:p>
                  </a:txBody>
                  <a:tcPr/>
                </a:tc>
                <a:tc>
                  <a:txBody>
                    <a:bodyPr/>
                    <a:lstStyle/>
                    <a:p>
                      <a:pPr algn="ctr"/>
                      <a:r>
                        <a:rPr lang="en-GB"/>
                        <a:t>0-3</a:t>
                      </a:r>
                    </a:p>
                  </a:txBody>
                  <a:tcPr/>
                </a:tc>
                <a:extLst>
                  <a:ext uri="{0D108BD9-81ED-4DB2-BD59-A6C34878D82A}">
                    <a16:rowId xmlns:a16="http://schemas.microsoft.com/office/drawing/2014/main" val="3640799968"/>
                  </a:ext>
                </a:extLst>
              </a:tr>
              <a:tr h="370840">
                <a:tc rowSpan="2">
                  <a:txBody>
                    <a:bodyPr/>
                    <a:lstStyle/>
                    <a:p>
                      <a:r>
                        <a:rPr lang="en-US"/>
                        <a:t>Verb-object number </a:t>
                      </a:r>
                      <a:r>
                        <a:rPr lang="en-US" err="1"/>
                        <a:t>agreem</a:t>
                      </a:r>
                      <a:r>
                        <a:rPr lang="en-US"/>
                        <a:t>.</a:t>
                      </a:r>
                      <a:endParaRPr lang="en-GB"/>
                    </a:p>
                  </a:txBody>
                  <a:tcPr/>
                </a:tc>
                <a:tc>
                  <a:txBody>
                    <a:bodyPr/>
                    <a:lstStyle/>
                    <a:p>
                      <a:r>
                        <a:rPr lang="en-US"/>
                        <a:t>Mini-Norwegian</a:t>
                      </a:r>
                      <a:endParaRPr lang="en-GB"/>
                    </a:p>
                  </a:txBody>
                  <a:tcPr/>
                </a:tc>
                <a:tc>
                  <a:txBody>
                    <a:bodyPr/>
                    <a:lstStyle/>
                    <a:p>
                      <a:pPr algn="ctr"/>
                      <a:r>
                        <a:rPr lang="en-GB"/>
                        <a:t>0-3</a:t>
                      </a:r>
                    </a:p>
                  </a:txBody>
                  <a:tcPr/>
                </a:tc>
                <a:tc>
                  <a:txBody>
                    <a:bodyPr/>
                    <a:lstStyle/>
                    <a:p>
                      <a:pPr algn="ctr"/>
                      <a:r>
                        <a:rPr lang="en-GB"/>
                        <a:t>3</a:t>
                      </a:r>
                    </a:p>
                  </a:txBody>
                  <a:tcPr/>
                </a:tc>
                <a:tc>
                  <a:txBody>
                    <a:bodyPr/>
                    <a:lstStyle/>
                    <a:p>
                      <a:pPr algn="ctr"/>
                      <a:r>
                        <a:rPr lang="en-GB"/>
                        <a:t>0-6</a:t>
                      </a:r>
                    </a:p>
                  </a:txBody>
                  <a:tcPr/>
                </a:tc>
                <a:tc>
                  <a:txBody>
                    <a:bodyPr/>
                    <a:lstStyle/>
                    <a:p>
                      <a:pPr algn="ctr"/>
                      <a:r>
                        <a:rPr lang="en-GB"/>
                        <a:t>0-5</a:t>
                      </a:r>
                    </a:p>
                  </a:txBody>
                  <a:tcPr/>
                </a:tc>
                <a:extLst>
                  <a:ext uri="{0D108BD9-81ED-4DB2-BD59-A6C34878D82A}">
                    <a16:rowId xmlns:a16="http://schemas.microsoft.com/office/drawing/2014/main" val="1060422989"/>
                  </a:ext>
                </a:extLst>
              </a:tr>
              <a:tr h="370840">
                <a:tc vMerge="1">
                  <a:txBody>
                    <a:bodyPr/>
                    <a:lstStyle/>
                    <a:p>
                      <a:endParaRPr lang="en-GB"/>
                    </a:p>
                  </a:txBody>
                  <a:tcPr/>
                </a:tc>
                <a:tc>
                  <a:txBody>
                    <a:bodyPr/>
                    <a:lstStyle/>
                    <a:p>
                      <a:r>
                        <a:rPr lang="en-US"/>
                        <a:t>Mini-English</a:t>
                      </a:r>
                      <a:endParaRPr lang="en-GB"/>
                    </a:p>
                  </a:txBody>
                  <a:tcPr/>
                </a:tc>
                <a:tc>
                  <a:txBody>
                    <a:bodyPr/>
                    <a:lstStyle/>
                    <a:p>
                      <a:pPr algn="ctr"/>
                      <a:r>
                        <a:rPr lang="en-GB"/>
                        <a:t>0-3</a:t>
                      </a:r>
                    </a:p>
                  </a:txBody>
                  <a:tcPr/>
                </a:tc>
                <a:tc>
                  <a:txBody>
                    <a:bodyPr/>
                    <a:lstStyle/>
                    <a:p>
                      <a:pPr algn="ctr"/>
                      <a:r>
                        <a:rPr lang="en-GB"/>
                        <a:t>3</a:t>
                      </a:r>
                    </a:p>
                  </a:txBody>
                  <a:tcPr/>
                </a:tc>
                <a:tc>
                  <a:txBody>
                    <a:bodyPr/>
                    <a:lstStyle/>
                    <a:p>
                      <a:pPr algn="ctr"/>
                      <a:r>
                        <a:rPr lang="en-GB"/>
                        <a:t>0-3</a:t>
                      </a:r>
                    </a:p>
                  </a:txBody>
                  <a:tcPr/>
                </a:tc>
                <a:tc>
                  <a:txBody>
                    <a:bodyPr/>
                    <a:lstStyle/>
                    <a:p>
                      <a:pPr algn="ctr"/>
                      <a:r>
                        <a:rPr lang="en-GB"/>
                        <a:t>0-3</a:t>
                      </a:r>
                    </a:p>
                  </a:txBody>
                  <a:tcPr/>
                </a:tc>
                <a:extLst>
                  <a:ext uri="{0D108BD9-81ED-4DB2-BD59-A6C34878D82A}">
                    <a16:rowId xmlns:a16="http://schemas.microsoft.com/office/drawing/2014/main" val="2484412121"/>
                  </a:ext>
                </a:extLst>
              </a:tr>
            </a:tbl>
          </a:graphicData>
        </a:graphic>
      </p:graphicFrame>
      <p:sp>
        <p:nvSpPr>
          <p:cNvPr id="3" name="Slide Number Placeholder 2">
            <a:extLst>
              <a:ext uri="{FF2B5EF4-FFF2-40B4-BE49-F238E27FC236}">
                <a16:creationId xmlns:a16="http://schemas.microsoft.com/office/drawing/2014/main" id="{5B22F362-A678-5793-BEBD-A751B0205B66}"/>
              </a:ext>
            </a:extLst>
          </p:cNvPr>
          <p:cNvSpPr>
            <a:spLocks noGrp="1"/>
          </p:cNvSpPr>
          <p:nvPr>
            <p:ph type="sldNum" sz="quarter" idx="12"/>
          </p:nvPr>
        </p:nvSpPr>
        <p:spPr/>
        <p:txBody>
          <a:bodyPr/>
          <a:lstStyle/>
          <a:p>
            <a:fld id="{F120EC50-82ED-45BA-9B48-47FD87D12700}" type="slidenum">
              <a:rPr lang="en-GB" smtClean="0"/>
              <a:t>31</a:t>
            </a:fld>
            <a:endParaRPr lang="en-GB"/>
          </a:p>
        </p:txBody>
      </p:sp>
      <p:sp>
        <p:nvSpPr>
          <p:cNvPr id="2" name="TextBox 1">
            <a:extLst>
              <a:ext uri="{FF2B5EF4-FFF2-40B4-BE49-F238E27FC236}">
                <a16:creationId xmlns:a16="http://schemas.microsoft.com/office/drawing/2014/main" id="{242F1163-4CAB-71E7-D359-47F0D2CA1A12}"/>
              </a:ext>
            </a:extLst>
          </p:cNvPr>
          <p:cNvSpPr txBox="1"/>
          <p:nvPr/>
        </p:nvSpPr>
        <p:spPr>
          <a:xfrm>
            <a:off x="838198" y="504772"/>
            <a:ext cx="10515603" cy="2713820"/>
          </a:xfrm>
          <a:prstGeom prst="rect">
            <a:avLst/>
          </a:prstGeom>
          <a:noFill/>
        </p:spPr>
        <p:txBody>
          <a:bodyPr wrap="square" rtlCol="0">
            <a:spAutoFit/>
          </a:bodyPr>
          <a:lstStyle/>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err="1">
                <a:ln>
                  <a:noFill/>
                </a:ln>
                <a:solidFill>
                  <a:prstClr val="black"/>
                </a:solidFill>
                <a:effectLst/>
                <a:uLnTx/>
                <a:uFillTx/>
                <a:latin typeface="Calibri" panose="020F0502020204030204"/>
                <a:ea typeface="+mn-ea"/>
                <a:cs typeface="+mn-cs"/>
              </a:rPr>
              <a:t>Standardised</a:t>
            </a:r>
            <a:r>
              <a:rPr kumimoji="0" lang="en-US" sz="2800" b="1" i="0" u="none" strike="noStrike" kern="1200" cap="none" spc="0" normalizeH="0" baseline="0" noProof="0">
                <a:ln>
                  <a:noFill/>
                </a:ln>
                <a:solidFill>
                  <a:prstClr val="black"/>
                </a:solidFill>
                <a:effectLst/>
                <a:uLnTx/>
                <a:uFillTx/>
                <a:latin typeface="Calibri" panose="020F0502020204030204"/>
                <a:ea typeface="+mn-ea"/>
                <a:cs typeface="+mn-cs"/>
              </a:rPr>
              <a:t> numeric predictions</a:t>
            </a:r>
          </a:p>
          <a:p>
            <a:pPr marL="457200" marR="0" lvl="1" indent="0" algn="ctr" defTabSz="914400" rtl="0" eaLnBrk="1" fontAlgn="auto" latinLnBrk="0" hangingPunct="1">
              <a:lnSpc>
                <a:spcPct val="100000"/>
              </a:lnSpc>
              <a:spcBef>
                <a:spcPts val="0"/>
              </a:spcBef>
              <a:spcAft>
                <a:spcPts val="0"/>
              </a:spcAft>
              <a:buClrTx/>
              <a:buSzTx/>
              <a:buFontTx/>
              <a:buNone/>
              <a:tabLst/>
              <a:defRPr/>
            </a:pPr>
            <a:endParaRPr kumimoji="0" lang="en-US" sz="300" b="1" i="0" u="none" strike="noStrike" kern="1200" cap="none" spc="0" normalizeH="0" baseline="0" noProof="0">
              <a:ln>
                <a:noFill/>
              </a:ln>
              <a:solidFill>
                <a:prstClr val="black"/>
              </a:solidFill>
              <a:effectLst/>
              <a:uLnTx/>
              <a:uFillTx/>
              <a:latin typeface="Calibri" panose="020F0502020204030204"/>
              <a:ea typeface="+mn-ea"/>
              <a:cs typeface="+mn-cs"/>
            </a:endParaRPr>
          </a:p>
          <a:p>
            <a:pPr marL="1085850" marR="0" lvl="1"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Effect sizes </a:t>
            </a:r>
            <a:r>
              <a:rPr kumimoji="0" lang="en-US" sz="2000" b="0" i="0" u="none" strike="noStrike" kern="1200" cap="none" spc="0" normalizeH="0" baseline="0" noProof="0" err="1">
                <a:ln>
                  <a:noFill/>
                </a:ln>
                <a:solidFill>
                  <a:prstClr val="black"/>
                </a:solidFill>
                <a:effectLst/>
                <a:uLnTx/>
                <a:uFillTx/>
                <a:latin typeface="Calibri" panose="020F0502020204030204"/>
                <a:ea typeface="+mn-ea"/>
                <a:cs typeface="+mn-cs"/>
              </a:rPr>
              <a:t>standardised</a:t>
            </a: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 between 0 and 10</a:t>
            </a:r>
          </a:p>
          <a:p>
            <a:pPr marL="1085850" marR="0" lvl="1"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err="1">
                <a:ln>
                  <a:noFill/>
                </a:ln>
                <a:solidFill>
                  <a:prstClr val="black"/>
                </a:solidFill>
                <a:effectLst/>
                <a:uLnTx/>
                <a:uFillTx/>
                <a:latin typeface="Calibri" panose="020F0502020204030204"/>
                <a:ea typeface="+mn-ea"/>
                <a:cs typeface="+mn-cs"/>
              </a:rPr>
              <a:t>Visualisation</a:t>
            </a: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 of numerous comparisons across conditions and models</a:t>
            </a:r>
          </a:p>
          <a:p>
            <a:pPr marL="1085850" marR="0" lvl="1" indent="-34290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black"/>
                </a:solidFill>
                <a:effectLst/>
                <a:uLnTx/>
                <a:uFillTx/>
                <a:latin typeface="Calibri" panose="020F0502020204030204"/>
                <a:ea typeface="+mn-ea"/>
                <a:cs typeface="+mn-cs"/>
              </a:rPr>
              <a:t>Pave the way towards computational models with numeric predictions</a:t>
            </a:r>
            <a:endParaRPr kumimoji="0" lang="en-GB" sz="3000" b="1" i="0" u="none" strike="noStrike" kern="1200" cap="none" spc="0" normalizeH="0" baseline="0" noProof="0">
              <a:ln>
                <a:noFill/>
              </a:ln>
              <a:solidFill>
                <a:srgbClr val="4472C4">
                  <a:lumMod val="50000"/>
                </a:srgbClr>
              </a:solidFill>
              <a:effectLst/>
              <a:uLnTx/>
              <a:uFillTx/>
              <a:latin typeface="Calibri" panose="020F0502020204030204"/>
              <a:ea typeface="+mn-ea"/>
              <a:cs typeface="+mn-cs"/>
            </a:endParaRPr>
          </a:p>
          <a:p>
            <a:pPr marL="628650" indent="-342900">
              <a:lnSpc>
                <a:spcPct val="150000"/>
              </a:lnSpc>
              <a:buFont typeface="Arial" panose="020B0604020202020204" pitchFamily="34" charset="0"/>
              <a:buChar char="•"/>
            </a:pPr>
            <a:endParaRPr lang="en-US" sz="500"/>
          </a:p>
          <a:p>
            <a:pPr marL="285750">
              <a:lnSpc>
                <a:spcPct val="150000"/>
              </a:lnSpc>
            </a:pPr>
            <a:r>
              <a:rPr lang="en-US" sz="3000" b="1">
                <a:solidFill>
                  <a:schemeClr val="accent1">
                    <a:lumMod val="50000"/>
                  </a:schemeClr>
                </a:solidFill>
              </a:rPr>
              <a:t>Norway site predictions</a:t>
            </a:r>
            <a:endParaRPr lang="en-GB" sz="3000" b="1">
              <a:solidFill>
                <a:schemeClr val="accent1">
                  <a:lumMod val="50000"/>
                </a:schemeClr>
              </a:solidFill>
            </a:endParaRPr>
          </a:p>
        </p:txBody>
      </p:sp>
    </p:spTree>
    <p:extLst>
      <p:ext uri="{BB962C8B-B14F-4D97-AF65-F5344CB8AC3E}">
        <p14:creationId xmlns:p14="http://schemas.microsoft.com/office/powerpoint/2010/main" val="4725882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3D5264-852E-C639-4DA0-1D7A8330E280}"/>
              </a:ext>
            </a:extLst>
          </p:cNvPr>
          <p:cNvSpPr>
            <a:spLocks noGrp="1"/>
          </p:cNvSpPr>
          <p:nvPr>
            <p:ph type="sldNum" sz="quarter" idx="12"/>
          </p:nvPr>
        </p:nvSpPr>
        <p:spPr/>
        <p:txBody>
          <a:bodyPr/>
          <a:lstStyle/>
          <a:p>
            <a:fld id="{F120EC50-82ED-45BA-9B48-47FD87D12700}" type="slidenum">
              <a:rPr lang="en-GB" smtClean="0"/>
              <a:pPr/>
              <a:t>32</a:t>
            </a:fld>
            <a:endParaRPr lang="en-GB"/>
          </a:p>
        </p:txBody>
      </p:sp>
      <p:graphicFrame>
        <p:nvGraphicFramePr>
          <p:cNvPr id="5" name="Table 4">
            <a:extLst>
              <a:ext uri="{FF2B5EF4-FFF2-40B4-BE49-F238E27FC236}">
                <a16:creationId xmlns:a16="http://schemas.microsoft.com/office/drawing/2014/main" id="{EDB88EF4-A7AE-5E38-53E4-B5E0F7239801}"/>
              </a:ext>
            </a:extLst>
          </p:cNvPr>
          <p:cNvGraphicFramePr>
            <a:graphicFrameLocks/>
          </p:cNvGraphicFramePr>
          <p:nvPr>
            <p:extLst>
              <p:ext uri="{D42A27DB-BD31-4B8C-83A1-F6EECF244321}">
                <p14:modId xmlns:p14="http://schemas.microsoft.com/office/powerpoint/2010/main" val="3055913802"/>
              </p:ext>
            </p:extLst>
          </p:nvPr>
        </p:nvGraphicFramePr>
        <p:xfrm>
          <a:off x="838198" y="1057245"/>
          <a:ext cx="10515603" cy="5191760"/>
        </p:xfrm>
        <a:graphic>
          <a:graphicData uri="http://schemas.openxmlformats.org/drawingml/2006/table">
            <a:tbl>
              <a:tblPr firstRow="1" bandRow="1">
                <a:tableStyleId>{00A15C55-8517-42AA-B614-E9B94910E393}</a:tableStyleId>
              </a:tblPr>
              <a:tblGrid>
                <a:gridCol w="1502229">
                  <a:extLst>
                    <a:ext uri="{9D8B030D-6E8A-4147-A177-3AD203B41FA5}">
                      <a16:colId xmlns:a16="http://schemas.microsoft.com/office/drawing/2014/main" val="3753659928"/>
                    </a:ext>
                  </a:extLst>
                </a:gridCol>
                <a:gridCol w="1502229">
                  <a:extLst>
                    <a:ext uri="{9D8B030D-6E8A-4147-A177-3AD203B41FA5}">
                      <a16:colId xmlns:a16="http://schemas.microsoft.com/office/drawing/2014/main" val="4262089616"/>
                    </a:ext>
                  </a:extLst>
                </a:gridCol>
                <a:gridCol w="1502229">
                  <a:extLst>
                    <a:ext uri="{9D8B030D-6E8A-4147-A177-3AD203B41FA5}">
                      <a16:colId xmlns:a16="http://schemas.microsoft.com/office/drawing/2014/main" val="2954937824"/>
                    </a:ext>
                  </a:extLst>
                </a:gridCol>
                <a:gridCol w="1502229">
                  <a:extLst>
                    <a:ext uri="{9D8B030D-6E8A-4147-A177-3AD203B41FA5}">
                      <a16:colId xmlns:a16="http://schemas.microsoft.com/office/drawing/2014/main" val="2444163940"/>
                    </a:ext>
                  </a:extLst>
                </a:gridCol>
                <a:gridCol w="1502229">
                  <a:extLst>
                    <a:ext uri="{9D8B030D-6E8A-4147-A177-3AD203B41FA5}">
                      <a16:colId xmlns:a16="http://schemas.microsoft.com/office/drawing/2014/main" val="4130901779"/>
                    </a:ext>
                  </a:extLst>
                </a:gridCol>
                <a:gridCol w="1502229">
                  <a:extLst>
                    <a:ext uri="{9D8B030D-6E8A-4147-A177-3AD203B41FA5}">
                      <a16:colId xmlns:a16="http://schemas.microsoft.com/office/drawing/2014/main" val="368359719"/>
                    </a:ext>
                  </a:extLst>
                </a:gridCol>
                <a:gridCol w="1502229">
                  <a:extLst>
                    <a:ext uri="{9D8B030D-6E8A-4147-A177-3AD203B41FA5}">
                      <a16:colId xmlns:a16="http://schemas.microsoft.com/office/drawing/2014/main" val="1257627157"/>
                    </a:ext>
                  </a:extLst>
                </a:gridCol>
              </a:tblGrid>
              <a:tr h="370840">
                <a:tc>
                  <a:txBody>
                    <a:bodyPr/>
                    <a:lstStyle/>
                    <a:p>
                      <a:pPr algn="ctr"/>
                      <a:r>
                        <a:rPr lang="en-US">
                          <a:solidFill>
                            <a:schemeClr val="tx1"/>
                          </a:solidFill>
                        </a:rPr>
                        <a:t>Property</a:t>
                      </a:r>
                      <a:endParaRPr lang="en-GB">
                        <a:solidFill>
                          <a:schemeClr val="tx1"/>
                        </a:solidFill>
                      </a:endParaRPr>
                    </a:p>
                  </a:txBody>
                  <a:tcPr/>
                </a:tc>
                <a:tc>
                  <a:txBody>
                    <a:bodyPr/>
                    <a:lstStyle/>
                    <a:p>
                      <a:pPr algn="ctr"/>
                      <a:r>
                        <a:rPr lang="en-GB">
                          <a:solidFill>
                            <a:schemeClr val="tx1"/>
                          </a:solidFill>
                        </a:rPr>
                        <a:t>Group</a:t>
                      </a:r>
                    </a:p>
                  </a:txBody>
                  <a:tcPr/>
                </a:tc>
                <a:tc>
                  <a:txBody>
                    <a:bodyPr/>
                    <a:lstStyle/>
                    <a:p>
                      <a:pPr algn="ctr"/>
                      <a:r>
                        <a:rPr lang="en-US">
                          <a:solidFill>
                            <a:schemeClr val="tx1"/>
                          </a:solidFill>
                        </a:rPr>
                        <a:t>Artificial lang.</a:t>
                      </a:r>
                      <a:endParaRPr lang="en-GB">
                        <a:solidFill>
                          <a:schemeClr val="tx1"/>
                        </a:solidFill>
                      </a:endParaRPr>
                    </a:p>
                  </a:txBody>
                  <a:tcPr/>
                </a:tc>
                <a:tc>
                  <a:txBody>
                    <a:bodyPr/>
                    <a:lstStyle/>
                    <a:p>
                      <a:pPr algn="ctr"/>
                      <a:r>
                        <a:rPr lang="en-US">
                          <a:solidFill>
                            <a:schemeClr val="tx1"/>
                          </a:solidFill>
                        </a:rPr>
                        <a:t>L2SFM</a:t>
                      </a:r>
                      <a:endParaRPr lang="en-GB">
                        <a:solidFill>
                          <a:schemeClr val="tx1"/>
                        </a:solidFill>
                      </a:endParaRPr>
                    </a:p>
                  </a:txBody>
                  <a:tcPr/>
                </a:tc>
                <a:tc>
                  <a:txBody>
                    <a:bodyPr/>
                    <a:lstStyle/>
                    <a:p>
                      <a:pPr algn="ctr"/>
                      <a:r>
                        <a:rPr lang="en-US">
                          <a:solidFill>
                            <a:schemeClr val="tx1"/>
                          </a:solidFill>
                        </a:rPr>
                        <a:t>CEM</a:t>
                      </a:r>
                      <a:endParaRPr lang="en-GB">
                        <a:solidFill>
                          <a:schemeClr val="tx1"/>
                        </a:solidFill>
                      </a:endParaRPr>
                    </a:p>
                  </a:txBody>
                  <a:tcPr/>
                </a:tc>
                <a:tc>
                  <a:txBody>
                    <a:bodyPr/>
                    <a:lstStyle/>
                    <a:p>
                      <a:pPr algn="ctr"/>
                      <a:r>
                        <a:rPr lang="en-US">
                          <a:solidFill>
                            <a:schemeClr val="tx1"/>
                          </a:solidFill>
                        </a:rPr>
                        <a:t>LPM</a:t>
                      </a:r>
                      <a:endParaRPr lang="en-GB">
                        <a:solidFill>
                          <a:schemeClr val="tx1"/>
                        </a:solidFill>
                      </a:endParaRPr>
                    </a:p>
                  </a:txBody>
                  <a:tcPr/>
                </a:tc>
                <a:tc>
                  <a:txBody>
                    <a:bodyPr/>
                    <a:lstStyle/>
                    <a:p>
                      <a:pPr algn="ctr"/>
                      <a:r>
                        <a:rPr lang="en-US">
                          <a:solidFill>
                            <a:schemeClr val="tx1"/>
                          </a:solidFill>
                        </a:rPr>
                        <a:t>TPM</a:t>
                      </a:r>
                      <a:endParaRPr lang="en-GB">
                        <a:solidFill>
                          <a:schemeClr val="tx1"/>
                        </a:solidFill>
                      </a:endParaRPr>
                    </a:p>
                  </a:txBody>
                  <a:tcPr/>
                </a:tc>
                <a:extLst>
                  <a:ext uri="{0D108BD9-81ED-4DB2-BD59-A6C34878D82A}">
                    <a16:rowId xmlns:a16="http://schemas.microsoft.com/office/drawing/2014/main" val="456085223"/>
                  </a:ext>
                </a:extLst>
              </a:tr>
              <a:tr h="370840">
                <a:tc>
                  <a:txBody>
                    <a:bodyPr/>
                    <a:lstStyle/>
                    <a:p>
                      <a:endParaRPr lang="en-GB"/>
                    </a:p>
                  </a:txBody>
                  <a:tcPr/>
                </a:tc>
                <a:tc>
                  <a:txBody>
                    <a:bodyPr/>
                    <a:lstStyle/>
                    <a:p>
                      <a:endParaRPr lang="en-US"/>
                    </a:p>
                  </a:txBody>
                  <a:tcPr/>
                </a:tc>
                <a:tc>
                  <a:txBody>
                    <a:bodyPr/>
                    <a:lstStyle/>
                    <a:p>
                      <a:endParaRPr lang="en-US"/>
                    </a:p>
                  </a:txBody>
                  <a:tcPr/>
                </a:tc>
                <a:tc>
                  <a:txBody>
                    <a:bodyPr/>
                    <a:lstStyle/>
                    <a:p>
                      <a:pPr algn="ctr"/>
                      <a:r>
                        <a:rPr lang="en-US">
                          <a:solidFill>
                            <a:schemeClr val="bg1">
                              <a:lumMod val="50000"/>
                            </a:schemeClr>
                          </a:solidFill>
                        </a:rPr>
                        <a:t>L2 default</a:t>
                      </a:r>
                      <a:endParaRPr lang="en-GB">
                        <a:solidFill>
                          <a:schemeClr val="bg1">
                            <a:lumMod val="50000"/>
                          </a:schemeClr>
                        </a:solidFill>
                      </a:endParaRPr>
                    </a:p>
                  </a:txBody>
                  <a:tcPr>
                    <a:solidFill>
                      <a:schemeClr val="accent4">
                        <a:lumMod val="60000"/>
                        <a:lumOff val="40000"/>
                      </a:schemeClr>
                    </a:solidFill>
                  </a:tcPr>
                </a:tc>
                <a:tc>
                  <a:txBody>
                    <a:bodyPr/>
                    <a:lstStyle/>
                    <a:p>
                      <a:pPr algn="ctr"/>
                      <a:r>
                        <a:rPr lang="en-US">
                          <a:solidFill>
                            <a:schemeClr val="bg1">
                              <a:lumMod val="50000"/>
                            </a:schemeClr>
                          </a:solidFill>
                        </a:rPr>
                        <a:t>prop. by prop.</a:t>
                      </a:r>
                      <a:endParaRPr lang="en-GB">
                        <a:solidFill>
                          <a:schemeClr val="bg1">
                            <a:lumMod val="50000"/>
                          </a:schemeClr>
                        </a:solidFill>
                      </a:endParaRPr>
                    </a:p>
                  </a:txBody>
                  <a:tcPr>
                    <a:solidFill>
                      <a:schemeClr val="accent4">
                        <a:lumMod val="60000"/>
                        <a:lumOff val="40000"/>
                      </a:schemeClr>
                    </a:solidFill>
                  </a:tcPr>
                </a:tc>
                <a:tc>
                  <a:txBody>
                    <a:bodyPr/>
                    <a:lstStyle/>
                    <a:p>
                      <a:pPr algn="ctr"/>
                      <a:r>
                        <a:rPr lang="en-US">
                          <a:solidFill>
                            <a:schemeClr val="bg1">
                              <a:lumMod val="50000"/>
                            </a:schemeClr>
                          </a:solidFill>
                        </a:rPr>
                        <a:t>prop. by prop.</a:t>
                      </a:r>
                      <a:endParaRPr lang="en-GB">
                        <a:solidFill>
                          <a:schemeClr val="bg1">
                            <a:lumMod val="50000"/>
                          </a:schemeClr>
                        </a:solidFill>
                      </a:endParaRPr>
                    </a:p>
                  </a:txBody>
                  <a:tcPr>
                    <a:solidFill>
                      <a:schemeClr val="accent4">
                        <a:lumMod val="60000"/>
                        <a:lumOff val="40000"/>
                      </a:schemeClr>
                    </a:solidFill>
                  </a:tcPr>
                </a:tc>
                <a:tc>
                  <a:txBody>
                    <a:bodyPr/>
                    <a:lstStyle/>
                    <a:p>
                      <a:pPr algn="ctr"/>
                      <a:r>
                        <a:rPr lang="en-US">
                          <a:solidFill>
                            <a:schemeClr val="bg1">
                              <a:lumMod val="50000"/>
                            </a:schemeClr>
                          </a:solidFill>
                        </a:rPr>
                        <a:t>full transfer</a:t>
                      </a:r>
                      <a:endParaRPr lang="en-GB">
                        <a:solidFill>
                          <a:schemeClr val="bg1">
                            <a:lumMod val="50000"/>
                          </a:schemeClr>
                        </a:solidFill>
                      </a:endParaRPr>
                    </a:p>
                  </a:txBody>
                  <a:tcPr>
                    <a:solidFill>
                      <a:schemeClr val="accent4">
                        <a:lumMod val="60000"/>
                        <a:lumOff val="40000"/>
                      </a:schemeClr>
                    </a:solidFill>
                  </a:tcPr>
                </a:tc>
                <a:extLst>
                  <a:ext uri="{0D108BD9-81ED-4DB2-BD59-A6C34878D82A}">
                    <a16:rowId xmlns:a16="http://schemas.microsoft.com/office/drawing/2014/main" val="340238849"/>
                  </a:ext>
                </a:extLst>
              </a:tr>
              <a:tr h="370840">
                <a:tc rowSpan="4">
                  <a:txBody>
                    <a:bodyPr/>
                    <a:lstStyle/>
                    <a:p>
                      <a:r>
                        <a:rPr lang="en-US"/>
                        <a:t>Gender agreement</a:t>
                      </a:r>
                      <a:endParaRPr lang="en-GB"/>
                    </a:p>
                  </a:txBody>
                  <a:tcPr anchor="ctr"/>
                </a:tc>
                <a:tc rowSpan="2">
                  <a:txBody>
                    <a:bodyPr/>
                    <a:lstStyle/>
                    <a:p>
                      <a:r>
                        <a:rPr lang="en-US"/>
                        <a:t>L1 Eng, L2 Spa</a:t>
                      </a:r>
                    </a:p>
                  </a:txBody>
                  <a:tcPr anchor="ctr">
                    <a:solidFill>
                      <a:schemeClr val="accent2">
                        <a:lumMod val="40000"/>
                        <a:lumOff val="60000"/>
                      </a:schemeClr>
                    </a:solidFill>
                  </a:tcPr>
                </a:tc>
                <a:tc>
                  <a:txBody>
                    <a:bodyPr/>
                    <a:lstStyle/>
                    <a:p>
                      <a:r>
                        <a:rPr lang="en-US"/>
                        <a:t>Mini-Spanish</a:t>
                      </a:r>
                    </a:p>
                  </a:txBody>
                  <a:tcPr/>
                </a:tc>
                <a:tc>
                  <a:txBody>
                    <a:bodyPr/>
                    <a:lstStyle/>
                    <a:p>
                      <a:pPr algn="ctr"/>
                      <a:r>
                        <a:rPr lang="en-GB"/>
                        <a:t>10?</a:t>
                      </a:r>
                    </a:p>
                  </a:txBody>
                  <a:tcPr/>
                </a:tc>
                <a:tc>
                  <a:txBody>
                    <a:bodyPr/>
                    <a:lstStyle/>
                    <a:p>
                      <a:pPr algn="ctr"/>
                      <a:r>
                        <a:rPr lang="en-GB"/>
                        <a:t>10</a:t>
                      </a:r>
                    </a:p>
                  </a:txBody>
                  <a:tcPr/>
                </a:tc>
                <a:tc>
                  <a:txBody>
                    <a:bodyPr/>
                    <a:lstStyle/>
                    <a:p>
                      <a:pPr algn="ctr"/>
                      <a:r>
                        <a:rPr lang="en-GB"/>
                        <a:t>5-10</a:t>
                      </a:r>
                    </a:p>
                  </a:txBody>
                  <a:tcPr/>
                </a:tc>
                <a:tc>
                  <a:txBody>
                    <a:bodyPr/>
                    <a:lstStyle/>
                    <a:p>
                      <a:pPr algn="ctr"/>
                      <a:r>
                        <a:rPr lang="en-GB"/>
                        <a:t>10</a:t>
                      </a:r>
                    </a:p>
                  </a:txBody>
                  <a:tcPr/>
                </a:tc>
                <a:extLst>
                  <a:ext uri="{0D108BD9-81ED-4DB2-BD59-A6C34878D82A}">
                    <a16:rowId xmlns:a16="http://schemas.microsoft.com/office/drawing/2014/main" val="208914580"/>
                  </a:ext>
                </a:extLst>
              </a:tr>
              <a:tr h="370840">
                <a:tc vMerge="1">
                  <a:txBody>
                    <a:bodyPr/>
                    <a:lstStyle/>
                    <a:p>
                      <a:endParaRPr lang="es-ES_tradnl"/>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L1 </a:t>
                      </a:r>
                      <a:r>
                        <a:rPr lang="en-US" err="1"/>
                        <a:t>Eng</a:t>
                      </a:r>
                      <a:r>
                        <a:rPr lang="en-US"/>
                        <a:t> L2 </a:t>
                      </a:r>
                      <a:r>
                        <a:rPr lang="en-US" err="1"/>
                        <a:t>Sp</a:t>
                      </a:r>
                      <a:endParaRPr lang="en-US"/>
                    </a:p>
                  </a:txBody>
                  <a:tcPr>
                    <a:solidFill>
                      <a:schemeClr val="accent2">
                        <a:lumMod val="40000"/>
                        <a:lumOff val="60000"/>
                      </a:schemeClr>
                    </a:solidFill>
                  </a:tcPr>
                </a:tc>
                <a:tc>
                  <a:txBody>
                    <a:bodyPr/>
                    <a:lstStyle/>
                    <a:p>
                      <a:r>
                        <a:rPr lang="en-US"/>
                        <a:t>Mini-English</a:t>
                      </a:r>
                    </a:p>
                  </a:txBody>
                  <a:tcPr/>
                </a:tc>
                <a:tc>
                  <a:txBody>
                    <a:bodyPr/>
                    <a:lstStyle/>
                    <a:p>
                      <a:pPr algn="ctr"/>
                      <a:r>
                        <a:rPr lang="en-GB"/>
                        <a:t>10?</a:t>
                      </a:r>
                    </a:p>
                  </a:txBody>
                  <a:tcPr/>
                </a:tc>
                <a:tc>
                  <a:txBody>
                    <a:bodyPr/>
                    <a:lstStyle/>
                    <a:p>
                      <a:pPr algn="ctr"/>
                      <a:r>
                        <a:rPr lang="en-GB"/>
                        <a:t>10</a:t>
                      </a:r>
                    </a:p>
                  </a:txBody>
                  <a:tcPr/>
                </a:tc>
                <a:tc>
                  <a:txBody>
                    <a:bodyPr/>
                    <a:lstStyle/>
                    <a:p>
                      <a:pPr algn="ctr"/>
                      <a:r>
                        <a:rPr lang="en-GB"/>
                        <a:t>5-7</a:t>
                      </a:r>
                    </a:p>
                  </a:txBody>
                  <a:tcPr/>
                </a:tc>
                <a:tc>
                  <a:txBody>
                    <a:bodyPr/>
                    <a:lstStyle/>
                    <a:p>
                      <a:pPr algn="ctr"/>
                      <a:r>
                        <a:rPr lang="en-GB"/>
                        <a:t>0</a:t>
                      </a:r>
                    </a:p>
                  </a:txBody>
                  <a:tcPr/>
                </a:tc>
                <a:extLst>
                  <a:ext uri="{0D108BD9-81ED-4DB2-BD59-A6C34878D82A}">
                    <a16:rowId xmlns:a16="http://schemas.microsoft.com/office/drawing/2014/main" val="1411671499"/>
                  </a:ext>
                </a:extLst>
              </a:tr>
              <a:tr h="370840">
                <a:tc vMerge="1">
                  <a:txBody>
                    <a:bodyPr/>
                    <a:lstStyle/>
                    <a:p>
                      <a:endParaRPr lang="en-GB"/>
                    </a:p>
                  </a:txBody>
                  <a:tcPr/>
                </a:tc>
                <a:tc rowSpan="2">
                  <a:txBody>
                    <a:bodyPr/>
                    <a:lstStyle/>
                    <a:p>
                      <a:r>
                        <a:rPr lang="en-GB"/>
                        <a:t>L1 </a:t>
                      </a:r>
                      <a:r>
                        <a:rPr lang="en-US"/>
                        <a:t>Spa,</a:t>
                      </a:r>
                      <a:r>
                        <a:rPr lang="en-GB"/>
                        <a:t> L2 Eng</a:t>
                      </a:r>
                    </a:p>
                  </a:txBody>
                  <a:tcPr anchor="c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Mini-Spanish</a:t>
                      </a:r>
                    </a:p>
                  </a:txBody>
                  <a:tcPr/>
                </a:tc>
                <a:tc>
                  <a:txBody>
                    <a:bodyPr/>
                    <a:lstStyle/>
                    <a:p>
                      <a:pPr algn="ctr"/>
                      <a:r>
                        <a:rPr lang="en-GB"/>
                        <a:t>0</a:t>
                      </a:r>
                    </a:p>
                  </a:txBody>
                  <a:tcPr/>
                </a:tc>
                <a:tc>
                  <a:txBody>
                    <a:bodyPr/>
                    <a:lstStyle/>
                    <a:p>
                      <a:pPr algn="ctr"/>
                      <a:r>
                        <a:rPr lang="en-GB"/>
                        <a:t>10</a:t>
                      </a:r>
                    </a:p>
                  </a:txBody>
                  <a:tcPr/>
                </a:tc>
                <a:tc>
                  <a:txBody>
                    <a:bodyPr/>
                    <a:lstStyle/>
                    <a:p>
                      <a:pPr algn="ctr"/>
                      <a:r>
                        <a:rPr lang="en-GB"/>
                        <a:t>5-10</a:t>
                      </a:r>
                    </a:p>
                  </a:txBody>
                  <a:tcPr/>
                </a:tc>
                <a:tc>
                  <a:txBody>
                    <a:bodyPr/>
                    <a:lstStyle/>
                    <a:p>
                      <a:pPr algn="ctr"/>
                      <a:r>
                        <a:rPr lang="en-GB"/>
                        <a:t>10</a:t>
                      </a:r>
                    </a:p>
                  </a:txBody>
                  <a:tcPr/>
                </a:tc>
                <a:extLst>
                  <a:ext uri="{0D108BD9-81ED-4DB2-BD59-A6C34878D82A}">
                    <a16:rowId xmlns:a16="http://schemas.microsoft.com/office/drawing/2014/main" val="1526410031"/>
                  </a:ext>
                </a:extLst>
              </a:tr>
              <a:tr h="370840">
                <a:tc vMerge="1">
                  <a:txBody>
                    <a:bodyPr/>
                    <a:lstStyle/>
                    <a:p>
                      <a:endParaRPr lang="en-GB"/>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L1 </a:t>
                      </a:r>
                      <a:r>
                        <a:rPr lang="en-GB" err="1"/>
                        <a:t>Sp</a:t>
                      </a:r>
                      <a:r>
                        <a:rPr lang="en-GB"/>
                        <a:t> L2 </a:t>
                      </a:r>
                      <a:r>
                        <a:rPr lang="en-GB" err="1"/>
                        <a:t>Eng</a:t>
                      </a:r>
                      <a:endParaRPr lang="en-GB"/>
                    </a:p>
                  </a:txBody>
                  <a:tcPr>
                    <a:solidFill>
                      <a:schemeClr val="accent2">
                        <a:lumMod val="20000"/>
                        <a:lumOff val="80000"/>
                      </a:schemeClr>
                    </a:solidFill>
                  </a:tcPr>
                </a:tc>
                <a:tc>
                  <a:txBody>
                    <a:bodyPr/>
                    <a:lstStyle/>
                    <a:p>
                      <a:r>
                        <a:rPr lang="en-US"/>
                        <a:t>Mini-English</a:t>
                      </a:r>
                      <a:endParaRPr lang="en-GB"/>
                    </a:p>
                  </a:txBody>
                  <a:tcPr/>
                </a:tc>
                <a:tc>
                  <a:txBody>
                    <a:bodyPr/>
                    <a:lstStyle/>
                    <a:p>
                      <a:pPr algn="ctr"/>
                      <a:r>
                        <a:rPr lang="en-GB"/>
                        <a:t>0</a:t>
                      </a:r>
                    </a:p>
                  </a:txBody>
                  <a:tcPr/>
                </a:tc>
                <a:tc>
                  <a:txBody>
                    <a:bodyPr/>
                    <a:lstStyle/>
                    <a:p>
                      <a:pPr algn="ctr"/>
                      <a:r>
                        <a:rPr lang="en-GB"/>
                        <a:t>10</a:t>
                      </a:r>
                    </a:p>
                  </a:txBody>
                  <a:tcPr/>
                </a:tc>
                <a:tc>
                  <a:txBody>
                    <a:bodyPr/>
                    <a:lstStyle/>
                    <a:p>
                      <a:pPr algn="ctr"/>
                      <a:r>
                        <a:rPr lang="en-GB"/>
                        <a:t>0-5</a:t>
                      </a:r>
                    </a:p>
                  </a:txBody>
                  <a:tcPr/>
                </a:tc>
                <a:tc>
                  <a:txBody>
                    <a:bodyPr/>
                    <a:lstStyle/>
                    <a:p>
                      <a:pPr algn="ctr"/>
                      <a:r>
                        <a:rPr lang="en-GB"/>
                        <a:t>0</a:t>
                      </a:r>
                    </a:p>
                  </a:txBody>
                  <a:tcPr/>
                </a:tc>
                <a:extLst>
                  <a:ext uri="{0D108BD9-81ED-4DB2-BD59-A6C34878D82A}">
                    <a16:rowId xmlns:a16="http://schemas.microsoft.com/office/drawing/2014/main" val="2823662843"/>
                  </a:ext>
                </a:extLst>
              </a:tr>
              <a:tr h="370840">
                <a:tc rowSpan="4">
                  <a:txBody>
                    <a:bodyPr/>
                    <a:lstStyle/>
                    <a:p>
                      <a:r>
                        <a:rPr lang="en-US"/>
                        <a:t>Differential</a:t>
                      </a:r>
                    </a:p>
                    <a:p>
                      <a:r>
                        <a:rPr lang="en-US"/>
                        <a:t>object</a:t>
                      </a:r>
                    </a:p>
                    <a:p>
                      <a:r>
                        <a:rPr lang="en-US"/>
                        <a:t>marking</a:t>
                      </a:r>
                      <a:endParaRPr lang="en-GB"/>
                    </a:p>
                  </a:txBody>
                  <a:tcPr anchor="ctr"/>
                </a:tc>
                <a:tc rowSpan="2">
                  <a:txBody>
                    <a:bodyPr/>
                    <a:lstStyle/>
                    <a:p>
                      <a:r>
                        <a:rPr lang="en-US"/>
                        <a:t>L1 Eng, L2 Spa</a:t>
                      </a:r>
                    </a:p>
                  </a:txBody>
                  <a:tcPr anchor="ctr">
                    <a:solidFill>
                      <a:schemeClr val="accent2">
                        <a:lumMod val="60000"/>
                        <a:lumOff val="40000"/>
                      </a:schemeClr>
                    </a:solidFill>
                  </a:tcPr>
                </a:tc>
                <a:tc>
                  <a:txBody>
                    <a:bodyPr/>
                    <a:lstStyle/>
                    <a:p>
                      <a:r>
                        <a:rPr lang="en-US"/>
                        <a:t>Mini-Spanish</a:t>
                      </a:r>
                      <a:endParaRPr lang="en-GB"/>
                    </a:p>
                  </a:txBody>
                  <a:tcPr/>
                </a:tc>
                <a:tc>
                  <a:txBody>
                    <a:bodyPr/>
                    <a:lstStyle/>
                    <a:p>
                      <a:pPr algn="ctr"/>
                      <a:r>
                        <a:rPr lang="en-GB"/>
                        <a:t>8?</a:t>
                      </a:r>
                    </a:p>
                  </a:txBody>
                  <a:tcPr/>
                </a:tc>
                <a:tc>
                  <a:txBody>
                    <a:bodyPr/>
                    <a:lstStyle/>
                    <a:p>
                      <a:pPr algn="ctr"/>
                      <a:r>
                        <a:rPr lang="en-GB"/>
                        <a:t>8</a:t>
                      </a:r>
                    </a:p>
                  </a:txBody>
                  <a:tcPr/>
                </a:tc>
                <a:tc>
                  <a:txBody>
                    <a:bodyPr/>
                    <a:lstStyle/>
                    <a:p>
                      <a:pPr algn="ctr"/>
                      <a:r>
                        <a:rPr lang="en-GB"/>
                        <a:t>5-8</a:t>
                      </a:r>
                    </a:p>
                  </a:txBody>
                  <a:tcPr/>
                </a:tc>
                <a:tc>
                  <a:txBody>
                    <a:bodyPr/>
                    <a:lstStyle/>
                    <a:p>
                      <a:pPr algn="ctr"/>
                      <a:r>
                        <a:rPr lang="en-GB"/>
                        <a:t>8</a:t>
                      </a:r>
                    </a:p>
                  </a:txBody>
                  <a:tcPr/>
                </a:tc>
                <a:extLst>
                  <a:ext uri="{0D108BD9-81ED-4DB2-BD59-A6C34878D82A}">
                    <a16:rowId xmlns:a16="http://schemas.microsoft.com/office/drawing/2014/main" val="3575241088"/>
                  </a:ext>
                </a:extLst>
              </a:tr>
              <a:tr h="370840">
                <a:tc vMerge="1">
                  <a:txBody>
                    <a:bodyPr/>
                    <a:lstStyle/>
                    <a:p>
                      <a:endParaRPr lang="es-ES_tradnl"/>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L1 </a:t>
                      </a:r>
                      <a:r>
                        <a:rPr lang="en-US" err="1"/>
                        <a:t>Eng</a:t>
                      </a:r>
                      <a:r>
                        <a:rPr lang="en-US"/>
                        <a:t> L2 </a:t>
                      </a:r>
                      <a:r>
                        <a:rPr lang="en-US" err="1"/>
                        <a:t>Sp</a:t>
                      </a:r>
                      <a:endParaRPr lang="en-US"/>
                    </a:p>
                  </a:txBody>
                  <a:tcPr anchor="ctr">
                    <a:solidFill>
                      <a:schemeClr val="accent2">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Mini-English</a:t>
                      </a:r>
                    </a:p>
                  </a:txBody>
                  <a:tcPr/>
                </a:tc>
                <a:tc>
                  <a:txBody>
                    <a:bodyPr/>
                    <a:lstStyle/>
                    <a:p>
                      <a:pPr algn="ctr"/>
                      <a:r>
                        <a:rPr lang="en-GB"/>
                        <a:t>8?</a:t>
                      </a:r>
                    </a:p>
                  </a:txBody>
                  <a:tcPr/>
                </a:tc>
                <a:tc>
                  <a:txBody>
                    <a:bodyPr/>
                    <a:lstStyle/>
                    <a:p>
                      <a:pPr algn="ctr"/>
                      <a:r>
                        <a:rPr lang="en-GB"/>
                        <a:t>8</a:t>
                      </a:r>
                    </a:p>
                  </a:txBody>
                  <a:tcPr/>
                </a:tc>
                <a:tc>
                  <a:txBody>
                    <a:bodyPr/>
                    <a:lstStyle/>
                    <a:p>
                      <a:pPr algn="ctr"/>
                      <a:r>
                        <a:rPr lang="en-GB"/>
                        <a:t>0-5</a:t>
                      </a:r>
                    </a:p>
                  </a:txBody>
                  <a:tcPr/>
                </a:tc>
                <a:tc>
                  <a:txBody>
                    <a:bodyPr/>
                    <a:lstStyle/>
                    <a:p>
                      <a:pPr algn="ctr"/>
                      <a:r>
                        <a:rPr lang="en-GB"/>
                        <a:t>0-2</a:t>
                      </a:r>
                    </a:p>
                  </a:txBody>
                  <a:tcPr/>
                </a:tc>
                <a:extLst>
                  <a:ext uri="{0D108BD9-81ED-4DB2-BD59-A6C34878D82A}">
                    <a16:rowId xmlns:a16="http://schemas.microsoft.com/office/drawing/2014/main" val="1034224861"/>
                  </a:ext>
                </a:extLst>
              </a:tr>
              <a:tr h="370840">
                <a:tc vMerge="1">
                  <a:txBody>
                    <a:bodyPr/>
                    <a:lstStyle/>
                    <a:p>
                      <a:endParaRPr lang="en-GB"/>
                    </a:p>
                  </a:txBody>
                  <a:tcPr/>
                </a:tc>
                <a:tc rowSpan="2">
                  <a:txBody>
                    <a:bodyPr/>
                    <a:lstStyle/>
                    <a:p>
                      <a:r>
                        <a:rPr lang="en-GB"/>
                        <a:t>L1 </a:t>
                      </a:r>
                      <a:r>
                        <a:rPr lang="en-US"/>
                        <a:t>Spa,</a:t>
                      </a:r>
                      <a:r>
                        <a:rPr lang="en-GB"/>
                        <a:t> L2 Eng</a:t>
                      </a:r>
                    </a:p>
                  </a:txBody>
                  <a:tcPr anchor="c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Mini-Spanish</a:t>
                      </a:r>
                    </a:p>
                  </a:txBody>
                  <a:tcPr/>
                </a:tc>
                <a:tc>
                  <a:txBody>
                    <a:bodyPr/>
                    <a:lstStyle/>
                    <a:p>
                      <a:pPr algn="ctr"/>
                      <a:r>
                        <a:rPr lang="en-GB"/>
                        <a:t>0</a:t>
                      </a:r>
                    </a:p>
                  </a:txBody>
                  <a:tcPr/>
                </a:tc>
                <a:tc>
                  <a:txBody>
                    <a:bodyPr/>
                    <a:lstStyle/>
                    <a:p>
                      <a:pPr algn="ctr"/>
                      <a:r>
                        <a:rPr lang="en-GB"/>
                        <a:t>8</a:t>
                      </a:r>
                    </a:p>
                  </a:txBody>
                  <a:tcPr/>
                </a:tc>
                <a:tc>
                  <a:txBody>
                    <a:bodyPr/>
                    <a:lstStyle/>
                    <a:p>
                      <a:pPr algn="ctr"/>
                      <a:r>
                        <a:rPr lang="en-GB"/>
                        <a:t>5-8</a:t>
                      </a:r>
                    </a:p>
                  </a:txBody>
                  <a:tcPr/>
                </a:tc>
                <a:tc>
                  <a:txBody>
                    <a:bodyPr/>
                    <a:lstStyle/>
                    <a:p>
                      <a:pPr algn="ctr"/>
                      <a:r>
                        <a:rPr lang="en-GB"/>
                        <a:t>8</a:t>
                      </a:r>
                    </a:p>
                  </a:txBody>
                  <a:tcPr/>
                </a:tc>
                <a:extLst>
                  <a:ext uri="{0D108BD9-81ED-4DB2-BD59-A6C34878D82A}">
                    <a16:rowId xmlns:a16="http://schemas.microsoft.com/office/drawing/2014/main" val="3640799968"/>
                  </a:ext>
                </a:extLst>
              </a:tr>
              <a:tr h="370840">
                <a:tc vMerge="1">
                  <a:txBody>
                    <a:bodyPr/>
                    <a:lstStyle/>
                    <a:p>
                      <a:endParaRPr lang="en-GB"/>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L1 </a:t>
                      </a:r>
                      <a:r>
                        <a:rPr lang="en-GB" err="1"/>
                        <a:t>Sp</a:t>
                      </a:r>
                      <a:r>
                        <a:rPr lang="en-GB"/>
                        <a:t> L2 </a:t>
                      </a:r>
                      <a:r>
                        <a:rPr lang="en-GB" err="1"/>
                        <a:t>Eng</a:t>
                      </a:r>
                      <a:endParaRPr lang="en-GB"/>
                    </a:p>
                  </a:txBody>
                  <a:tcPr anchor="ctr">
                    <a:solidFill>
                      <a:schemeClr val="accent2">
                        <a:lumMod val="20000"/>
                        <a:lumOff val="80000"/>
                      </a:schemeClr>
                    </a:solidFill>
                  </a:tcPr>
                </a:tc>
                <a:tc>
                  <a:txBody>
                    <a:bodyPr/>
                    <a:lstStyle/>
                    <a:p>
                      <a:r>
                        <a:rPr lang="en-US"/>
                        <a:t>Mini-English</a:t>
                      </a:r>
                      <a:endParaRPr lang="en-GB"/>
                    </a:p>
                  </a:txBody>
                  <a:tcPr/>
                </a:tc>
                <a:tc>
                  <a:txBody>
                    <a:bodyPr/>
                    <a:lstStyle/>
                    <a:p>
                      <a:pPr algn="ctr"/>
                      <a:r>
                        <a:rPr lang="en-GB"/>
                        <a:t>0</a:t>
                      </a:r>
                    </a:p>
                  </a:txBody>
                  <a:tcPr/>
                </a:tc>
                <a:tc>
                  <a:txBody>
                    <a:bodyPr/>
                    <a:lstStyle/>
                    <a:p>
                      <a:pPr algn="ctr"/>
                      <a:r>
                        <a:rPr lang="en-GB"/>
                        <a:t>8</a:t>
                      </a:r>
                    </a:p>
                  </a:txBody>
                  <a:tcPr/>
                </a:tc>
                <a:tc>
                  <a:txBody>
                    <a:bodyPr/>
                    <a:lstStyle/>
                    <a:p>
                      <a:pPr algn="ctr"/>
                      <a:r>
                        <a:rPr lang="en-GB"/>
                        <a:t>0-5</a:t>
                      </a:r>
                    </a:p>
                  </a:txBody>
                  <a:tcPr/>
                </a:tc>
                <a:tc>
                  <a:txBody>
                    <a:bodyPr/>
                    <a:lstStyle/>
                    <a:p>
                      <a:pPr algn="ctr"/>
                      <a:r>
                        <a:rPr lang="en-GB"/>
                        <a:t>0-2</a:t>
                      </a:r>
                    </a:p>
                  </a:txBody>
                  <a:tcPr/>
                </a:tc>
                <a:extLst>
                  <a:ext uri="{0D108BD9-81ED-4DB2-BD59-A6C34878D82A}">
                    <a16:rowId xmlns:a16="http://schemas.microsoft.com/office/drawing/2014/main" val="1771941278"/>
                  </a:ext>
                </a:extLst>
              </a:tr>
              <a:tr h="370840">
                <a:tc rowSpan="4">
                  <a:txBody>
                    <a:bodyPr/>
                    <a:lstStyle/>
                    <a:p>
                      <a:r>
                        <a:rPr lang="en-US"/>
                        <a:t>Verb-object number agreement</a:t>
                      </a:r>
                      <a:endParaRPr lang="en-GB"/>
                    </a:p>
                  </a:txBody>
                  <a:tcPr anchor="ctr"/>
                </a:tc>
                <a:tc rowSpan="2">
                  <a:txBody>
                    <a:bodyPr/>
                    <a:lstStyle/>
                    <a:p>
                      <a:r>
                        <a:rPr lang="en-US"/>
                        <a:t>L1 Eng, L2 Spa</a:t>
                      </a:r>
                    </a:p>
                  </a:txBody>
                  <a:tcPr anchor="ctr">
                    <a:solidFill>
                      <a:schemeClr val="accent2">
                        <a:lumMod val="60000"/>
                        <a:lumOff val="40000"/>
                      </a:schemeClr>
                    </a:solidFill>
                  </a:tcPr>
                </a:tc>
                <a:tc>
                  <a:txBody>
                    <a:bodyPr/>
                    <a:lstStyle/>
                    <a:p>
                      <a:r>
                        <a:rPr lang="en-US"/>
                        <a:t>Mini-Spanish</a:t>
                      </a:r>
                      <a:endParaRPr lang="en-GB"/>
                    </a:p>
                  </a:txBody>
                  <a:tcPr/>
                </a:tc>
                <a:tc>
                  <a:txBody>
                    <a:bodyPr/>
                    <a:lstStyle/>
                    <a:p>
                      <a:pPr algn="ctr"/>
                      <a:r>
                        <a:rPr lang="en-GB"/>
                        <a:t>0-5?</a:t>
                      </a:r>
                    </a:p>
                  </a:txBody>
                  <a:tcPr/>
                </a:tc>
                <a:tc>
                  <a:txBody>
                    <a:bodyPr/>
                    <a:lstStyle/>
                    <a:p>
                      <a:pPr algn="ctr"/>
                      <a:r>
                        <a:rPr lang="en-GB"/>
                        <a:t>0-3</a:t>
                      </a:r>
                    </a:p>
                  </a:txBody>
                  <a:tcPr/>
                </a:tc>
                <a:tc>
                  <a:txBody>
                    <a:bodyPr/>
                    <a:lstStyle/>
                    <a:p>
                      <a:pPr algn="ctr"/>
                      <a:r>
                        <a:rPr lang="en-GB"/>
                        <a:t>0-4</a:t>
                      </a:r>
                    </a:p>
                  </a:txBody>
                  <a:tcPr/>
                </a:tc>
                <a:tc>
                  <a:txBody>
                    <a:bodyPr/>
                    <a:lstStyle/>
                    <a:p>
                      <a:pPr algn="ctr"/>
                      <a:r>
                        <a:rPr lang="en-GB"/>
                        <a:t>0-3</a:t>
                      </a:r>
                    </a:p>
                  </a:txBody>
                  <a:tcPr/>
                </a:tc>
                <a:extLst>
                  <a:ext uri="{0D108BD9-81ED-4DB2-BD59-A6C34878D82A}">
                    <a16:rowId xmlns:a16="http://schemas.microsoft.com/office/drawing/2014/main" val="1060422989"/>
                  </a:ext>
                </a:extLst>
              </a:tr>
              <a:tr h="370840">
                <a:tc vMerge="1">
                  <a:txBody>
                    <a:bodyPr/>
                    <a:lstStyle/>
                    <a:p>
                      <a:endParaRPr lang="es-ES_tradnl"/>
                    </a:p>
                  </a:txBody>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L1 </a:t>
                      </a:r>
                      <a:r>
                        <a:rPr lang="en-US" err="1"/>
                        <a:t>Eng</a:t>
                      </a:r>
                      <a:r>
                        <a:rPr lang="en-US"/>
                        <a:t> L2 </a:t>
                      </a:r>
                      <a:r>
                        <a:rPr lang="en-US" err="1"/>
                        <a:t>Sp</a:t>
                      </a:r>
                      <a:endParaRPr lang="en-US"/>
                    </a:p>
                  </a:txBody>
                  <a:tcPr anchor="ctr">
                    <a:solidFill>
                      <a:schemeClr val="accent2">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Mini-English</a:t>
                      </a:r>
                    </a:p>
                  </a:txBody>
                  <a:tcPr/>
                </a:tc>
                <a:tc>
                  <a:txBody>
                    <a:bodyPr/>
                    <a:lstStyle/>
                    <a:p>
                      <a:pPr algn="ctr"/>
                      <a:r>
                        <a:rPr lang="en-GB"/>
                        <a:t>0-5?</a:t>
                      </a:r>
                    </a:p>
                  </a:txBody>
                  <a:tcPr/>
                </a:tc>
                <a:tc>
                  <a:txBody>
                    <a:bodyPr/>
                    <a:lstStyle/>
                    <a:p>
                      <a:pPr algn="ctr"/>
                      <a:r>
                        <a:rPr lang="en-GB"/>
                        <a:t>0-3</a:t>
                      </a:r>
                    </a:p>
                  </a:txBody>
                  <a:tcPr/>
                </a:tc>
                <a:tc>
                  <a:txBody>
                    <a:bodyPr/>
                    <a:lstStyle/>
                    <a:p>
                      <a:pPr algn="ctr"/>
                      <a:r>
                        <a:rPr lang="en-GB"/>
                        <a:t>0-2</a:t>
                      </a:r>
                    </a:p>
                  </a:txBody>
                  <a:tcPr/>
                </a:tc>
                <a:tc>
                  <a:txBody>
                    <a:bodyPr/>
                    <a:lstStyle/>
                    <a:p>
                      <a:pPr algn="ctr"/>
                      <a:r>
                        <a:rPr lang="en-GB"/>
                        <a:t>0-2</a:t>
                      </a:r>
                    </a:p>
                  </a:txBody>
                  <a:tcPr/>
                </a:tc>
                <a:extLst>
                  <a:ext uri="{0D108BD9-81ED-4DB2-BD59-A6C34878D82A}">
                    <a16:rowId xmlns:a16="http://schemas.microsoft.com/office/drawing/2014/main" val="1958166581"/>
                  </a:ext>
                </a:extLst>
              </a:tr>
              <a:tr h="370840">
                <a:tc vMerge="1">
                  <a:txBody>
                    <a:bodyPr/>
                    <a:lstStyle/>
                    <a:p>
                      <a:endParaRPr lang="en-GB"/>
                    </a:p>
                  </a:txBody>
                  <a:tcPr/>
                </a:tc>
                <a:tc rowSpan="2">
                  <a:txBody>
                    <a:bodyPr/>
                    <a:lstStyle/>
                    <a:p>
                      <a:r>
                        <a:rPr lang="en-GB"/>
                        <a:t>L1 </a:t>
                      </a:r>
                      <a:r>
                        <a:rPr lang="en-US"/>
                        <a:t>Spa,</a:t>
                      </a:r>
                      <a:r>
                        <a:rPr lang="en-GB"/>
                        <a:t> L2 Eng</a:t>
                      </a:r>
                    </a:p>
                  </a:txBody>
                  <a:tcPr anchor="c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Mini-Spanish</a:t>
                      </a:r>
                    </a:p>
                  </a:txBody>
                  <a:tcPr/>
                </a:tc>
                <a:tc>
                  <a:txBody>
                    <a:bodyPr/>
                    <a:lstStyle/>
                    <a:p>
                      <a:pPr algn="ctr"/>
                      <a:r>
                        <a:rPr lang="en-GB"/>
                        <a:t>0-3</a:t>
                      </a:r>
                    </a:p>
                  </a:txBody>
                  <a:tcPr/>
                </a:tc>
                <a:tc>
                  <a:txBody>
                    <a:bodyPr/>
                    <a:lstStyle/>
                    <a:p>
                      <a:pPr algn="ctr"/>
                      <a:r>
                        <a:rPr lang="en-GB"/>
                        <a:t>0-3</a:t>
                      </a:r>
                    </a:p>
                  </a:txBody>
                  <a:tcPr/>
                </a:tc>
                <a:tc>
                  <a:txBody>
                    <a:bodyPr/>
                    <a:lstStyle/>
                    <a:p>
                      <a:pPr algn="ctr"/>
                      <a:r>
                        <a:rPr lang="en-GB"/>
                        <a:t>0-4</a:t>
                      </a:r>
                    </a:p>
                  </a:txBody>
                  <a:tcPr/>
                </a:tc>
                <a:tc>
                  <a:txBody>
                    <a:bodyPr/>
                    <a:lstStyle/>
                    <a:p>
                      <a:pPr algn="ctr"/>
                      <a:r>
                        <a:rPr lang="en-GB"/>
                        <a:t>0-3</a:t>
                      </a:r>
                    </a:p>
                  </a:txBody>
                  <a:tcPr/>
                </a:tc>
                <a:extLst>
                  <a:ext uri="{0D108BD9-81ED-4DB2-BD59-A6C34878D82A}">
                    <a16:rowId xmlns:a16="http://schemas.microsoft.com/office/drawing/2014/main" val="2484412121"/>
                  </a:ext>
                </a:extLst>
              </a:tr>
              <a:tr h="370840">
                <a:tc vMerge="1">
                  <a:txBody>
                    <a:bodyPr/>
                    <a:lstStyle/>
                    <a:p>
                      <a:endParaRPr lang="en-GB"/>
                    </a:p>
                  </a:txBody>
                  <a:tcPr anchor="ct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t>L1 </a:t>
                      </a:r>
                      <a:r>
                        <a:rPr lang="en-GB" err="1"/>
                        <a:t>Sp</a:t>
                      </a:r>
                      <a:r>
                        <a:rPr lang="en-GB"/>
                        <a:t> L2 </a:t>
                      </a:r>
                      <a:r>
                        <a:rPr lang="en-GB" err="1"/>
                        <a:t>Eng</a:t>
                      </a:r>
                      <a:endParaRPr lang="en-GB"/>
                    </a:p>
                  </a:txBody>
                  <a:tcPr anchor="ctr">
                    <a:solidFill>
                      <a:schemeClr val="accent2">
                        <a:lumMod val="20000"/>
                        <a:lumOff val="80000"/>
                      </a:schemeClr>
                    </a:solidFill>
                  </a:tcPr>
                </a:tc>
                <a:tc>
                  <a:txBody>
                    <a:bodyPr/>
                    <a:lstStyle/>
                    <a:p>
                      <a:r>
                        <a:rPr lang="en-US"/>
                        <a:t>Mini-English</a:t>
                      </a:r>
                      <a:endParaRPr lang="en-GB"/>
                    </a:p>
                  </a:txBody>
                  <a:tcPr/>
                </a:tc>
                <a:tc>
                  <a:txBody>
                    <a:bodyPr/>
                    <a:lstStyle/>
                    <a:p>
                      <a:pPr algn="ctr"/>
                      <a:r>
                        <a:rPr lang="en-GB"/>
                        <a:t>0-3</a:t>
                      </a:r>
                    </a:p>
                  </a:txBody>
                  <a:tcPr/>
                </a:tc>
                <a:tc>
                  <a:txBody>
                    <a:bodyPr/>
                    <a:lstStyle/>
                    <a:p>
                      <a:pPr algn="ctr"/>
                      <a:r>
                        <a:rPr lang="en-GB"/>
                        <a:t>0-3</a:t>
                      </a:r>
                    </a:p>
                  </a:txBody>
                  <a:tcPr/>
                </a:tc>
                <a:tc>
                  <a:txBody>
                    <a:bodyPr/>
                    <a:lstStyle/>
                    <a:p>
                      <a:pPr algn="ctr"/>
                      <a:r>
                        <a:rPr lang="en-GB"/>
                        <a:t>0-3</a:t>
                      </a:r>
                    </a:p>
                  </a:txBody>
                  <a:tcPr/>
                </a:tc>
                <a:tc>
                  <a:txBody>
                    <a:bodyPr/>
                    <a:lstStyle/>
                    <a:p>
                      <a:pPr algn="ctr"/>
                      <a:r>
                        <a:rPr lang="en-GB"/>
                        <a:t>0-2</a:t>
                      </a:r>
                    </a:p>
                  </a:txBody>
                  <a:tcPr/>
                </a:tc>
                <a:extLst>
                  <a:ext uri="{0D108BD9-81ED-4DB2-BD59-A6C34878D82A}">
                    <a16:rowId xmlns:a16="http://schemas.microsoft.com/office/drawing/2014/main" val="3190412558"/>
                  </a:ext>
                </a:extLst>
              </a:tr>
            </a:tbl>
          </a:graphicData>
        </a:graphic>
      </p:graphicFrame>
      <p:sp>
        <p:nvSpPr>
          <p:cNvPr id="2" name="TextBox 1">
            <a:extLst>
              <a:ext uri="{FF2B5EF4-FFF2-40B4-BE49-F238E27FC236}">
                <a16:creationId xmlns:a16="http://schemas.microsoft.com/office/drawing/2014/main" id="{7D0DFA3E-E3B1-7E67-8E59-279758D18CF1}"/>
              </a:ext>
            </a:extLst>
          </p:cNvPr>
          <p:cNvSpPr txBox="1"/>
          <p:nvPr/>
        </p:nvSpPr>
        <p:spPr>
          <a:xfrm>
            <a:off x="838198" y="333375"/>
            <a:ext cx="10515603" cy="553998"/>
          </a:xfrm>
          <a:prstGeom prst="rect">
            <a:avLst/>
          </a:prstGeom>
          <a:noFill/>
        </p:spPr>
        <p:txBody>
          <a:bodyPr wrap="square" rtlCol="0">
            <a:spAutoFit/>
          </a:bodyPr>
          <a:lstStyle/>
          <a:p>
            <a:pPr algn="ctr"/>
            <a:r>
              <a:rPr lang="en-US" sz="3000" b="1">
                <a:solidFill>
                  <a:schemeClr val="accent4">
                    <a:lumMod val="75000"/>
                  </a:schemeClr>
                </a:solidFill>
              </a:rPr>
              <a:t>Spain site predictions</a:t>
            </a:r>
            <a:endParaRPr lang="en-GB" sz="3000" b="1">
              <a:solidFill>
                <a:schemeClr val="accent4">
                  <a:lumMod val="75000"/>
                </a:schemeClr>
              </a:solidFill>
            </a:endParaRPr>
          </a:p>
        </p:txBody>
      </p:sp>
    </p:spTree>
    <p:extLst>
      <p:ext uri="{BB962C8B-B14F-4D97-AF65-F5344CB8AC3E}">
        <p14:creationId xmlns:p14="http://schemas.microsoft.com/office/powerpoint/2010/main" val="12533187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56D48-8A53-8AAB-90B9-949E84CE2AF0}"/>
              </a:ext>
            </a:extLst>
          </p:cNvPr>
          <p:cNvSpPr>
            <a:spLocks noGrp="1"/>
          </p:cNvSpPr>
          <p:nvPr>
            <p:ph type="title"/>
          </p:nvPr>
        </p:nvSpPr>
        <p:spPr>
          <a:xfrm>
            <a:off x="838200" y="365125"/>
            <a:ext cx="10515600" cy="987425"/>
          </a:xfrm>
        </p:spPr>
        <p:txBody>
          <a:bodyPr>
            <a:normAutofit fontScale="90000"/>
          </a:bodyPr>
          <a:lstStyle/>
          <a:p>
            <a:pPr algn="ctr"/>
            <a:r>
              <a:rPr lang="en-US" dirty="0"/>
              <a:t>Executive functions and </a:t>
            </a:r>
            <a:r>
              <a:rPr lang="en-GB" sz="4400" dirty="0"/>
              <a:t>morphosyntactic</a:t>
            </a:r>
            <a:r>
              <a:rPr lang="en-US" dirty="0"/>
              <a:t> transfer</a:t>
            </a:r>
            <a:endParaRPr lang="en-GB" dirty="0"/>
          </a:p>
        </p:txBody>
      </p:sp>
      <p:graphicFrame>
        <p:nvGraphicFramePr>
          <p:cNvPr id="10" name="Content Placeholder 2">
            <a:extLst>
              <a:ext uri="{FF2B5EF4-FFF2-40B4-BE49-F238E27FC236}">
                <a16:creationId xmlns:a16="http://schemas.microsoft.com/office/drawing/2014/main" id="{51A2B90C-57B1-ED7D-38A5-8D423BDA4308}"/>
              </a:ext>
            </a:extLst>
          </p:cNvPr>
          <p:cNvGraphicFramePr>
            <a:graphicFrameLocks noGrp="1"/>
          </p:cNvGraphicFramePr>
          <p:nvPr>
            <p:ph idx="1"/>
            <p:extLst>
              <p:ext uri="{D42A27DB-BD31-4B8C-83A1-F6EECF244321}">
                <p14:modId xmlns:p14="http://schemas.microsoft.com/office/powerpoint/2010/main" val="777772594"/>
              </p:ext>
            </p:extLst>
          </p:nvPr>
        </p:nvGraphicFramePr>
        <p:xfrm>
          <a:off x="838200" y="1533524"/>
          <a:ext cx="10515600" cy="47529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33185B22-09EE-D884-006B-1B485150FEBD}"/>
              </a:ext>
            </a:extLst>
          </p:cNvPr>
          <p:cNvSpPr>
            <a:spLocks noGrp="1"/>
          </p:cNvSpPr>
          <p:nvPr>
            <p:ph type="sldNum" sz="quarter" idx="12"/>
          </p:nvPr>
        </p:nvSpPr>
        <p:spPr/>
        <p:txBody>
          <a:bodyPr/>
          <a:lstStyle/>
          <a:p>
            <a:fld id="{F120EC50-82ED-45BA-9B48-47FD87D12700}" type="slidenum">
              <a:rPr lang="en-GB" smtClean="0"/>
              <a:pPr/>
              <a:t>33</a:t>
            </a:fld>
            <a:endParaRPr lang="en-GB"/>
          </a:p>
        </p:txBody>
      </p:sp>
      <p:sp>
        <p:nvSpPr>
          <p:cNvPr id="11" name="Rectangle 10" descr="Brain">
            <a:extLst>
              <a:ext uri="{FF2B5EF4-FFF2-40B4-BE49-F238E27FC236}">
                <a16:creationId xmlns:a16="http://schemas.microsoft.com/office/drawing/2014/main" id="{75DBE7AE-A25E-1246-A103-DEC131479596}"/>
              </a:ext>
            </a:extLst>
          </p:cNvPr>
          <p:cNvSpPr/>
          <p:nvPr/>
        </p:nvSpPr>
        <p:spPr>
          <a:xfrm flipH="1">
            <a:off x="1229050" y="2133230"/>
            <a:ext cx="818912" cy="784240"/>
          </a:xfrm>
          <a:prstGeom prst="rect">
            <a:avLst/>
          </a:prstGeom>
          <a: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2000" b="-2000"/>
            </a:stretch>
          </a:blip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5" name="Rectangle 4" descr="Head with Gears">
            <a:extLst>
              <a:ext uri="{FF2B5EF4-FFF2-40B4-BE49-F238E27FC236}">
                <a16:creationId xmlns:a16="http://schemas.microsoft.com/office/drawing/2014/main" id="{06BD905F-8235-1A6F-FAF2-7BEA5CBEDD21}"/>
              </a:ext>
            </a:extLst>
          </p:cNvPr>
          <p:cNvSpPr/>
          <p:nvPr/>
        </p:nvSpPr>
        <p:spPr>
          <a:xfrm>
            <a:off x="1382160" y="2372419"/>
            <a:ext cx="784240" cy="784240"/>
          </a:xfrm>
          <a:prstGeom prst="rect">
            <a:avLst/>
          </a:prstGeom>
          <a: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3" name="Rectangle 12" descr="Brain">
            <a:extLst>
              <a:ext uri="{FF2B5EF4-FFF2-40B4-BE49-F238E27FC236}">
                <a16:creationId xmlns:a16="http://schemas.microsoft.com/office/drawing/2014/main" id="{8B7EB02C-171B-5F51-3951-3A159C267BEE}"/>
              </a:ext>
            </a:extLst>
          </p:cNvPr>
          <p:cNvSpPr/>
          <p:nvPr/>
        </p:nvSpPr>
        <p:spPr>
          <a:xfrm flipH="1">
            <a:off x="1234479" y="4238972"/>
            <a:ext cx="818912" cy="784240"/>
          </a:xfrm>
          <a:prstGeom prst="rect">
            <a:avLst/>
          </a:prstGeom>
          <a:blipFill rotWithShape="1">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a:fillRect t="-2000" b="-2000"/>
            </a:stretch>
          </a:blip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
        <p:nvSpPr>
          <p:cNvPr id="14" name="Rectangle 13" descr="Head with Gears">
            <a:extLst>
              <a:ext uri="{FF2B5EF4-FFF2-40B4-BE49-F238E27FC236}">
                <a16:creationId xmlns:a16="http://schemas.microsoft.com/office/drawing/2014/main" id="{95A29323-6CAA-984F-F6CF-914365CA6BE1}"/>
              </a:ext>
            </a:extLst>
          </p:cNvPr>
          <p:cNvSpPr/>
          <p:nvPr/>
        </p:nvSpPr>
        <p:spPr>
          <a:xfrm>
            <a:off x="1378528" y="4419946"/>
            <a:ext cx="784240" cy="784240"/>
          </a:xfrm>
          <a:prstGeom prst="rect">
            <a:avLst/>
          </a:prstGeom>
          <a: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a:fillRect/>
            </a:stretch>
          </a:blipFill>
          <a:ln>
            <a:noFill/>
          </a:ln>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GB"/>
          </a:p>
        </p:txBody>
      </p:sp>
    </p:spTree>
    <p:extLst>
      <p:ext uri="{BB962C8B-B14F-4D97-AF65-F5344CB8AC3E}">
        <p14:creationId xmlns:p14="http://schemas.microsoft.com/office/powerpoint/2010/main" val="32110098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009D6D5-DAC2-4A8B-A17A-E206B9012D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256D48-8A53-8AAB-90B9-949E84CE2AF0}"/>
              </a:ext>
            </a:extLst>
          </p:cNvPr>
          <p:cNvSpPr>
            <a:spLocks noGrp="1"/>
          </p:cNvSpPr>
          <p:nvPr>
            <p:ph type="title"/>
          </p:nvPr>
        </p:nvSpPr>
        <p:spPr>
          <a:xfrm>
            <a:off x="844217" y="846392"/>
            <a:ext cx="5251316" cy="1807305"/>
          </a:xfrm>
        </p:spPr>
        <p:txBody>
          <a:bodyPr>
            <a:normAutofit/>
          </a:bodyPr>
          <a:lstStyle/>
          <a:p>
            <a:r>
              <a:rPr lang="en-US" sz="4100" dirty="0"/>
              <a:t>Longitudinal effects in </a:t>
            </a:r>
            <a:r>
              <a:rPr lang="en-GB" sz="4100" dirty="0"/>
              <a:t>morphosyntactic</a:t>
            </a:r>
            <a:r>
              <a:rPr lang="en-US" sz="4100" dirty="0"/>
              <a:t> transfer</a:t>
            </a:r>
            <a:endParaRPr lang="en-GB" sz="4100" dirty="0"/>
          </a:p>
        </p:txBody>
      </p:sp>
      <p:sp>
        <p:nvSpPr>
          <p:cNvPr id="3" name="Content Placeholder 2">
            <a:extLst>
              <a:ext uri="{FF2B5EF4-FFF2-40B4-BE49-F238E27FC236}">
                <a16:creationId xmlns:a16="http://schemas.microsoft.com/office/drawing/2014/main" id="{C42177E8-8018-3082-34F1-C87A5A0869DE}"/>
              </a:ext>
            </a:extLst>
          </p:cNvPr>
          <p:cNvSpPr>
            <a:spLocks noGrp="1"/>
          </p:cNvSpPr>
          <p:nvPr>
            <p:ph idx="1"/>
          </p:nvPr>
        </p:nvSpPr>
        <p:spPr>
          <a:xfrm>
            <a:off x="946487" y="3103327"/>
            <a:ext cx="4619621" cy="2599650"/>
          </a:xfrm>
        </p:spPr>
        <p:txBody>
          <a:bodyPr>
            <a:normAutofit/>
          </a:bodyPr>
          <a:lstStyle/>
          <a:p>
            <a:r>
              <a:rPr lang="en-US" sz="2000" b="1" dirty="0"/>
              <a:t>Hypothesis 1: </a:t>
            </a:r>
            <a:r>
              <a:rPr lang="en-US" sz="2000" dirty="0"/>
              <a:t>any signatures of transfer (esp. P600) more likely to occur in </a:t>
            </a:r>
            <a:r>
              <a:rPr lang="en-US" sz="2000" b="1" dirty="0"/>
              <a:t>later </a:t>
            </a:r>
            <a:r>
              <a:rPr lang="en-US" sz="2000" dirty="0"/>
              <a:t>sessions.</a:t>
            </a:r>
          </a:p>
          <a:p>
            <a:endParaRPr lang="en-US" sz="2000" dirty="0"/>
          </a:p>
          <a:p>
            <a:r>
              <a:rPr lang="en-US" sz="2000" b="1" dirty="0"/>
              <a:t>Hypothesis 2:</a:t>
            </a:r>
            <a:r>
              <a:rPr lang="en-US" sz="2000" dirty="0"/>
              <a:t> any signatures of transfer (esp. P600) should </a:t>
            </a:r>
            <a:r>
              <a:rPr lang="en-US" sz="2000" b="1" dirty="0"/>
              <a:t>persist </a:t>
            </a:r>
            <a:r>
              <a:rPr lang="en-US" sz="2000" dirty="0"/>
              <a:t>in subsequent sessions.</a:t>
            </a:r>
          </a:p>
        </p:txBody>
      </p:sp>
      <p:pic>
        <p:nvPicPr>
          <p:cNvPr id="6" name="Picture 5">
            <a:extLst>
              <a:ext uri="{FF2B5EF4-FFF2-40B4-BE49-F238E27FC236}">
                <a16:creationId xmlns:a16="http://schemas.microsoft.com/office/drawing/2014/main" id="{12A6CD07-59E0-20CC-E9C5-380AD60EC4AA}"/>
              </a:ext>
            </a:extLst>
          </p:cNvPr>
          <p:cNvPicPr>
            <a:picLocks noChangeAspect="1"/>
          </p:cNvPicPr>
          <p:nvPr/>
        </p:nvPicPr>
        <p:blipFill rotWithShape="1">
          <a:blip r:embed="rId2"/>
          <a:srcRect l="8341" r="4275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4" name="Slide Number Placeholder 3">
            <a:extLst>
              <a:ext uri="{FF2B5EF4-FFF2-40B4-BE49-F238E27FC236}">
                <a16:creationId xmlns:a16="http://schemas.microsoft.com/office/drawing/2014/main" id="{33185B22-09EE-D884-006B-1B485150FEBD}"/>
              </a:ext>
            </a:extLst>
          </p:cNvPr>
          <p:cNvSpPr>
            <a:spLocks noGrp="1"/>
          </p:cNvSpPr>
          <p:nvPr>
            <p:ph type="sldNum" sz="quarter" idx="12"/>
          </p:nvPr>
        </p:nvSpPr>
        <p:spPr>
          <a:xfrm>
            <a:off x="8610600" y="6356350"/>
            <a:ext cx="2743200" cy="365125"/>
          </a:xfrm>
        </p:spPr>
        <p:txBody>
          <a:bodyPr>
            <a:normAutofit/>
          </a:bodyPr>
          <a:lstStyle/>
          <a:p>
            <a:pPr>
              <a:spcAft>
                <a:spcPts val="600"/>
              </a:spcAft>
            </a:pPr>
            <a:fld id="{F120EC50-82ED-45BA-9B48-47FD87D12700}" type="slidenum">
              <a:rPr lang="en-GB">
                <a:solidFill>
                  <a:srgbClr val="FFFFFF"/>
                </a:solidFill>
              </a:rPr>
              <a:pPr>
                <a:spcAft>
                  <a:spcPts val="600"/>
                </a:spcAft>
              </a:pPr>
              <a:t>34</a:t>
            </a:fld>
            <a:endParaRPr lang="en-GB">
              <a:solidFill>
                <a:srgbClr val="FFFFFF"/>
              </a:solidFill>
            </a:endParaRPr>
          </a:p>
        </p:txBody>
      </p:sp>
    </p:spTree>
    <p:extLst>
      <p:ext uri="{BB962C8B-B14F-4D97-AF65-F5344CB8AC3E}">
        <p14:creationId xmlns:p14="http://schemas.microsoft.com/office/powerpoint/2010/main" val="22350102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387D03-897C-6A90-997A-B7841519D57C}"/>
              </a:ext>
            </a:extLst>
          </p:cNvPr>
          <p:cNvSpPr>
            <a:spLocks noGrp="1"/>
          </p:cNvSpPr>
          <p:nvPr>
            <p:ph idx="1"/>
          </p:nvPr>
        </p:nvSpPr>
        <p:spPr>
          <a:xfrm>
            <a:off x="838200" y="447675"/>
            <a:ext cx="10515600" cy="5962650"/>
          </a:xfrm>
        </p:spPr>
        <p:txBody>
          <a:bodyPr>
            <a:normAutofit/>
          </a:bodyPr>
          <a:lstStyle/>
          <a:p>
            <a:pPr marL="0" indent="0" algn="ctr">
              <a:lnSpc>
                <a:spcPct val="115000"/>
              </a:lnSpc>
              <a:spcAft>
                <a:spcPts val="800"/>
              </a:spcAft>
              <a:buNone/>
            </a:pPr>
            <a:r>
              <a:rPr lang="en-GB" sz="2100" b="1" kern="100" dirty="0">
                <a:latin typeface="Times New Roman" panose="02020603050405020304" pitchFamily="18" charset="0"/>
                <a:ea typeface="Calibri" panose="020F0502020204030204" pitchFamily="34" charset="0"/>
                <a:cs typeface="Arial" panose="020B0604020202020204" pitchFamily="34" charset="0"/>
              </a:rPr>
              <a:t>Main r</a:t>
            </a:r>
            <a:r>
              <a:rPr lang="en-GB" sz="2100" b="1" kern="100" dirty="0">
                <a:effectLst/>
                <a:latin typeface="Times New Roman" panose="02020603050405020304" pitchFamily="18" charset="0"/>
                <a:ea typeface="Calibri" panose="020F0502020204030204" pitchFamily="34" charset="0"/>
                <a:cs typeface="Arial" panose="020B0604020202020204" pitchFamily="34" charset="0"/>
              </a:rPr>
              <a:t>eferences </a:t>
            </a:r>
            <a:r>
              <a:rPr lang="en-GB" sz="1800" kern="100" dirty="0">
                <a:effectLst/>
                <a:latin typeface="Times New Roman" panose="02020603050405020304" pitchFamily="18" charset="0"/>
                <a:ea typeface="Calibri" panose="020F0502020204030204" pitchFamily="34" charset="0"/>
                <a:cs typeface="Arial" panose="020B0604020202020204" pitchFamily="34" charset="0"/>
              </a:rPr>
              <a:t>(others available upon request)</a:t>
            </a:r>
          </a:p>
          <a:p>
            <a:pPr marL="361950" indent="-361950">
              <a:lnSpc>
                <a:spcPct val="115000"/>
              </a:lnSpc>
              <a:spcAft>
                <a:spcPts val="800"/>
              </a:spcAft>
              <a:buNone/>
            </a:pPr>
            <a:r>
              <a:rPr lang="en-GB" sz="1900" kern="100" dirty="0">
                <a:effectLst/>
                <a:latin typeface="Times New Roman" panose="02020603050405020304" pitchFamily="18" charset="0"/>
                <a:ea typeface="Calibri" panose="020F0502020204030204" pitchFamily="34" charset="0"/>
                <a:cs typeface="Arial" panose="020B0604020202020204" pitchFamily="34" charset="0"/>
              </a:rPr>
              <a:t>González Alonso, J., </a:t>
            </a:r>
            <a:r>
              <a:rPr lang="en-GB" sz="1900" kern="100" dirty="0" err="1">
                <a:effectLst/>
                <a:latin typeface="Times New Roman" panose="02020603050405020304" pitchFamily="18" charset="0"/>
                <a:ea typeface="Calibri" panose="020F0502020204030204" pitchFamily="34" charset="0"/>
                <a:cs typeface="Arial" panose="020B0604020202020204" pitchFamily="34" charset="0"/>
              </a:rPr>
              <a:t>Alemán</a:t>
            </a:r>
            <a:r>
              <a:rPr lang="en-GB" sz="1900" kern="100" dirty="0">
                <a:effectLst/>
                <a:latin typeface="Times New Roman" panose="02020603050405020304" pitchFamily="18" charset="0"/>
                <a:ea typeface="Calibri" panose="020F0502020204030204" pitchFamily="34" charset="0"/>
                <a:cs typeface="Arial" panose="020B0604020202020204" pitchFamily="34" charset="0"/>
              </a:rPr>
              <a:t> </a:t>
            </a:r>
            <a:r>
              <a:rPr lang="en-GB" sz="1900" kern="100" dirty="0" err="1">
                <a:effectLst/>
                <a:latin typeface="Times New Roman" panose="02020603050405020304" pitchFamily="18" charset="0"/>
                <a:ea typeface="Calibri" panose="020F0502020204030204" pitchFamily="34" charset="0"/>
                <a:cs typeface="Arial" panose="020B0604020202020204" pitchFamily="34" charset="0"/>
              </a:rPr>
              <a:t>Bañón</a:t>
            </a:r>
            <a:r>
              <a:rPr lang="en-GB" sz="1900" kern="100" dirty="0">
                <a:effectLst/>
                <a:latin typeface="Times New Roman" panose="02020603050405020304" pitchFamily="18" charset="0"/>
                <a:ea typeface="Calibri" panose="020F0502020204030204" pitchFamily="34" charset="0"/>
                <a:cs typeface="Arial" panose="020B0604020202020204" pitchFamily="34" charset="0"/>
              </a:rPr>
              <a:t>, J., DeLuca, V., Miller, D., Pereira Soares, S. M., Puig-</a:t>
            </a:r>
            <a:r>
              <a:rPr lang="en-GB" sz="1900" kern="100" dirty="0" err="1">
                <a:effectLst/>
                <a:latin typeface="Times New Roman" panose="02020603050405020304" pitchFamily="18" charset="0"/>
                <a:ea typeface="Calibri" panose="020F0502020204030204" pitchFamily="34" charset="0"/>
                <a:cs typeface="Arial" panose="020B0604020202020204" pitchFamily="34" charset="0"/>
              </a:rPr>
              <a:t>Mayenco</a:t>
            </a:r>
            <a:r>
              <a:rPr lang="en-GB" sz="1900" kern="100" dirty="0">
                <a:effectLst/>
                <a:latin typeface="Times New Roman" panose="02020603050405020304" pitchFamily="18" charset="0"/>
                <a:ea typeface="Calibri" panose="020F0502020204030204" pitchFamily="34" charset="0"/>
                <a:cs typeface="Arial" panose="020B0604020202020204" pitchFamily="34" charset="0"/>
              </a:rPr>
              <a:t>, E., </a:t>
            </a:r>
            <a:r>
              <a:rPr lang="en-GB" sz="1900" kern="100" dirty="0" err="1">
                <a:effectLst/>
                <a:latin typeface="Times New Roman" panose="02020603050405020304" pitchFamily="18" charset="0"/>
                <a:ea typeface="Calibri" panose="020F0502020204030204" pitchFamily="34" charset="0"/>
                <a:cs typeface="Arial" panose="020B0604020202020204" pitchFamily="34" charset="0"/>
              </a:rPr>
              <a:t>Slaats</a:t>
            </a:r>
            <a:r>
              <a:rPr lang="en-GB" sz="1900" kern="100" dirty="0">
                <a:effectLst/>
                <a:latin typeface="Times New Roman" panose="02020603050405020304" pitchFamily="18" charset="0"/>
                <a:ea typeface="Calibri" panose="020F0502020204030204" pitchFamily="34" charset="0"/>
                <a:cs typeface="Arial" panose="020B0604020202020204" pitchFamily="34" charset="0"/>
              </a:rPr>
              <a:t>, S., &amp; Rothman, J. (2020). Event related potentials at initial exposure in third language acquisition: Implications from an artificial mini-grammar study. </a:t>
            </a:r>
            <a:r>
              <a:rPr lang="en-GB" sz="1900" i="1" kern="100" dirty="0">
                <a:effectLst/>
                <a:latin typeface="Times New Roman" panose="02020603050405020304" pitchFamily="18" charset="0"/>
                <a:ea typeface="Calibri" panose="020F0502020204030204" pitchFamily="34" charset="0"/>
                <a:cs typeface="Arial" panose="020B0604020202020204" pitchFamily="34" charset="0"/>
              </a:rPr>
              <a:t>Journal of Neurolinguistics</a:t>
            </a:r>
            <a:r>
              <a:rPr lang="en-GB" sz="1900" kern="100" dirty="0">
                <a:effectLst/>
                <a:latin typeface="Times New Roman" panose="02020603050405020304" pitchFamily="18" charset="0"/>
                <a:ea typeface="Calibri" panose="020F0502020204030204" pitchFamily="34" charset="0"/>
                <a:cs typeface="Arial" panose="020B0604020202020204" pitchFamily="34" charset="0"/>
              </a:rPr>
              <a:t>, </a:t>
            </a:r>
            <a:r>
              <a:rPr lang="en-GB" sz="1900" i="1" kern="100" dirty="0">
                <a:effectLst/>
                <a:latin typeface="Times New Roman" panose="02020603050405020304" pitchFamily="18" charset="0"/>
                <a:ea typeface="Calibri" panose="020F0502020204030204" pitchFamily="34" charset="0"/>
                <a:cs typeface="Arial" panose="020B0604020202020204" pitchFamily="34" charset="0"/>
              </a:rPr>
              <a:t>56</a:t>
            </a:r>
            <a:r>
              <a:rPr lang="en-GB" sz="1900" kern="100" dirty="0">
                <a:effectLst/>
                <a:latin typeface="Times New Roman" panose="02020603050405020304" pitchFamily="18" charset="0"/>
                <a:ea typeface="Calibri" panose="020F0502020204030204" pitchFamily="34" charset="0"/>
                <a:cs typeface="Arial" panose="020B0604020202020204" pitchFamily="34" charset="0"/>
              </a:rPr>
              <a:t>, 100939. </a:t>
            </a:r>
            <a:endParaRPr lang="en-GB" sz="1900" kern="100" dirty="0">
              <a:effectLst/>
              <a:latin typeface="Calibri" panose="020F0502020204030204" pitchFamily="34" charset="0"/>
              <a:ea typeface="Calibri" panose="020F0502020204030204" pitchFamily="34" charset="0"/>
              <a:cs typeface="Arial" panose="020B0604020202020204" pitchFamily="34" charset="0"/>
            </a:endParaRPr>
          </a:p>
          <a:p>
            <a:pPr marL="361950" indent="-361950">
              <a:lnSpc>
                <a:spcPct val="115000"/>
              </a:lnSpc>
              <a:spcAft>
                <a:spcPts val="800"/>
              </a:spcAft>
              <a:buNone/>
            </a:pPr>
            <a:r>
              <a:rPr lang="en-GB" sz="1900" kern="100" dirty="0">
                <a:effectLst/>
                <a:latin typeface="Times New Roman" panose="02020603050405020304" pitchFamily="18" charset="0"/>
                <a:ea typeface="Calibri" panose="020F0502020204030204" pitchFamily="34" charset="0"/>
                <a:cs typeface="Arial" panose="020B0604020202020204" pitchFamily="34" charset="0"/>
              </a:rPr>
              <a:t>Morgan-Short, K., Finger, I., Grey, S., &amp; Ullman, M. T. (2012). Second language processing shows increased native-like neural responses after months of no exposure. </a:t>
            </a:r>
            <a:r>
              <a:rPr lang="en-GB" sz="1900" i="1" kern="100" dirty="0">
                <a:effectLst/>
                <a:latin typeface="Times New Roman" panose="02020603050405020304" pitchFamily="18" charset="0"/>
                <a:ea typeface="Calibri" panose="020F0502020204030204" pitchFamily="34" charset="0"/>
                <a:cs typeface="Arial" panose="020B0604020202020204" pitchFamily="34" charset="0"/>
              </a:rPr>
              <a:t>PLOS ONE</a:t>
            </a:r>
            <a:r>
              <a:rPr lang="en-GB" sz="1900" kern="100" dirty="0">
                <a:effectLst/>
                <a:latin typeface="Times New Roman" panose="02020603050405020304" pitchFamily="18" charset="0"/>
                <a:ea typeface="Calibri" panose="020F0502020204030204" pitchFamily="34" charset="0"/>
                <a:cs typeface="Arial" panose="020B0604020202020204" pitchFamily="34" charset="0"/>
              </a:rPr>
              <a:t>, </a:t>
            </a:r>
            <a:r>
              <a:rPr lang="en-GB" sz="1900" i="1" kern="100" dirty="0">
                <a:effectLst/>
                <a:latin typeface="Times New Roman" panose="02020603050405020304" pitchFamily="18" charset="0"/>
                <a:ea typeface="Calibri" panose="020F0502020204030204" pitchFamily="34" charset="0"/>
                <a:cs typeface="Arial" panose="020B0604020202020204" pitchFamily="34" charset="0"/>
              </a:rPr>
              <a:t>7</a:t>
            </a:r>
            <a:r>
              <a:rPr lang="en-GB" sz="1900" kern="100" dirty="0">
                <a:effectLst/>
                <a:latin typeface="Times New Roman" panose="02020603050405020304" pitchFamily="18" charset="0"/>
                <a:ea typeface="Calibri" panose="020F0502020204030204" pitchFamily="34" charset="0"/>
                <a:cs typeface="Arial" panose="020B0604020202020204" pitchFamily="34" charset="0"/>
              </a:rPr>
              <a:t>(3), e32974. </a:t>
            </a:r>
            <a:endParaRPr lang="en-GB" sz="1900" kern="100" dirty="0">
              <a:effectLst/>
              <a:latin typeface="Calibri" panose="020F0502020204030204" pitchFamily="34" charset="0"/>
              <a:ea typeface="Calibri" panose="020F0502020204030204" pitchFamily="34" charset="0"/>
              <a:cs typeface="Arial" panose="020B0604020202020204" pitchFamily="34" charset="0"/>
            </a:endParaRPr>
          </a:p>
          <a:p>
            <a:pPr marL="361950" indent="-361950">
              <a:lnSpc>
                <a:spcPct val="115000"/>
              </a:lnSpc>
              <a:spcAft>
                <a:spcPts val="800"/>
              </a:spcAft>
              <a:buNone/>
            </a:pPr>
            <a:r>
              <a:rPr lang="en-GB" sz="1900" kern="100" dirty="0">
                <a:effectLst/>
                <a:latin typeface="Times New Roman" panose="02020603050405020304" pitchFamily="18" charset="0"/>
                <a:ea typeface="Calibri" panose="020F0502020204030204" pitchFamily="34" charset="0"/>
                <a:cs typeface="Arial" panose="020B0604020202020204" pitchFamily="34" charset="0"/>
              </a:rPr>
              <a:t>Pereira Soares, S. M., </a:t>
            </a:r>
            <a:r>
              <a:rPr lang="en-GB" sz="1900" kern="100" dirty="0" err="1">
                <a:effectLst/>
                <a:latin typeface="Times New Roman" panose="02020603050405020304" pitchFamily="18" charset="0"/>
                <a:ea typeface="Calibri" panose="020F0502020204030204" pitchFamily="34" charset="0"/>
                <a:cs typeface="Arial" panose="020B0604020202020204" pitchFamily="34" charset="0"/>
              </a:rPr>
              <a:t>Kupisch</a:t>
            </a:r>
            <a:r>
              <a:rPr lang="en-GB" sz="1900" kern="100" dirty="0">
                <a:effectLst/>
                <a:latin typeface="Times New Roman" panose="02020603050405020304" pitchFamily="18" charset="0"/>
                <a:ea typeface="Calibri" panose="020F0502020204030204" pitchFamily="34" charset="0"/>
                <a:cs typeface="Arial" panose="020B0604020202020204" pitchFamily="34" charset="0"/>
              </a:rPr>
              <a:t>, T., &amp; Rothman, J. (2022). Testing potential transfer effects in heritage and adult L2 bilinguals acquiring a mini grammar as an additional language: An ERP approach. </a:t>
            </a:r>
            <a:r>
              <a:rPr lang="en-GB" sz="1900" i="1" kern="100" dirty="0">
                <a:effectLst/>
                <a:latin typeface="Times New Roman" panose="02020603050405020304" pitchFamily="18" charset="0"/>
                <a:ea typeface="Calibri" panose="020F0502020204030204" pitchFamily="34" charset="0"/>
                <a:cs typeface="Arial" panose="020B0604020202020204" pitchFamily="34" charset="0"/>
              </a:rPr>
              <a:t>Brain Sciences</a:t>
            </a:r>
            <a:r>
              <a:rPr lang="en-GB" sz="1900" kern="100" dirty="0">
                <a:effectLst/>
                <a:latin typeface="Times New Roman" panose="02020603050405020304" pitchFamily="18" charset="0"/>
                <a:ea typeface="Calibri" panose="020F0502020204030204" pitchFamily="34" charset="0"/>
                <a:cs typeface="Arial" panose="020B0604020202020204" pitchFamily="34" charset="0"/>
              </a:rPr>
              <a:t>, </a:t>
            </a:r>
            <a:r>
              <a:rPr lang="en-GB" sz="1900" i="1" kern="100" dirty="0">
                <a:effectLst/>
                <a:latin typeface="Times New Roman" panose="02020603050405020304" pitchFamily="18" charset="0"/>
                <a:ea typeface="Calibri" panose="020F0502020204030204" pitchFamily="34" charset="0"/>
                <a:cs typeface="Arial" panose="020B0604020202020204" pitchFamily="34" charset="0"/>
              </a:rPr>
              <a:t>12</a:t>
            </a:r>
            <a:r>
              <a:rPr lang="en-GB" sz="1900" kern="100" dirty="0">
                <a:effectLst/>
                <a:latin typeface="Times New Roman" panose="02020603050405020304" pitchFamily="18" charset="0"/>
                <a:ea typeface="Calibri" panose="020F0502020204030204" pitchFamily="34" charset="0"/>
                <a:cs typeface="Arial" panose="020B0604020202020204" pitchFamily="34" charset="0"/>
              </a:rPr>
              <a:t>(5), Article 5. </a:t>
            </a:r>
          </a:p>
          <a:p>
            <a:pPr marL="361950" indent="-361950">
              <a:lnSpc>
                <a:spcPct val="115000"/>
              </a:lnSpc>
              <a:spcAft>
                <a:spcPts val="800"/>
              </a:spcAft>
              <a:buNone/>
            </a:pPr>
            <a:r>
              <a:rPr lang="en-GB" sz="1900" kern="100" dirty="0" err="1">
                <a:latin typeface="Times New Roman" panose="02020603050405020304" pitchFamily="18" charset="0"/>
                <a:ea typeface="Calibri" panose="020F0502020204030204" pitchFamily="34" charset="0"/>
                <a:cs typeface="Arial" panose="020B0604020202020204" pitchFamily="34" charset="0"/>
              </a:rPr>
              <a:t>Rogala</a:t>
            </a:r>
            <a:r>
              <a:rPr lang="en-GB" sz="1900" kern="100" dirty="0">
                <a:latin typeface="Times New Roman" panose="02020603050405020304" pitchFamily="18" charset="0"/>
                <a:ea typeface="Calibri" panose="020F0502020204030204" pitchFamily="34" charset="0"/>
                <a:cs typeface="Arial" panose="020B0604020202020204" pitchFamily="34" charset="0"/>
              </a:rPr>
              <a:t>, J., </a:t>
            </a:r>
            <a:r>
              <a:rPr lang="en-GB" sz="1900" kern="100" dirty="0" err="1">
                <a:latin typeface="Times New Roman" panose="02020603050405020304" pitchFamily="18" charset="0"/>
                <a:ea typeface="Calibri" panose="020F0502020204030204" pitchFamily="34" charset="0"/>
                <a:cs typeface="Arial" panose="020B0604020202020204" pitchFamily="34" charset="0"/>
              </a:rPr>
              <a:t>Kublik</a:t>
            </a:r>
            <a:r>
              <a:rPr lang="en-GB" sz="1900" kern="100" dirty="0">
                <a:latin typeface="Times New Roman" panose="02020603050405020304" pitchFamily="18" charset="0"/>
                <a:ea typeface="Calibri" panose="020F0502020204030204" pitchFamily="34" charset="0"/>
                <a:cs typeface="Arial" panose="020B0604020202020204" pitchFamily="34" charset="0"/>
              </a:rPr>
              <a:t>, E., </a:t>
            </a:r>
            <a:r>
              <a:rPr lang="en-GB" sz="1900" kern="100" dirty="0" err="1">
                <a:latin typeface="Times New Roman" panose="02020603050405020304" pitchFamily="18" charset="0"/>
                <a:ea typeface="Calibri" panose="020F0502020204030204" pitchFamily="34" charset="0"/>
                <a:cs typeface="Arial" panose="020B0604020202020204" pitchFamily="34" charset="0"/>
              </a:rPr>
              <a:t>Krauz</a:t>
            </a:r>
            <a:r>
              <a:rPr lang="en-GB" sz="1900" kern="100" dirty="0">
                <a:latin typeface="Times New Roman" panose="02020603050405020304" pitchFamily="18" charset="0"/>
                <a:ea typeface="Calibri" panose="020F0502020204030204" pitchFamily="34" charset="0"/>
                <a:cs typeface="Arial" panose="020B0604020202020204" pitchFamily="34" charset="0"/>
              </a:rPr>
              <a:t>, R., &amp; </a:t>
            </a:r>
            <a:r>
              <a:rPr lang="en-GB" sz="1900" kern="100" dirty="0" err="1">
                <a:latin typeface="Times New Roman" panose="02020603050405020304" pitchFamily="18" charset="0"/>
                <a:ea typeface="Calibri" panose="020F0502020204030204" pitchFamily="34" charset="0"/>
                <a:cs typeface="Arial" panose="020B0604020202020204" pitchFamily="34" charset="0"/>
              </a:rPr>
              <a:t>Wróbel</a:t>
            </a:r>
            <a:r>
              <a:rPr lang="en-GB" sz="1900" kern="100" dirty="0">
                <a:latin typeface="Times New Roman" panose="02020603050405020304" pitchFamily="18" charset="0"/>
                <a:ea typeface="Calibri" panose="020F0502020204030204" pitchFamily="34" charset="0"/>
                <a:cs typeface="Arial" panose="020B0604020202020204" pitchFamily="34" charset="0"/>
              </a:rPr>
              <a:t>, A. (2020). Resting-state EEG activity predicts frontoparietal network reconfiguration and improved attentional performance. </a:t>
            </a:r>
            <a:r>
              <a:rPr lang="en-GB" sz="1900" i="1" kern="100" dirty="0">
                <a:latin typeface="Times New Roman" panose="02020603050405020304" pitchFamily="18" charset="0"/>
                <a:ea typeface="Calibri" panose="020F0502020204030204" pitchFamily="34" charset="0"/>
                <a:cs typeface="Arial" panose="020B0604020202020204" pitchFamily="34" charset="0"/>
              </a:rPr>
              <a:t>Scientific Reports, 10</a:t>
            </a:r>
            <a:r>
              <a:rPr lang="en-GB" sz="1900" kern="100" dirty="0">
                <a:latin typeface="Times New Roman" panose="02020603050405020304" pitchFamily="18" charset="0"/>
                <a:ea typeface="Calibri" panose="020F0502020204030204" pitchFamily="34" charset="0"/>
                <a:cs typeface="Arial" panose="020B0604020202020204" pitchFamily="34" charset="0"/>
              </a:rPr>
              <a:t>(1), 5064. </a:t>
            </a:r>
          </a:p>
          <a:p>
            <a:pPr marL="361950" indent="-361950">
              <a:lnSpc>
                <a:spcPct val="115000"/>
              </a:lnSpc>
              <a:spcAft>
                <a:spcPts val="800"/>
              </a:spcAft>
              <a:buNone/>
            </a:pPr>
            <a:r>
              <a:rPr lang="en-GB" sz="1900" kern="100" dirty="0">
                <a:effectLst/>
                <a:latin typeface="Times New Roman" panose="02020603050405020304" pitchFamily="18" charset="0"/>
                <a:ea typeface="Calibri" panose="020F0502020204030204" pitchFamily="34" charset="0"/>
                <a:cs typeface="Arial" panose="020B0604020202020204" pitchFamily="34" charset="0"/>
              </a:rPr>
              <a:t>Rothman, J., </a:t>
            </a:r>
            <a:r>
              <a:rPr lang="en-GB" sz="1900" kern="100" dirty="0" err="1">
                <a:effectLst/>
                <a:latin typeface="Times New Roman" panose="02020603050405020304" pitchFamily="18" charset="0"/>
                <a:ea typeface="Calibri" panose="020F0502020204030204" pitchFamily="34" charset="0"/>
                <a:cs typeface="Arial" panose="020B0604020202020204" pitchFamily="34" charset="0"/>
              </a:rPr>
              <a:t>Alemán</a:t>
            </a:r>
            <a:r>
              <a:rPr lang="en-GB" sz="1900" kern="100" dirty="0">
                <a:effectLst/>
                <a:latin typeface="Times New Roman" panose="02020603050405020304" pitchFamily="18" charset="0"/>
                <a:ea typeface="Calibri" panose="020F0502020204030204" pitchFamily="34" charset="0"/>
                <a:cs typeface="Arial" panose="020B0604020202020204" pitchFamily="34" charset="0"/>
              </a:rPr>
              <a:t> </a:t>
            </a:r>
            <a:r>
              <a:rPr lang="en-GB" sz="1900" kern="100" dirty="0" err="1">
                <a:effectLst/>
                <a:latin typeface="Times New Roman" panose="02020603050405020304" pitchFamily="18" charset="0"/>
                <a:ea typeface="Calibri" panose="020F0502020204030204" pitchFamily="34" charset="0"/>
                <a:cs typeface="Arial" panose="020B0604020202020204" pitchFamily="34" charset="0"/>
              </a:rPr>
              <a:t>Bañón</a:t>
            </a:r>
            <a:r>
              <a:rPr lang="en-GB" sz="1900" kern="100" dirty="0">
                <a:effectLst/>
                <a:latin typeface="Times New Roman" panose="02020603050405020304" pitchFamily="18" charset="0"/>
                <a:ea typeface="Calibri" panose="020F0502020204030204" pitchFamily="34" charset="0"/>
                <a:cs typeface="Arial" panose="020B0604020202020204" pitchFamily="34" charset="0"/>
              </a:rPr>
              <a:t>, J., &amp; González Alonso, J. (2015). Neurolinguistic measures of typological effects in multilingual transfer: Introducing an ERP methodology. </a:t>
            </a:r>
            <a:r>
              <a:rPr lang="en-GB" sz="1900" i="1" kern="100" dirty="0">
                <a:effectLst/>
                <a:latin typeface="Times New Roman" panose="02020603050405020304" pitchFamily="18" charset="0"/>
                <a:ea typeface="Calibri" panose="020F0502020204030204" pitchFamily="34" charset="0"/>
                <a:cs typeface="Arial" panose="020B0604020202020204" pitchFamily="34" charset="0"/>
              </a:rPr>
              <a:t>Frontiers in Psychology</a:t>
            </a:r>
            <a:r>
              <a:rPr lang="en-GB" sz="1900" kern="100" dirty="0">
                <a:effectLst/>
                <a:latin typeface="Times New Roman" panose="02020603050405020304" pitchFamily="18" charset="0"/>
                <a:ea typeface="Calibri" panose="020F0502020204030204" pitchFamily="34" charset="0"/>
                <a:cs typeface="Arial" panose="020B0604020202020204" pitchFamily="34" charset="0"/>
              </a:rPr>
              <a:t>, </a:t>
            </a:r>
            <a:r>
              <a:rPr lang="en-GB" sz="1900" i="1" kern="100" dirty="0">
                <a:effectLst/>
                <a:latin typeface="Times New Roman" panose="02020603050405020304" pitchFamily="18" charset="0"/>
                <a:ea typeface="Calibri" panose="020F0502020204030204" pitchFamily="34" charset="0"/>
                <a:cs typeface="Arial" panose="020B0604020202020204" pitchFamily="34" charset="0"/>
              </a:rPr>
              <a:t>6</a:t>
            </a:r>
            <a:r>
              <a:rPr lang="en-GB" sz="1900" kern="100" dirty="0">
                <a:effectLst/>
                <a:latin typeface="Times New Roman" panose="02020603050405020304" pitchFamily="18" charset="0"/>
                <a:ea typeface="Calibri" panose="020F0502020204030204" pitchFamily="34" charset="0"/>
                <a:cs typeface="Arial" panose="020B0604020202020204" pitchFamily="34" charset="0"/>
              </a:rPr>
              <a:t>. </a:t>
            </a:r>
            <a:endParaRPr lang="en-GB" sz="1900" kern="1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6EA537-912A-C7CB-F578-99C8EB9C701A}"/>
              </a:ext>
            </a:extLst>
          </p:cNvPr>
          <p:cNvSpPr>
            <a:spLocks noGrp="1"/>
          </p:cNvSpPr>
          <p:nvPr>
            <p:ph type="sldNum" sz="quarter" idx="12"/>
          </p:nvPr>
        </p:nvSpPr>
        <p:spPr>
          <a:xfrm>
            <a:off x="9101553" y="6346825"/>
            <a:ext cx="2743200" cy="365125"/>
          </a:xfrm>
        </p:spPr>
        <p:txBody>
          <a:bodyPr/>
          <a:lstStyle/>
          <a:p>
            <a:fld id="{F120EC50-82ED-45BA-9B48-47FD87D12700}" type="slidenum">
              <a:rPr lang="en-GB" smtClean="0"/>
              <a:pPr/>
              <a:t>35</a:t>
            </a:fld>
            <a:endParaRPr lang="en-GB" dirty="0"/>
          </a:p>
        </p:txBody>
      </p:sp>
    </p:spTree>
    <p:extLst>
      <p:ext uri="{BB962C8B-B14F-4D97-AF65-F5344CB8AC3E}">
        <p14:creationId xmlns:p14="http://schemas.microsoft.com/office/powerpoint/2010/main" val="8697418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349</TotalTime>
  <Words>2325</Words>
  <Application>Microsoft Office PowerPoint</Application>
  <PresentationFormat>Widescreen</PresentationFormat>
  <Paragraphs>351</Paragraphs>
  <Slides>35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Arial</vt:lpstr>
      <vt:lpstr>Calibri</vt:lpstr>
      <vt:lpstr>Calibri Light</vt:lpstr>
      <vt:lpstr>Times New Roman</vt:lpstr>
      <vt:lpstr>Wingdings</vt:lpstr>
      <vt:lpstr>Office Theme</vt:lpstr>
      <vt:lpstr>Investigating language learning and morphosyntactic transfer longitudinally using artificial languages</vt:lpstr>
      <vt:lpstr>Morphosyntactic transfer in L3 acquisition</vt:lpstr>
      <vt:lpstr>Morphosyntactic transfer in L3 acquisition</vt:lpstr>
      <vt:lpstr>Morphosyntactic transfer in L3 acquisition</vt:lpstr>
      <vt:lpstr>Morphosyntactic transfer in L3 acquisition</vt:lpstr>
      <vt:lpstr>González Alonso et al. (2020)</vt:lpstr>
      <vt:lpstr>González Alonso et al. (2020)</vt:lpstr>
      <vt:lpstr>PowerPoint Presentation</vt:lpstr>
      <vt:lpstr>PowerPoint Presentation</vt:lpstr>
      <vt:lpstr>PowerPoint Presentation</vt:lpstr>
      <vt:lpstr>PowerPoint Presentation</vt:lpstr>
      <vt:lpstr>PowerPoint Presentation</vt:lpstr>
      <vt:lpstr>PowerPoint Presentation</vt:lpstr>
      <vt:lpstr>Creation of the artificial languages</vt:lpstr>
      <vt:lpstr>PowerPoint Presentation</vt:lpstr>
      <vt:lpstr>Creation of the artificial languages</vt:lpstr>
      <vt:lpstr>PowerPoint Presentation</vt:lpstr>
      <vt:lpstr>Creation of the artificial languages</vt:lpstr>
      <vt:lpstr>Test phase in all sessions</vt:lpstr>
      <vt:lpstr>PowerPoint Presentation</vt:lpstr>
      <vt:lpstr>PowerPoint Presentation</vt:lpstr>
      <vt:lpstr>PowerPoint Presentation</vt:lpstr>
      <vt:lpstr>PowerPoint Presentation</vt:lpstr>
      <vt:lpstr>Executive functions and rs-EEG</vt:lpstr>
      <vt:lpstr>Longitudinal role of executive functions and rs-EEG</vt:lpstr>
      <vt:lpstr>Longitudinal effects on  executive functions and rs-EEG</vt:lpstr>
      <vt:lpstr>Language learning:   Analyses and hypotheses</vt:lpstr>
      <vt:lpstr>Language learning</vt:lpstr>
      <vt:lpstr>Morphosyntactic transfer:   Analyses and hypotheses</vt:lpstr>
      <vt:lpstr>PowerPoint Presentation</vt:lpstr>
      <vt:lpstr>PowerPoint Presentation</vt:lpstr>
      <vt:lpstr>PowerPoint Presentation</vt:lpstr>
      <vt:lpstr>Executive functions and morphosyntactic transfer</vt:lpstr>
      <vt:lpstr>Longitudinal effects in morphosyntactic transfer</vt:lpstr>
      <vt:lpstr>PowerPoint Presentation</vt:lpstr>
    </vt:vector>
  </TitlesOfParts>
  <Company>UiT The Arctic University of Norway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Pablo Bernabeu</dc:creator>
  <cp:lastModifiedBy>Pablo Bernabeu</cp:lastModifiedBy>
  <cp:revision>4</cp:revision>
  <dcterms:created xsi:type="dcterms:W3CDTF">2023-10-16T11:48:45Z</dcterms:created>
  <dcterms:modified xsi:type="dcterms:W3CDTF">2024-07-05T12:43:23Z</dcterms:modified>
</cp:coreProperties>
</file>